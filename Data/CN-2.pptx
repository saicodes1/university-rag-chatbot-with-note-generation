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60" r:id="rId2"/>
    <p:sldId id="263" r:id="rId3"/>
    <p:sldId id="472" r:id="rId4"/>
    <p:sldId id="474" r:id="rId5"/>
    <p:sldId id="475" r:id="rId6"/>
    <p:sldId id="476" r:id="rId7"/>
    <p:sldId id="477" r:id="rId8"/>
    <p:sldId id="478" r:id="rId9"/>
    <p:sldId id="479" r:id="rId10"/>
    <p:sldId id="480" r:id="rId11"/>
    <p:sldId id="481" r:id="rId12"/>
    <p:sldId id="482" r:id="rId13"/>
    <p:sldId id="483" r:id="rId14"/>
    <p:sldId id="484" r:id="rId15"/>
    <p:sldId id="485" r:id="rId16"/>
    <p:sldId id="486" r:id="rId17"/>
    <p:sldId id="487" r:id="rId18"/>
    <p:sldId id="488" r:id="rId19"/>
    <p:sldId id="489" r:id="rId20"/>
    <p:sldId id="490" r:id="rId21"/>
    <p:sldId id="491" r:id="rId22"/>
    <p:sldId id="492" r:id="rId23"/>
    <p:sldId id="493" r:id="rId24"/>
    <p:sldId id="494" r:id="rId25"/>
    <p:sldId id="495" r:id="rId26"/>
    <p:sldId id="517" r:id="rId27"/>
    <p:sldId id="518" r:id="rId28"/>
    <p:sldId id="519" r:id="rId29"/>
    <p:sldId id="496" r:id="rId30"/>
    <p:sldId id="497" r:id="rId31"/>
    <p:sldId id="498" r:id="rId32"/>
    <p:sldId id="499" r:id="rId33"/>
    <p:sldId id="500" r:id="rId34"/>
    <p:sldId id="501" r:id="rId35"/>
    <p:sldId id="502" r:id="rId36"/>
    <p:sldId id="503" r:id="rId37"/>
    <p:sldId id="504" r:id="rId38"/>
    <p:sldId id="505" r:id="rId39"/>
    <p:sldId id="506" r:id="rId40"/>
    <p:sldId id="507" r:id="rId41"/>
    <p:sldId id="508" r:id="rId42"/>
    <p:sldId id="509" r:id="rId43"/>
    <p:sldId id="510" r:id="rId44"/>
    <p:sldId id="511" r:id="rId45"/>
    <p:sldId id="512" r:id="rId46"/>
    <p:sldId id="515" r:id="rId47"/>
    <p:sldId id="516" r:id="rId4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4660"/>
  </p:normalViewPr>
  <p:slideViewPr>
    <p:cSldViewPr>
      <p:cViewPr varScale="1">
        <p:scale>
          <a:sx n="71" d="100"/>
          <a:sy n="71" d="100"/>
        </p:scale>
        <p:origin x="121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324D66-5919-41FF-A72F-1ED79F7093F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51E6FCDA-A64B-4969-9F07-872FD9927D52}"/>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FA377AF5-A637-42EB-8BC6-B019210CD4B9}" type="datetimeFigureOut">
              <a:rPr lang="en-US"/>
              <a:pPr>
                <a:defRPr/>
              </a:pPr>
              <a:t>1/16/2026</a:t>
            </a:fld>
            <a:endParaRPr lang="en-US"/>
          </a:p>
        </p:txBody>
      </p:sp>
      <p:sp>
        <p:nvSpPr>
          <p:cNvPr id="4" name="Slide Image Placeholder 3">
            <a:extLst>
              <a:ext uri="{FF2B5EF4-FFF2-40B4-BE49-F238E27FC236}">
                <a16:creationId xmlns:a16="http://schemas.microsoft.com/office/drawing/2014/main" id="{A170DB76-F24D-4101-BAC0-1B4462176EE2}"/>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46776D1-AF85-400C-9253-0FBED0E1CA9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A30E489-FECA-4254-A50F-CF985F2CB90F}"/>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78B8881B-236B-4000-862D-8E06AB30AF07}"/>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21D6978-03C3-42C4-A2E6-CC60881CFEC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0708C0C9-E657-4127-BCB8-CEC9934AEC5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cs typeface="Arial" panose="020B0604020202020204" pitchFamily="34" charset="0"/>
              </a:defRPr>
            </a:lvl1pPr>
            <a:lvl2pPr marL="742950" indent="-285750" defTabSz="966788">
              <a:defRPr>
                <a:solidFill>
                  <a:schemeClr val="tx1"/>
                </a:solidFill>
                <a:latin typeface="Arial" panose="020B0604020202020204" pitchFamily="34" charset="0"/>
                <a:cs typeface="Arial" panose="020B0604020202020204" pitchFamily="34" charset="0"/>
              </a:defRPr>
            </a:lvl2pPr>
            <a:lvl3pPr marL="1143000" indent="-228600" defTabSz="966788">
              <a:defRPr>
                <a:solidFill>
                  <a:schemeClr val="tx1"/>
                </a:solidFill>
                <a:latin typeface="Arial" panose="020B0604020202020204" pitchFamily="34" charset="0"/>
                <a:cs typeface="Arial" panose="020B0604020202020204" pitchFamily="34" charset="0"/>
              </a:defRPr>
            </a:lvl3pPr>
            <a:lvl4pPr marL="1600200" indent="-228600" defTabSz="966788">
              <a:defRPr>
                <a:solidFill>
                  <a:schemeClr val="tx1"/>
                </a:solidFill>
                <a:latin typeface="Arial" panose="020B0604020202020204" pitchFamily="34" charset="0"/>
                <a:cs typeface="Arial" panose="020B0604020202020204" pitchFamily="34" charset="0"/>
              </a:defRPr>
            </a:lvl4pPr>
            <a:lvl5pPr marL="2057400" indent="-228600" defTabSz="966788">
              <a:defRPr>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6EFEE50-D91F-422D-A91F-CA9C5164196D}" type="slidenum">
              <a:rPr lang="en-US" altLang="en-US">
                <a:latin typeface="Times New Roman" panose="02020603050405020304" pitchFamily="18" charset="0"/>
                <a:ea typeface="MS PGothic" panose="020B0600070205080204" pitchFamily="34" charset="-128"/>
              </a:rPr>
              <a:pPr/>
              <a:t>3</a:t>
            </a:fld>
            <a:endParaRPr lang="en-US" altLang="en-US">
              <a:latin typeface="Times New Roman" panose="02020603050405020304" pitchFamily="18" charset="0"/>
              <a:ea typeface="MS PGothic" panose="020B0600070205080204" pitchFamily="34" charset="-128"/>
            </a:endParaRPr>
          </a:p>
        </p:txBody>
      </p:sp>
      <p:sp>
        <p:nvSpPr>
          <p:cNvPr id="27651" name="Rectangle 2">
            <a:extLst>
              <a:ext uri="{FF2B5EF4-FFF2-40B4-BE49-F238E27FC236}">
                <a16:creationId xmlns:a16="http://schemas.microsoft.com/office/drawing/2014/main" id="{BA08B0DB-5626-4322-BEC9-5D974F309E4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2" name="Rectangle 3">
            <a:extLst>
              <a:ext uri="{FF2B5EF4-FFF2-40B4-BE49-F238E27FC236}">
                <a16:creationId xmlns:a16="http://schemas.microsoft.com/office/drawing/2014/main" id="{D8ABCBEB-FB6E-4DDB-9DCD-F2F05ED004C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3271D137-2911-4D9F-A819-B7E2570A22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cs typeface="Arial" panose="020B0604020202020204" pitchFamily="34" charset="0"/>
              </a:defRPr>
            </a:lvl1pPr>
            <a:lvl2pPr marL="742950" indent="-285750" defTabSz="966788">
              <a:defRPr>
                <a:solidFill>
                  <a:schemeClr val="tx1"/>
                </a:solidFill>
                <a:latin typeface="Arial" panose="020B0604020202020204" pitchFamily="34" charset="0"/>
                <a:cs typeface="Arial" panose="020B0604020202020204" pitchFamily="34" charset="0"/>
              </a:defRPr>
            </a:lvl2pPr>
            <a:lvl3pPr marL="1143000" indent="-228600" defTabSz="966788">
              <a:defRPr>
                <a:solidFill>
                  <a:schemeClr val="tx1"/>
                </a:solidFill>
                <a:latin typeface="Arial" panose="020B0604020202020204" pitchFamily="34" charset="0"/>
                <a:cs typeface="Arial" panose="020B0604020202020204" pitchFamily="34" charset="0"/>
              </a:defRPr>
            </a:lvl3pPr>
            <a:lvl4pPr marL="1600200" indent="-228600" defTabSz="966788">
              <a:defRPr>
                <a:solidFill>
                  <a:schemeClr val="tx1"/>
                </a:solidFill>
                <a:latin typeface="Arial" panose="020B0604020202020204" pitchFamily="34" charset="0"/>
                <a:cs typeface="Arial" panose="020B0604020202020204" pitchFamily="34" charset="0"/>
              </a:defRPr>
            </a:lvl4pPr>
            <a:lvl5pPr marL="2057400" indent="-228600" defTabSz="966788">
              <a:defRPr>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225E3FB-B3BE-4977-AF25-B1E51B93AE5F}" type="slidenum">
              <a:rPr lang="en-US" altLang="en-US">
                <a:latin typeface="Times New Roman" panose="02020603050405020304" pitchFamily="18" charset="0"/>
                <a:ea typeface="MS PGothic" panose="020B0600070205080204" pitchFamily="34" charset="-128"/>
              </a:rPr>
              <a:pPr/>
              <a:t>4</a:t>
            </a:fld>
            <a:endParaRPr lang="en-US" altLang="en-US">
              <a:latin typeface="Times New Roman" panose="02020603050405020304" pitchFamily="18" charset="0"/>
              <a:ea typeface="MS PGothic" panose="020B0600070205080204" pitchFamily="34" charset="-128"/>
            </a:endParaRPr>
          </a:p>
        </p:txBody>
      </p:sp>
      <p:sp>
        <p:nvSpPr>
          <p:cNvPr id="29699" name="Rectangle 2">
            <a:extLst>
              <a:ext uri="{FF2B5EF4-FFF2-40B4-BE49-F238E27FC236}">
                <a16:creationId xmlns:a16="http://schemas.microsoft.com/office/drawing/2014/main" id="{E42395E5-4341-4254-B00B-568E7AC6E2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0" name="Rectangle 3">
            <a:extLst>
              <a:ext uri="{FF2B5EF4-FFF2-40B4-BE49-F238E27FC236}">
                <a16:creationId xmlns:a16="http://schemas.microsoft.com/office/drawing/2014/main" id="{3E37BE76-8166-4D2D-A59C-B37761000E0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C92734D2-296F-404D-B48A-55109F35A13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cs typeface="Arial" panose="020B0604020202020204" pitchFamily="34" charset="0"/>
              </a:defRPr>
            </a:lvl1pPr>
            <a:lvl2pPr marL="742950" indent="-285750" defTabSz="966788">
              <a:defRPr>
                <a:solidFill>
                  <a:schemeClr val="tx1"/>
                </a:solidFill>
                <a:latin typeface="Arial" panose="020B0604020202020204" pitchFamily="34" charset="0"/>
                <a:cs typeface="Arial" panose="020B0604020202020204" pitchFamily="34" charset="0"/>
              </a:defRPr>
            </a:lvl2pPr>
            <a:lvl3pPr marL="1143000" indent="-228600" defTabSz="966788">
              <a:defRPr>
                <a:solidFill>
                  <a:schemeClr val="tx1"/>
                </a:solidFill>
                <a:latin typeface="Arial" panose="020B0604020202020204" pitchFamily="34" charset="0"/>
                <a:cs typeface="Arial" panose="020B0604020202020204" pitchFamily="34" charset="0"/>
              </a:defRPr>
            </a:lvl3pPr>
            <a:lvl4pPr marL="1600200" indent="-228600" defTabSz="966788">
              <a:defRPr>
                <a:solidFill>
                  <a:schemeClr val="tx1"/>
                </a:solidFill>
                <a:latin typeface="Arial" panose="020B0604020202020204" pitchFamily="34" charset="0"/>
                <a:cs typeface="Arial" panose="020B0604020202020204" pitchFamily="34" charset="0"/>
              </a:defRPr>
            </a:lvl4pPr>
            <a:lvl5pPr marL="2057400" indent="-228600" defTabSz="966788">
              <a:defRPr>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F345A6F-6BF0-4B0B-ACD2-95BE0BB8BB79}" type="slidenum">
              <a:rPr lang="en-US" altLang="en-US">
                <a:latin typeface="Times New Roman" panose="02020603050405020304" pitchFamily="18" charset="0"/>
                <a:ea typeface="MS PGothic" panose="020B0600070205080204" pitchFamily="34" charset="-128"/>
              </a:rPr>
              <a:pPr/>
              <a:t>5</a:t>
            </a:fld>
            <a:endParaRPr lang="en-US" altLang="en-US">
              <a:latin typeface="Times New Roman" panose="02020603050405020304" pitchFamily="18" charset="0"/>
              <a:ea typeface="MS PGothic" panose="020B0600070205080204" pitchFamily="34" charset="-128"/>
            </a:endParaRPr>
          </a:p>
        </p:txBody>
      </p:sp>
      <p:sp>
        <p:nvSpPr>
          <p:cNvPr id="31747" name="Rectangle 2">
            <a:extLst>
              <a:ext uri="{FF2B5EF4-FFF2-40B4-BE49-F238E27FC236}">
                <a16:creationId xmlns:a16="http://schemas.microsoft.com/office/drawing/2014/main" id="{FCF0B345-0413-47F9-839E-08C7578EF6C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8" name="Rectangle 3">
            <a:extLst>
              <a:ext uri="{FF2B5EF4-FFF2-40B4-BE49-F238E27FC236}">
                <a16:creationId xmlns:a16="http://schemas.microsoft.com/office/drawing/2014/main" id="{E9A93B58-D728-44C5-8AC6-27184C45693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5F319EF9-FDFA-4C76-8EDE-2F8CC48F776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cs typeface="Arial" panose="020B0604020202020204" pitchFamily="34" charset="0"/>
              </a:defRPr>
            </a:lvl1pPr>
            <a:lvl2pPr marL="742950" indent="-285750" defTabSz="966788">
              <a:defRPr>
                <a:solidFill>
                  <a:schemeClr val="tx1"/>
                </a:solidFill>
                <a:latin typeface="Arial" panose="020B0604020202020204" pitchFamily="34" charset="0"/>
                <a:cs typeface="Arial" panose="020B0604020202020204" pitchFamily="34" charset="0"/>
              </a:defRPr>
            </a:lvl2pPr>
            <a:lvl3pPr marL="1143000" indent="-228600" defTabSz="966788">
              <a:defRPr>
                <a:solidFill>
                  <a:schemeClr val="tx1"/>
                </a:solidFill>
                <a:latin typeface="Arial" panose="020B0604020202020204" pitchFamily="34" charset="0"/>
                <a:cs typeface="Arial" panose="020B0604020202020204" pitchFamily="34" charset="0"/>
              </a:defRPr>
            </a:lvl3pPr>
            <a:lvl4pPr marL="1600200" indent="-228600" defTabSz="966788">
              <a:defRPr>
                <a:solidFill>
                  <a:schemeClr val="tx1"/>
                </a:solidFill>
                <a:latin typeface="Arial" panose="020B0604020202020204" pitchFamily="34" charset="0"/>
                <a:cs typeface="Arial" panose="020B0604020202020204" pitchFamily="34" charset="0"/>
              </a:defRPr>
            </a:lvl4pPr>
            <a:lvl5pPr marL="2057400" indent="-228600" defTabSz="966788">
              <a:defRPr>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FFB97FD-0593-4B0E-91F5-0B62DC5F5801}" type="slidenum">
              <a:rPr lang="en-US" altLang="en-US">
                <a:latin typeface="Times New Roman" panose="02020603050405020304" pitchFamily="18" charset="0"/>
                <a:ea typeface="MS PGothic" panose="020B0600070205080204" pitchFamily="34" charset="-128"/>
              </a:rPr>
              <a:pPr/>
              <a:t>6</a:t>
            </a:fld>
            <a:endParaRPr lang="en-US" altLang="en-US">
              <a:latin typeface="Times New Roman" panose="02020603050405020304" pitchFamily="18" charset="0"/>
              <a:ea typeface="MS PGothic" panose="020B0600070205080204" pitchFamily="34" charset="-128"/>
            </a:endParaRPr>
          </a:p>
        </p:txBody>
      </p:sp>
      <p:sp>
        <p:nvSpPr>
          <p:cNvPr id="33795" name="Rectangle 2">
            <a:extLst>
              <a:ext uri="{FF2B5EF4-FFF2-40B4-BE49-F238E27FC236}">
                <a16:creationId xmlns:a16="http://schemas.microsoft.com/office/drawing/2014/main" id="{095B1140-8090-4B29-959E-F9B2D9B223C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6" name="Rectangle 3">
            <a:extLst>
              <a:ext uri="{FF2B5EF4-FFF2-40B4-BE49-F238E27FC236}">
                <a16:creationId xmlns:a16="http://schemas.microsoft.com/office/drawing/2014/main" id="{3F2FE914-1EAC-4044-B100-B63DCD60F44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610BCB64-812F-4B9B-BACC-66412561F82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cs typeface="Arial" panose="020B0604020202020204" pitchFamily="34" charset="0"/>
              </a:defRPr>
            </a:lvl1pPr>
            <a:lvl2pPr marL="742950" indent="-285750" defTabSz="966788">
              <a:defRPr>
                <a:solidFill>
                  <a:schemeClr val="tx1"/>
                </a:solidFill>
                <a:latin typeface="Arial" panose="020B0604020202020204" pitchFamily="34" charset="0"/>
                <a:cs typeface="Arial" panose="020B0604020202020204" pitchFamily="34" charset="0"/>
              </a:defRPr>
            </a:lvl2pPr>
            <a:lvl3pPr marL="1143000" indent="-228600" defTabSz="966788">
              <a:defRPr>
                <a:solidFill>
                  <a:schemeClr val="tx1"/>
                </a:solidFill>
                <a:latin typeface="Arial" panose="020B0604020202020204" pitchFamily="34" charset="0"/>
                <a:cs typeface="Arial" panose="020B0604020202020204" pitchFamily="34" charset="0"/>
              </a:defRPr>
            </a:lvl3pPr>
            <a:lvl4pPr marL="1600200" indent="-228600" defTabSz="966788">
              <a:defRPr>
                <a:solidFill>
                  <a:schemeClr val="tx1"/>
                </a:solidFill>
                <a:latin typeface="Arial" panose="020B0604020202020204" pitchFamily="34" charset="0"/>
                <a:cs typeface="Arial" panose="020B0604020202020204" pitchFamily="34" charset="0"/>
              </a:defRPr>
            </a:lvl4pPr>
            <a:lvl5pPr marL="2057400" indent="-228600" defTabSz="966788">
              <a:defRPr>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D3A0DAA-48BE-47A3-A7B7-90BCF23B4BAE}" type="slidenum">
              <a:rPr lang="en-US" altLang="en-US">
                <a:latin typeface="Times New Roman" panose="02020603050405020304" pitchFamily="18" charset="0"/>
                <a:ea typeface="MS PGothic" panose="020B0600070205080204" pitchFamily="34" charset="-128"/>
              </a:rPr>
              <a:pPr/>
              <a:t>7</a:t>
            </a:fld>
            <a:endParaRPr lang="en-US" altLang="en-US">
              <a:latin typeface="Times New Roman" panose="02020603050405020304" pitchFamily="18" charset="0"/>
              <a:ea typeface="MS PGothic" panose="020B0600070205080204" pitchFamily="34" charset="-128"/>
            </a:endParaRPr>
          </a:p>
        </p:txBody>
      </p:sp>
      <p:sp>
        <p:nvSpPr>
          <p:cNvPr id="35843" name="Rectangle 2">
            <a:extLst>
              <a:ext uri="{FF2B5EF4-FFF2-40B4-BE49-F238E27FC236}">
                <a16:creationId xmlns:a16="http://schemas.microsoft.com/office/drawing/2014/main" id="{41CC65A7-8BA3-45D5-ADC0-5C20FED8A1A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Rectangle 3">
            <a:extLst>
              <a:ext uri="{FF2B5EF4-FFF2-40B4-BE49-F238E27FC236}">
                <a16:creationId xmlns:a16="http://schemas.microsoft.com/office/drawing/2014/main" id="{843E5CF8-2CA8-42F7-83EA-7104B4DFBC5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22601200-972F-455E-892A-A19589DAA4D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6E403937-BF3E-4C04-BD78-A508E47EC0E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9156" name="Slide Number Placeholder 3">
            <a:extLst>
              <a:ext uri="{FF2B5EF4-FFF2-40B4-BE49-F238E27FC236}">
                <a16:creationId xmlns:a16="http://schemas.microsoft.com/office/drawing/2014/main" id="{BD805E14-A454-44D1-8513-2696DE9FD3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05AF4E-9550-43B4-96E9-38B410675D70}" type="slidenum">
              <a:rPr lang="en-US" altLang="en-US"/>
              <a:pPr/>
              <a:t>19</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92607507-2D4F-4BE6-A1A7-D229A1D5562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7746BC5-F1EF-4117-82C9-F65C1B89EACA}" type="slidenum">
              <a:rPr lang="en-US" altLang="en-US"/>
              <a:pPr/>
              <a:t>22</a:t>
            </a:fld>
            <a:endParaRPr lang="en-US" altLang="en-US"/>
          </a:p>
        </p:txBody>
      </p:sp>
      <p:sp>
        <p:nvSpPr>
          <p:cNvPr id="53251" name="Rectangle 2">
            <a:extLst>
              <a:ext uri="{FF2B5EF4-FFF2-40B4-BE49-F238E27FC236}">
                <a16:creationId xmlns:a16="http://schemas.microsoft.com/office/drawing/2014/main" id="{30CE3096-8B71-4742-BA2D-9944EB1C7D6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2" name="Rectangle 3">
            <a:extLst>
              <a:ext uri="{FF2B5EF4-FFF2-40B4-BE49-F238E27FC236}">
                <a16:creationId xmlns:a16="http://schemas.microsoft.com/office/drawing/2014/main" id="{C1D9301A-5995-4764-8B54-B4A0F6304B3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1C0091FC-180A-467A-86EB-C736D0E8F50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9E9BAC7-FD2F-4A69-9C74-BEEDF6531FF7}"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61443" name="Rectangle 2">
            <a:extLst>
              <a:ext uri="{FF2B5EF4-FFF2-40B4-BE49-F238E27FC236}">
                <a16:creationId xmlns:a16="http://schemas.microsoft.com/office/drawing/2014/main" id="{3D05AEA8-DB79-40C4-B99D-0A572ECA376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4" name="Rectangle 3">
            <a:extLst>
              <a:ext uri="{FF2B5EF4-FFF2-40B4-BE49-F238E27FC236}">
                <a16:creationId xmlns:a16="http://schemas.microsoft.com/office/drawing/2014/main" id="{37A732AD-5786-46D6-8644-60C40B2A461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CCA6BC33-2B77-4697-B791-5EC93F881FF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E07E649-532E-43F3-8058-42514D5DE12D}"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05181BFA-A9C2-41A0-8E19-0D47EEF02F8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a:extLst>
              <a:ext uri="{FF2B5EF4-FFF2-40B4-BE49-F238E27FC236}">
                <a16:creationId xmlns:a16="http://schemas.microsoft.com/office/drawing/2014/main" id="{4BA0E2B2-61D2-4EC4-B245-EA1361FD9B5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009755A-B727-44DA-864D-4456815F485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BF7778A-876A-445F-BC00-50E9FE505131}"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B4BA4888-611D-4AF0-994D-3269DF661D7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40" name="Rectangle 3">
            <a:extLst>
              <a:ext uri="{FF2B5EF4-FFF2-40B4-BE49-F238E27FC236}">
                <a16:creationId xmlns:a16="http://schemas.microsoft.com/office/drawing/2014/main" id="{84BF2943-1CB9-4746-8C50-4F7F74878BF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C1F4FC72-915D-4272-AD28-BC2DF0EB4CE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a:extLst>
              <a:ext uri="{FF2B5EF4-FFF2-40B4-BE49-F238E27FC236}">
                <a16:creationId xmlns:a16="http://schemas.microsoft.com/office/drawing/2014/main" id="{A5F50DFA-3BED-4F8E-A90C-54681A05376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IN" altLang="en-US"/>
              <a:t>Linear Property</a:t>
            </a:r>
          </a:p>
          <a:p>
            <a:endParaRPr lang="en-IN" altLang="en-US"/>
          </a:p>
          <a:p>
            <a:r>
              <a:rPr lang="en-IN" altLang="en-US"/>
              <a:t>Cyclic property</a:t>
            </a:r>
          </a:p>
        </p:txBody>
      </p:sp>
      <p:sp>
        <p:nvSpPr>
          <p:cNvPr id="68612" name="Slide Number Placeholder 3">
            <a:extLst>
              <a:ext uri="{FF2B5EF4-FFF2-40B4-BE49-F238E27FC236}">
                <a16:creationId xmlns:a16="http://schemas.microsoft.com/office/drawing/2014/main" id="{33DBEA13-ABBD-429B-9AA8-546B5121BAF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361DACE-23CD-4E84-87B5-2930C59AC6CC}" type="slidenum">
              <a:rPr lang="en-IN" altLang="en-US"/>
              <a:pPr/>
              <a:t>33</a:t>
            </a:fld>
            <a:endParaRPr lang="en-I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EC3E1156-AB32-441E-B8C4-8CE9DC87711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F327130-7938-4CA4-8EA4-0E02B6EE6B06}" type="slidenum">
              <a:rPr lang="en-US" altLang="en-US"/>
              <a:pPr/>
              <a:t>40</a:t>
            </a:fld>
            <a:endParaRPr lang="en-US" altLang="en-US"/>
          </a:p>
        </p:txBody>
      </p:sp>
      <p:sp>
        <p:nvSpPr>
          <p:cNvPr id="76803" name="Rectangle 2">
            <a:extLst>
              <a:ext uri="{FF2B5EF4-FFF2-40B4-BE49-F238E27FC236}">
                <a16:creationId xmlns:a16="http://schemas.microsoft.com/office/drawing/2014/main" id="{DD238749-079A-427D-AB2E-C956B6EC0FE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4" name="Rectangle 3">
            <a:extLst>
              <a:ext uri="{FF2B5EF4-FFF2-40B4-BE49-F238E27FC236}">
                <a16:creationId xmlns:a16="http://schemas.microsoft.com/office/drawing/2014/main" id="{5BD8E9BB-124F-4AEA-8ECD-18DD444A9A8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BA5544C9-F245-49A0-AFB0-5824D98C66B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6BAA182-D395-44D7-97EA-034EBBF42F0A}" type="slidenum">
              <a:rPr lang="en-US" altLang="en-US"/>
              <a:pPr/>
              <a:t>41</a:t>
            </a:fld>
            <a:endParaRPr lang="en-US" altLang="en-US"/>
          </a:p>
        </p:txBody>
      </p:sp>
      <p:sp>
        <p:nvSpPr>
          <p:cNvPr id="78851" name="Rectangle 2">
            <a:extLst>
              <a:ext uri="{FF2B5EF4-FFF2-40B4-BE49-F238E27FC236}">
                <a16:creationId xmlns:a16="http://schemas.microsoft.com/office/drawing/2014/main" id="{0996C538-74FA-4E46-810D-2E5D0B69198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2" name="Rectangle 3">
            <a:extLst>
              <a:ext uri="{FF2B5EF4-FFF2-40B4-BE49-F238E27FC236}">
                <a16:creationId xmlns:a16="http://schemas.microsoft.com/office/drawing/2014/main" id="{06114C25-6D4B-4194-9019-CC0D0E27C15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F7D08E91-DD4D-4EDC-BC9D-192BB6CF668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E222511-7095-4CEA-9593-9A2251C3C477}" type="slidenum">
              <a:rPr lang="en-US" altLang="en-US"/>
              <a:pPr/>
              <a:t>42</a:t>
            </a:fld>
            <a:endParaRPr lang="en-US" altLang="en-US"/>
          </a:p>
        </p:txBody>
      </p:sp>
      <p:sp>
        <p:nvSpPr>
          <p:cNvPr id="80899" name="Rectangle 2">
            <a:extLst>
              <a:ext uri="{FF2B5EF4-FFF2-40B4-BE49-F238E27FC236}">
                <a16:creationId xmlns:a16="http://schemas.microsoft.com/office/drawing/2014/main" id="{4D8D5F83-482F-4585-BD46-0E94400FB51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900" name="Rectangle 3">
            <a:extLst>
              <a:ext uri="{FF2B5EF4-FFF2-40B4-BE49-F238E27FC236}">
                <a16:creationId xmlns:a16="http://schemas.microsoft.com/office/drawing/2014/main" id="{49C1B457-86E0-41B4-A5C8-35842D72202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9D42789E-F9EB-4388-A026-4C35281C653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7C5E3F-2088-4EB3-B0D5-DAF74EFD017D}" type="slidenum">
              <a:rPr lang="en-US" altLang="en-US"/>
              <a:pPr/>
              <a:t>43</a:t>
            </a:fld>
            <a:endParaRPr lang="en-US" altLang="en-US"/>
          </a:p>
        </p:txBody>
      </p:sp>
      <p:sp>
        <p:nvSpPr>
          <p:cNvPr id="82947" name="Rectangle 2">
            <a:extLst>
              <a:ext uri="{FF2B5EF4-FFF2-40B4-BE49-F238E27FC236}">
                <a16:creationId xmlns:a16="http://schemas.microsoft.com/office/drawing/2014/main" id="{65C2805A-E9E4-4200-901A-2269CE27B74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8" name="Rectangle 3">
            <a:extLst>
              <a:ext uri="{FF2B5EF4-FFF2-40B4-BE49-F238E27FC236}">
                <a16:creationId xmlns:a16="http://schemas.microsoft.com/office/drawing/2014/main" id="{99032DE9-A951-456D-90A2-32FCF4DB728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F6973F0A-9647-43C8-BE7A-E770B617E49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2649588-E7EE-416F-947D-036D3BA7B37D}" type="slidenum">
              <a:rPr lang="en-US" altLang="en-US"/>
              <a:pPr/>
              <a:t>44</a:t>
            </a:fld>
            <a:endParaRPr lang="en-US" altLang="en-US"/>
          </a:p>
        </p:txBody>
      </p:sp>
      <p:sp>
        <p:nvSpPr>
          <p:cNvPr id="84995" name="Rectangle 2">
            <a:extLst>
              <a:ext uri="{FF2B5EF4-FFF2-40B4-BE49-F238E27FC236}">
                <a16:creationId xmlns:a16="http://schemas.microsoft.com/office/drawing/2014/main" id="{2798ED52-8324-42D0-AA4F-92B5A31702C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6" name="Rectangle 3">
            <a:extLst>
              <a:ext uri="{FF2B5EF4-FFF2-40B4-BE49-F238E27FC236}">
                <a16:creationId xmlns:a16="http://schemas.microsoft.com/office/drawing/2014/main" id="{7054416D-C851-44DD-BF42-88C0DF270DD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9DCA0CC3-737C-4981-AFB5-5D6988E7BA2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6549452-22DD-411A-9051-35C1A6EDC6DA}" type="slidenum">
              <a:rPr lang="en-US" altLang="en-US"/>
              <a:pPr/>
              <a:t>45</a:t>
            </a:fld>
            <a:endParaRPr lang="en-US" altLang="en-US"/>
          </a:p>
        </p:txBody>
      </p:sp>
      <p:sp>
        <p:nvSpPr>
          <p:cNvPr id="87043" name="Rectangle 2">
            <a:extLst>
              <a:ext uri="{FF2B5EF4-FFF2-40B4-BE49-F238E27FC236}">
                <a16:creationId xmlns:a16="http://schemas.microsoft.com/office/drawing/2014/main" id="{98BC57C1-0B40-4FC9-A6F9-4F3139E539C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a:extLst>
              <a:ext uri="{FF2B5EF4-FFF2-40B4-BE49-F238E27FC236}">
                <a16:creationId xmlns:a16="http://schemas.microsoft.com/office/drawing/2014/main" id="{EB602CB8-74EB-4AA7-B965-B831AF9218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E2DECF6-BE16-4DEB-9050-980BD3FD2DB9}"/>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5D937554-59CB-4B03-878B-ADD401DBBCDC}"/>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B366BF0D-9954-4E2F-809D-6CA329D73A48}"/>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335D4DD-4A1F-40AF-8D5C-946D284C040C}"/>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7" name="Picture 10" descr="BITS_university_logo_whitevert.png">
            <a:extLst>
              <a:ext uri="{FF2B5EF4-FFF2-40B4-BE49-F238E27FC236}">
                <a16:creationId xmlns:a16="http://schemas.microsoft.com/office/drawing/2014/main" id="{E72A13DA-CFBC-4BDC-9095-9E9089540DC3}"/>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F44EFD7-4E39-4376-95C0-1D6A0467E545}"/>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A62AD224-CD15-4570-B7F3-9167FAAC6EB8}"/>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540163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3D220DD-F1D1-4585-A7C4-BDC7E880FE6A}"/>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5" name="Rectangle 4">
            <a:extLst>
              <a:ext uri="{FF2B5EF4-FFF2-40B4-BE49-F238E27FC236}">
                <a16:creationId xmlns:a16="http://schemas.microsoft.com/office/drawing/2014/main" id="{E638A87F-422E-41AB-8420-08DFF667CB95}"/>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08315900-8691-4CAC-A5A5-0199E1B91DA3}"/>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0FFFB203-8C91-4991-BEBD-4BAA558829A3}"/>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10" descr="BITS_university_logo_whitevert.png">
            <a:extLst>
              <a:ext uri="{FF2B5EF4-FFF2-40B4-BE49-F238E27FC236}">
                <a16:creationId xmlns:a16="http://schemas.microsoft.com/office/drawing/2014/main" id="{90281D05-086D-4EEC-9082-DD2A492E1FD8}"/>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2A3FDB69-520E-48BE-B531-C8EECF130B7F}"/>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a:extLst>
              <a:ext uri="{FF2B5EF4-FFF2-40B4-BE49-F238E27FC236}">
                <a16:creationId xmlns:a16="http://schemas.microsoft.com/office/drawing/2014/main" id="{C4B9EBA5-9ECA-4DA2-984C-0F33526F99EF}"/>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Dubai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019313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D6B14D31-B08C-40AB-967D-BBAEE74F54D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B1F90733-5842-46DC-8119-2B5FE9475C0D}"/>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5" name="Picture 8" descr="Picture 7.png">
            <a:extLst>
              <a:ext uri="{FF2B5EF4-FFF2-40B4-BE49-F238E27FC236}">
                <a16:creationId xmlns:a16="http://schemas.microsoft.com/office/drawing/2014/main" id="{02A95ABA-0338-4CFA-9C30-0E34C6566F00}"/>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F939A2D7-9C93-41A3-9395-3AD550096CD0}"/>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EE792D84-BC9A-4BAF-B63D-B7120595DD05}"/>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B204F56A-5E09-4007-8019-B3B29F2F1EF2}"/>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extBox 8">
            <a:extLst>
              <a:ext uri="{FF2B5EF4-FFF2-40B4-BE49-F238E27FC236}">
                <a16:creationId xmlns:a16="http://schemas.microsoft.com/office/drawing/2014/main" id="{B5BB5A27-90B5-4DE9-97C7-69C448A97A7B}"/>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670BFB05-A9FC-4678-A093-B9516656D896}"/>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Dubai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738882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AF8826-14F9-48D8-811C-97E53835430B}"/>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grpSp>
        <p:nvGrpSpPr>
          <p:cNvPr id="5" name="Group 11">
            <a:extLst>
              <a:ext uri="{FF2B5EF4-FFF2-40B4-BE49-F238E27FC236}">
                <a16:creationId xmlns:a16="http://schemas.microsoft.com/office/drawing/2014/main" id="{2FEE62F6-1DD4-4CB2-9C2E-8B22635E0BB7}"/>
              </a:ext>
            </a:extLst>
          </p:cNvPr>
          <p:cNvGrpSpPr>
            <a:grpSpLocks/>
          </p:cNvGrpSpPr>
          <p:nvPr userDrawn="1"/>
        </p:nvGrpSpPr>
        <p:grpSpPr bwMode="auto">
          <a:xfrm>
            <a:off x="2084388" y="6550025"/>
            <a:ext cx="7059612" cy="49213"/>
            <a:chOff x="2083888" y="6550671"/>
            <a:chExt cx="7060112" cy="48665"/>
          </a:xfrm>
        </p:grpSpPr>
        <p:sp>
          <p:nvSpPr>
            <p:cNvPr id="6" name="Rectangle 5">
              <a:extLst>
                <a:ext uri="{FF2B5EF4-FFF2-40B4-BE49-F238E27FC236}">
                  <a16:creationId xmlns:a16="http://schemas.microsoft.com/office/drawing/2014/main" id="{5147F580-768B-4B95-AB6B-24750EB469EE}"/>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AC14A7F4-22CA-479C-B0F8-F31FF0BEDF8A}"/>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4ADAC08C-EB78-433A-89AA-AB11598AA492}"/>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a:extLst>
              <a:ext uri="{FF2B5EF4-FFF2-40B4-BE49-F238E27FC236}">
                <a16:creationId xmlns:a16="http://schemas.microsoft.com/office/drawing/2014/main" id="{646473F2-B9E0-4424-ACF2-D2CBCBD55A1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21D9968F-DB8E-402E-BEA0-A1A17FF722FE}"/>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F67555E4-1EA2-449D-8F79-4DFDF0D62A9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EABEA84A-6286-48DE-BEFC-7607C969375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3826D404-FA12-4C5C-8E42-5EFCBE151A2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a:extLst>
              <a:ext uri="{FF2B5EF4-FFF2-40B4-BE49-F238E27FC236}">
                <a16:creationId xmlns:a16="http://schemas.microsoft.com/office/drawing/2014/main" id="{0E20D9E5-17F9-43C0-B548-8C16D2065E83}"/>
              </a:ext>
            </a:extLst>
          </p:cNvPr>
          <p:cNvGrpSpPr>
            <a:grpSpLocks/>
          </p:cNvGrpSpPr>
          <p:nvPr userDrawn="1"/>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9E7E8AFF-FF54-4E1C-A93D-BADE350118C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4474C164-D722-4FB2-82B5-79B108F84D2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a:extLst>
                <a:ext uri="{FF2B5EF4-FFF2-40B4-BE49-F238E27FC236}">
                  <a16:creationId xmlns:a16="http://schemas.microsoft.com/office/drawing/2014/main" id="{39994866-4123-4957-9472-17640A2004C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06325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Picture 6" descr="Picture 7.png">
            <a:extLst>
              <a:ext uri="{FF2B5EF4-FFF2-40B4-BE49-F238E27FC236}">
                <a16:creationId xmlns:a16="http://schemas.microsoft.com/office/drawing/2014/main" id="{FCE5AF27-405F-4CE5-ABDB-D055A808389B}"/>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9">
            <a:extLst>
              <a:ext uri="{FF2B5EF4-FFF2-40B4-BE49-F238E27FC236}">
                <a16:creationId xmlns:a16="http://schemas.microsoft.com/office/drawing/2014/main" id="{A76601EF-F075-45BB-8EBA-8E3FAE0E0F50}"/>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42AD1274-646A-48C9-A83D-6F5860ADA52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93D575CB-107E-4F6A-BADE-65B3B5EEB0F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FC331FC6-871D-4470-9644-630F3BA2020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8">
            <a:extLst>
              <a:ext uri="{FF2B5EF4-FFF2-40B4-BE49-F238E27FC236}">
                <a16:creationId xmlns:a16="http://schemas.microsoft.com/office/drawing/2014/main" id="{01740C33-E168-48EC-A413-286F43ED54FF}"/>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117E6874-78D1-454F-B685-1EA59D519AF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5C41D5BE-85F4-43BE-8A1D-18C80F9FB0C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BEB461BD-7D7C-4655-975C-7DD17DB2AEB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4" name="TextBox 13">
            <a:extLst>
              <a:ext uri="{FF2B5EF4-FFF2-40B4-BE49-F238E27FC236}">
                <a16:creationId xmlns:a16="http://schemas.microsoft.com/office/drawing/2014/main" id="{FF54A9C3-850A-41DC-8B31-2B8043A4082E}"/>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60504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7" name="Group 10">
            <a:extLst>
              <a:ext uri="{FF2B5EF4-FFF2-40B4-BE49-F238E27FC236}">
                <a16:creationId xmlns:a16="http://schemas.microsoft.com/office/drawing/2014/main" id="{878EA898-4F85-4D52-B51D-3726016FD9FB}"/>
              </a:ext>
            </a:extLst>
          </p:cNvPr>
          <p:cNvGrpSpPr>
            <a:grpSpLocks/>
          </p:cNvGrpSpPr>
          <p:nvPr userDrawn="1"/>
        </p:nvGrpSpPr>
        <p:grpSpPr bwMode="auto">
          <a:xfrm>
            <a:off x="0" y="1295400"/>
            <a:ext cx="7010400" cy="46038"/>
            <a:chOff x="1905000" y="6553200"/>
            <a:chExt cx="7010400" cy="45719"/>
          </a:xfrm>
        </p:grpSpPr>
        <p:sp>
          <p:nvSpPr>
            <p:cNvPr id="8" name="Rectangle 7">
              <a:extLst>
                <a:ext uri="{FF2B5EF4-FFF2-40B4-BE49-F238E27FC236}">
                  <a16:creationId xmlns:a16="http://schemas.microsoft.com/office/drawing/2014/main" id="{34BF903F-B3CE-48B4-89FE-86CE6C5141E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C03255C2-CF29-4794-A2B7-C152892F9C5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A6898DBE-D580-4A7E-B8A9-AC13FF095F7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2" name="Group 15">
            <a:extLst>
              <a:ext uri="{FF2B5EF4-FFF2-40B4-BE49-F238E27FC236}">
                <a16:creationId xmlns:a16="http://schemas.microsoft.com/office/drawing/2014/main" id="{3038FE24-3C26-4036-B379-3B3ADE645973}"/>
              </a:ext>
            </a:extLst>
          </p:cNvPr>
          <p:cNvGrpSpPr>
            <a:grpSpLocks/>
          </p:cNvGrpSpPr>
          <p:nvPr userDrawn="1"/>
        </p:nvGrpSpPr>
        <p:grpSpPr bwMode="auto">
          <a:xfrm>
            <a:off x="2133600" y="6553200"/>
            <a:ext cx="7010400" cy="46038"/>
            <a:chOff x="1905000" y="6553200"/>
            <a:chExt cx="7010400" cy="45719"/>
          </a:xfrm>
        </p:grpSpPr>
        <p:sp>
          <p:nvSpPr>
            <p:cNvPr id="13" name="Rectangle 12">
              <a:extLst>
                <a:ext uri="{FF2B5EF4-FFF2-40B4-BE49-F238E27FC236}">
                  <a16:creationId xmlns:a16="http://schemas.microsoft.com/office/drawing/2014/main" id="{81425133-D645-475F-9C03-D114BC69580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45356E12-DBA2-4D0C-B55C-AE0F5A81290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3AFF4203-C5CD-4630-B2A0-610C3CE6CBF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6" name="Picture 14" descr="Picture 7.png">
            <a:extLst>
              <a:ext uri="{FF2B5EF4-FFF2-40B4-BE49-F238E27FC236}">
                <a16:creationId xmlns:a16="http://schemas.microsoft.com/office/drawing/2014/main" id="{8F7031F3-16FE-4C59-9937-53DD50B7227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1FCD3326-950D-410C-B7B8-A40A7A70FAB3}"/>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08852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3" name="Group 5">
            <a:extLst>
              <a:ext uri="{FF2B5EF4-FFF2-40B4-BE49-F238E27FC236}">
                <a16:creationId xmlns:a16="http://schemas.microsoft.com/office/drawing/2014/main" id="{3918C861-E2B2-4F4F-B19D-E2524DC0B300}"/>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E4054D0B-E305-49DD-9755-87849441E2A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991131EB-CCE3-4F69-88BB-299900D2F1F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5DD152A7-051D-4BE2-B591-E63C15D7B56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8" name="Group 10">
            <a:extLst>
              <a:ext uri="{FF2B5EF4-FFF2-40B4-BE49-F238E27FC236}">
                <a16:creationId xmlns:a16="http://schemas.microsoft.com/office/drawing/2014/main" id="{5580672C-39C1-491D-B76E-6B8308AA2C1B}"/>
              </a:ext>
            </a:extLst>
          </p:cNvPr>
          <p:cNvGrpSpPr>
            <a:grpSpLocks/>
          </p:cNvGrpSpPr>
          <p:nvPr userDrawn="1"/>
        </p:nvGrpSpPr>
        <p:grpSpPr bwMode="auto">
          <a:xfrm>
            <a:off x="2133600" y="6553200"/>
            <a:ext cx="7010400" cy="46038"/>
            <a:chOff x="1905000" y="6553200"/>
            <a:chExt cx="7010400" cy="45719"/>
          </a:xfrm>
        </p:grpSpPr>
        <p:sp>
          <p:nvSpPr>
            <p:cNvPr id="9" name="Rectangle 8">
              <a:extLst>
                <a:ext uri="{FF2B5EF4-FFF2-40B4-BE49-F238E27FC236}">
                  <a16:creationId xmlns:a16="http://schemas.microsoft.com/office/drawing/2014/main" id="{33219BE9-367F-4B11-B63C-7FE7B1EBD5D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D329D207-685C-4ADE-8222-9936C63C8AF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617F7E41-DBEF-49FD-9542-D30B134C9BC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2" name="Picture 14" descr="Picture 7.png">
            <a:extLst>
              <a:ext uri="{FF2B5EF4-FFF2-40B4-BE49-F238E27FC236}">
                <a16:creationId xmlns:a16="http://schemas.microsoft.com/office/drawing/2014/main" id="{DEE1A2C7-555E-4D6F-8CF6-D9207E96E99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640D630F-BF99-49CA-9F53-FB3D7A8C90F3}"/>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1179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5" name="Group 8">
            <a:extLst>
              <a:ext uri="{FF2B5EF4-FFF2-40B4-BE49-F238E27FC236}">
                <a16:creationId xmlns:a16="http://schemas.microsoft.com/office/drawing/2014/main" id="{ABA4007E-231C-4F1E-9B29-093CBDAE6389}"/>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A713C790-653A-4E2C-94F1-E3D4983BF37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C741C0A2-941F-40C2-AE84-71945D4759F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13695C8E-3FD1-45DA-80A0-7F2F9778431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3">
            <a:extLst>
              <a:ext uri="{FF2B5EF4-FFF2-40B4-BE49-F238E27FC236}">
                <a16:creationId xmlns:a16="http://schemas.microsoft.com/office/drawing/2014/main" id="{87DC89E1-B53B-4A06-A1A8-F232A923433D}"/>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C4DC3700-AB44-4825-ABAC-47F95B93F72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3499711C-023F-41B0-81F3-E786B245619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31926D5C-FB26-41FB-91B8-761E93DF981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624E5DE6-703D-4406-BB06-08CF51CE796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A2BA496E-D22E-4E92-90E3-9F3739364E88}"/>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70419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4EBC1375-F5E3-48C4-A346-068F418A5C40}"/>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94118EA5-FEB6-41C3-9AE3-DCE9A7093DB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E8EC2865-1AE8-4DA5-8EC2-F91EAE66A93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1D4F16B-903E-49C3-9FAA-019C0E5588B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CA218F1B-F450-46CB-8A92-FE6F5B3E321C}"/>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9BDBFF39-FD5C-414C-8E51-53B98D216C6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4218762D-43C7-465E-BCF2-7A905B7FD1E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65B6F31B-6240-4ED3-B226-0F544C45B95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5AD6DD49-166B-4243-A517-846DC40105A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3AA47AC8-09B0-42F9-B231-8C07804C95AD}"/>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04754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4" name="Group 19">
            <a:extLst>
              <a:ext uri="{FF2B5EF4-FFF2-40B4-BE49-F238E27FC236}">
                <a16:creationId xmlns:a16="http://schemas.microsoft.com/office/drawing/2014/main" id="{85EE026D-BCD1-456A-8D72-230C62CFA09F}"/>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B7298B8C-20FC-461C-AA07-A2A82554E8A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DF5D862C-CEDB-4FC7-BE7F-87B6AB7F303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45E100D2-A8FF-40F9-BD82-AFCBF2DBFAD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8" name="Group 24">
            <a:extLst>
              <a:ext uri="{FF2B5EF4-FFF2-40B4-BE49-F238E27FC236}">
                <a16:creationId xmlns:a16="http://schemas.microsoft.com/office/drawing/2014/main" id="{B006365B-8F1C-4695-89AE-B533E23EE3E1}"/>
              </a:ext>
            </a:extLst>
          </p:cNvPr>
          <p:cNvGrpSpPr>
            <a:grpSpLocks/>
          </p:cNvGrpSpPr>
          <p:nvPr userDrawn="1"/>
        </p:nvGrpSpPr>
        <p:grpSpPr bwMode="auto">
          <a:xfrm>
            <a:off x="2133600" y="6553200"/>
            <a:ext cx="7010400" cy="46038"/>
            <a:chOff x="1905000" y="6553200"/>
            <a:chExt cx="7010400" cy="45719"/>
          </a:xfrm>
        </p:grpSpPr>
        <p:sp>
          <p:nvSpPr>
            <p:cNvPr id="9" name="Rectangle 8">
              <a:extLst>
                <a:ext uri="{FF2B5EF4-FFF2-40B4-BE49-F238E27FC236}">
                  <a16:creationId xmlns:a16="http://schemas.microsoft.com/office/drawing/2014/main" id="{3D5C62FF-F247-46B1-83F6-F0B047A9AEB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B673F605-BB84-4796-95C8-1F79F0830CC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51A83133-E928-4C27-9E17-62467F3ED41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2" name="Picture 14" descr="Picture 7.png">
            <a:extLst>
              <a:ext uri="{FF2B5EF4-FFF2-40B4-BE49-F238E27FC236}">
                <a16:creationId xmlns:a16="http://schemas.microsoft.com/office/drawing/2014/main" id="{B6475C6C-98D2-49C3-A540-ABCBF0AABDA9}"/>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CC823794-0AB4-4035-9871-48FC176A156E}"/>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Dubai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01011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6AD6787A-39FD-44CE-9B82-8E348B4DD721}"/>
              </a:ext>
            </a:extLst>
          </p:cNvPr>
          <p:cNvGrpSpPr>
            <a:grpSpLocks/>
          </p:cNvGrpSpPr>
          <p:nvPr userDrawn="1"/>
        </p:nvGrpSpPr>
        <p:grpSpPr bwMode="auto">
          <a:xfrm rot="5400000">
            <a:off x="5006182" y="2567781"/>
            <a:ext cx="5181600" cy="46037"/>
            <a:chOff x="1905000" y="6553200"/>
            <a:chExt cx="7010400" cy="45719"/>
          </a:xfrm>
        </p:grpSpPr>
        <p:sp>
          <p:nvSpPr>
            <p:cNvPr id="5" name="Rectangle 4">
              <a:extLst>
                <a:ext uri="{FF2B5EF4-FFF2-40B4-BE49-F238E27FC236}">
                  <a16:creationId xmlns:a16="http://schemas.microsoft.com/office/drawing/2014/main" id="{31654E7C-8B84-4E51-8DC9-4CD6640814EB}"/>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39FF652-8517-47B9-8937-2E8D75D0A704}"/>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A2AEA2F0-A29A-454B-977D-68270F318FB9}"/>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0" descr="Picture 7.png">
            <a:extLst>
              <a:ext uri="{FF2B5EF4-FFF2-40B4-BE49-F238E27FC236}">
                <a16:creationId xmlns:a16="http://schemas.microsoft.com/office/drawing/2014/main" id="{5B812BCA-985B-41CD-80C2-826414981E83}"/>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901244E6-9F6A-41E6-8CD7-27CD0449BFFA}"/>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Dubai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70791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4D685F-08EC-489B-8C80-DB356757A820}"/>
              </a:ext>
            </a:extLst>
          </p:cNvPr>
          <p:cNvSpPr>
            <a:spLocks noGrp="1" noChangeArrowheads="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EC047763-0E8C-4CE7-B382-C185E64FD6A6}"/>
              </a:ext>
            </a:extLst>
          </p:cNvPr>
          <p:cNvSpPr>
            <a:spLocks noGrp="1" noChangeArrowheads="1"/>
          </p:cNvSpPr>
          <p:nvPr>
            <p:ph type="ftr" sz="quarter" idx="11"/>
          </p:nvPr>
        </p:nvSpPr>
        <p:spPr/>
        <p:txBody>
          <a:bodyPr/>
          <a:lstStyle>
            <a:lvl1pPr>
              <a:defRPr/>
            </a:lvl1pPr>
          </a:lstStyle>
          <a:p>
            <a:pPr>
              <a:defRPr/>
            </a:pPr>
            <a:r>
              <a:rPr lang="en-US"/>
              <a:t>zoggy</a:t>
            </a:r>
            <a:r>
              <a:rPr lang="en-US">
                <a:latin typeface="+mn-lt"/>
              </a:rPr>
              <a:t>1: Introduction</a:t>
            </a:r>
            <a:endParaRPr lang="en-US"/>
          </a:p>
        </p:txBody>
      </p:sp>
      <p:sp>
        <p:nvSpPr>
          <p:cNvPr id="7" name="Slide Number Placeholder 6">
            <a:extLst>
              <a:ext uri="{FF2B5EF4-FFF2-40B4-BE49-F238E27FC236}">
                <a16:creationId xmlns:a16="http://schemas.microsoft.com/office/drawing/2014/main" id="{0D505D19-74AA-4E18-9375-E922D8E33AD2}"/>
              </a:ext>
            </a:extLst>
          </p:cNvPr>
          <p:cNvSpPr>
            <a:spLocks noGrp="1" noChangeArrowheads="1"/>
          </p:cNvSpPr>
          <p:nvPr>
            <p:ph type="sldNum" sz="quarter" idx="12"/>
          </p:nvPr>
        </p:nvSpPr>
        <p:spPr/>
        <p:txBody>
          <a:bodyPr/>
          <a:lstStyle>
            <a:lvl1pPr>
              <a:defRPr/>
            </a:lvl1pPr>
          </a:lstStyle>
          <a:p>
            <a:fld id="{B347C06C-57D4-45AF-8712-843B4DF697A4}" type="slidenum">
              <a:rPr lang="en-US" altLang="en-US"/>
              <a:pPr/>
              <a:t>‹#›</a:t>
            </a:fld>
            <a:endParaRPr lang="en-US" altLang="en-US"/>
          </a:p>
        </p:txBody>
      </p:sp>
    </p:spTree>
    <p:extLst>
      <p:ext uri="{BB962C8B-B14F-4D97-AF65-F5344CB8AC3E}">
        <p14:creationId xmlns:p14="http://schemas.microsoft.com/office/powerpoint/2010/main" val="13608343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117391-FA83-4FC0-B5D3-52C1C8C2C232}"/>
              </a:ext>
            </a:extLst>
          </p:cNvPr>
          <p:cNvSpPr>
            <a:spLocks noGrp="1"/>
          </p:cNvSpPr>
          <p:nvPr>
            <p:ph type="dt" sz="half" idx="10"/>
          </p:nvPr>
        </p:nvSpPr>
        <p:spPr/>
        <p:txBody>
          <a:bodyPr/>
          <a:lstStyle>
            <a:lvl1pPr>
              <a:defRPr/>
            </a:lvl1pPr>
          </a:lstStyle>
          <a:p>
            <a:pPr>
              <a:defRPr/>
            </a:pPr>
            <a:fld id="{ABB7D536-F103-4036-A64D-806B397B5CA9}" type="datetimeFigureOut">
              <a:rPr lang="en-US"/>
              <a:pPr>
                <a:defRPr/>
              </a:pPr>
              <a:t>1/16/2026</a:t>
            </a:fld>
            <a:endParaRPr lang="en-US"/>
          </a:p>
        </p:txBody>
      </p:sp>
      <p:sp>
        <p:nvSpPr>
          <p:cNvPr id="5" name="Footer Placeholder 4">
            <a:extLst>
              <a:ext uri="{FF2B5EF4-FFF2-40B4-BE49-F238E27FC236}">
                <a16:creationId xmlns:a16="http://schemas.microsoft.com/office/drawing/2014/main" id="{C5E31885-A015-4FF5-B777-86B8C987AA5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F350892-0883-4D96-BCD8-1DAF298CBF36}"/>
              </a:ext>
            </a:extLst>
          </p:cNvPr>
          <p:cNvSpPr>
            <a:spLocks noGrp="1"/>
          </p:cNvSpPr>
          <p:nvPr>
            <p:ph type="sldNum" sz="quarter" idx="12"/>
          </p:nvPr>
        </p:nvSpPr>
        <p:spPr/>
        <p:txBody>
          <a:bodyPr/>
          <a:lstStyle>
            <a:lvl1pPr>
              <a:defRPr/>
            </a:lvl1pPr>
          </a:lstStyle>
          <a:p>
            <a:fld id="{9BAFBE5F-99CC-417B-A3A1-0E6FE564FE82}" type="slidenum">
              <a:rPr lang="en-US" altLang="en-US"/>
              <a:pPr/>
              <a:t>‹#›</a:t>
            </a:fld>
            <a:endParaRPr lang="en-US" altLang="en-US"/>
          </a:p>
        </p:txBody>
      </p:sp>
    </p:spTree>
    <p:extLst>
      <p:ext uri="{BB962C8B-B14F-4D97-AF65-F5344CB8AC3E}">
        <p14:creationId xmlns:p14="http://schemas.microsoft.com/office/powerpoint/2010/main" val="36841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23B9299-D1F8-4B24-9992-520B5B76DFF5}"/>
              </a:ext>
            </a:extLst>
          </p:cNvPr>
          <p:cNvSpPr>
            <a:spLocks noGrp="1"/>
          </p:cNvSpPr>
          <p:nvPr>
            <p:ph type="dt" sz="half" idx="10"/>
          </p:nvPr>
        </p:nvSpPr>
        <p:spPr/>
        <p:txBody>
          <a:bodyPr/>
          <a:lstStyle>
            <a:lvl1pPr>
              <a:defRPr/>
            </a:lvl1pPr>
          </a:lstStyle>
          <a:p>
            <a:pPr>
              <a:defRPr/>
            </a:pPr>
            <a:fld id="{6F619A80-3147-4B47-B5EE-23D0E37FD106}" type="datetimeFigureOut">
              <a:rPr lang="en-US"/>
              <a:pPr>
                <a:defRPr/>
              </a:pPr>
              <a:t>1/16/2026</a:t>
            </a:fld>
            <a:endParaRPr lang="en-US"/>
          </a:p>
        </p:txBody>
      </p:sp>
      <p:sp>
        <p:nvSpPr>
          <p:cNvPr id="3" name="Footer Placeholder 4">
            <a:extLst>
              <a:ext uri="{FF2B5EF4-FFF2-40B4-BE49-F238E27FC236}">
                <a16:creationId xmlns:a16="http://schemas.microsoft.com/office/drawing/2014/main" id="{41FC425B-FE3B-4E02-A473-B0618DC400A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43B90611-FDCB-4C61-8B8C-303FC6EF8E9B}"/>
              </a:ext>
            </a:extLst>
          </p:cNvPr>
          <p:cNvSpPr>
            <a:spLocks noGrp="1"/>
          </p:cNvSpPr>
          <p:nvPr>
            <p:ph type="sldNum" sz="quarter" idx="12"/>
          </p:nvPr>
        </p:nvSpPr>
        <p:spPr/>
        <p:txBody>
          <a:bodyPr/>
          <a:lstStyle>
            <a:lvl1pPr>
              <a:defRPr/>
            </a:lvl1pPr>
          </a:lstStyle>
          <a:p>
            <a:fld id="{75D979FE-90F9-42B1-9078-F76052EDEEA0}" type="slidenum">
              <a:rPr lang="en-US" altLang="en-US"/>
              <a:pPr/>
              <a:t>‹#›</a:t>
            </a:fld>
            <a:endParaRPr lang="en-US" altLang="en-US"/>
          </a:p>
        </p:txBody>
      </p:sp>
    </p:spTree>
    <p:extLst>
      <p:ext uri="{BB962C8B-B14F-4D97-AF65-F5344CB8AC3E}">
        <p14:creationId xmlns:p14="http://schemas.microsoft.com/office/powerpoint/2010/main" val="3027162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4155936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2799801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20360352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32317458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25077941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7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30470537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8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4950127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9_Blank">
    <p:spTree>
      <p:nvGrpSpPr>
        <p:cNvPr id="1" name=""/>
        <p:cNvGrpSpPr/>
        <p:nvPr/>
      </p:nvGrpSpPr>
      <p:grpSpPr>
        <a:xfrm>
          <a:off x="0" y="0"/>
          <a:ext cx="0" cy="0"/>
          <a:chOff x="0" y="0"/>
          <a:chExt cx="0" cy="0"/>
        </a:xfrm>
      </p:grpSpPr>
      <p:sp>
        <p:nvSpPr>
          <p:cNvPr id="2" name="Title 1"/>
          <p:cNvSpPr>
            <a:spLocks noGrp="1"/>
          </p:cNvSpPr>
          <p:nvPr>
            <p:ph type="title"/>
          </p:nvPr>
        </p:nvSpPr>
        <p:spPr>
          <a:xfrm>
            <a:off x="457200" y="6350"/>
            <a:ext cx="8686800" cy="1143000"/>
          </a:xfrm>
        </p:spPr>
        <p:txBody>
          <a:bodyPr/>
          <a:lstStyle/>
          <a:p>
            <a:r>
              <a:rPr lang="en-US"/>
              <a:t>Click to edit Master title style</a:t>
            </a:r>
          </a:p>
        </p:txBody>
      </p:sp>
    </p:spTree>
    <p:extLst>
      <p:ext uri="{BB962C8B-B14F-4D97-AF65-F5344CB8AC3E}">
        <p14:creationId xmlns:p14="http://schemas.microsoft.com/office/powerpoint/2010/main" val="1644443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88241B9D-4AC1-48C5-BAA5-3ECA1F1F3B16}"/>
              </a:ext>
            </a:extLst>
          </p:cNvPr>
          <p:cNvSpPr>
            <a:spLocks noGrp="1"/>
          </p:cNvSpPr>
          <p:nvPr>
            <p:ph type="dt" sz="half" idx="10"/>
          </p:nvPr>
        </p:nvSpPr>
        <p:spPr/>
        <p:txBody>
          <a:bodyPr/>
          <a:lstStyle>
            <a:lvl1pPr>
              <a:defRPr/>
            </a:lvl1pPr>
          </a:lstStyle>
          <a:p>
            <a:pPr>
              <a:defRPr/>
            </a:pPr>
            <a:fld id="{B75089D1-ACB6-4502-A5B8-D342507EACAE}" type="datetimeFigureOut">
              <a:rPr lang="en-US"/>
              <a:pPr>
                <a:defRPr/>
              </a:pPr>
              <a:t>1/16/2026</a:t>
            </a:fld>
            <a:endParaRPr lang="en-US"/>
          </a:p>
        </p:txBody>
      </p:sp>
      <p:sp>
        <p:nvSpPr>
          <p:cNvPr id="4" name="Footer Placeholder 4">
            <a:extLst>
              <a:ext uri="{FF2B5EF4-FFF2-40B4-BE49-F238E27FC236}">
                <a16:creationId xmlns:a16="http://schemas.microsoft.com/office/drawing/2014/main" id="{7A2BDAF7-C91E-4DB2-9F09-09302B4B2863}"/>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9C1F7529-D681-4F5F-A2DD-D9898C8BB9DD}"/>
              </a:ext>
            </a:extLst>
          </p:cNvPr>
          <p:cNvSpPr>
            <a:spLocks noGrp="1"/>
          </p:cNvSpPr>
          <p:nvPr>
            <p:ph type="sldNum" sz="quarter" idx="12"/>
          </p:nvPr>
        </p:nvSpPr>
        <p:spPr/>
        <p:txBody>
          <a:bodyPr/>
          <a:lstStyle>
            <a:lvl1pPr>
              <a:defRPr/>
            </a:lvl1pPr>
          </a:lstStyle>
          <a:p>
            <a:fld id="{302C4B0B-FF57-41B1-BB52-76946FB37A50}" type="slidenum">
              <a:rPr lang="en-US" altLang="en-US"/>
              <a:pPr/>
              <a:t>‹#›</a:t>
            </a:fld>
            <a:endParaRPr lang="en-US" altLang="en-US"/>
          </a:p>
        </p:txBody>
      </p:sp>
    </p:spTree>
    <p:extLst>
      <p:ext uri="{BB962C8B-B14F-4D97-AF65-F5344CB8AC3E}">
        <p14:creationId xmlns:p14="http://schemas.microsoft.com/office/powerpoint/2010/main" val="20664237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828800"/>
            <a:ext cx="4038600" cy="430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8800"/>
            <a:ext cx="4038600" cy="430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A72351-5FF6-4F31-9409-28D7394D04B4}"/>
              </a:ext>
            </a:extLst>
          </p:cNvPr>
          <p:cNvSpPr>
            <a:spLocks noGrp="1"/>
          </p:cNvSpPr>
          <p:nvPr>
            <p:ph type="dt" sz="half" idx="10"/>
          </p:nvPr>
        </p:nvSpPr>
        <p:spPr>
          <a:xfrm>
            <a:off x="457200" y="6248400"/>
            <a:ext cx="1676400" cy="457200"/>
          </a:xfrm>
        </p:spPr>
        <p:txBody>
          <a:bodyPr/>
          <a:lstStyle>
            <a:lvl1pPr>
              <a:defRPr/>
            </a:lvl1pPr>
          </a:lstStyle>
          <a:p>
            <a:pPr>
              <a:defRPr/>
            </a:pPr>
            <a:endParaRPr lang="en-US" altLang="zh-TW"/>
          </a:p>
        </p:txBody>
      </p:sp>
      <p:sp>
        <p:nvSpPr>
          <p:cNvPr id="6" name="Footer Placeholder 5">
            <a:extLst>
              <a:ext uri="{FF2B5EF4-FFF2-40B4-BE49-F238E27FC236}">
                <a16:creationId xmlns:a16="http://schemas.microsoft.com/office/drawing/2014/main" id="{D30F68FE-FA72-4142-8F79-CEDF2ADCDB69}"/>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TW"/>
          </a:p>
        </p:txBody>
      </p:sp>
      <p:sp>
        <p:nvSpPr>
          <p:cNvPr id="7" name="Slide Number Placeholder 6">
            <a:extLst>
              <a:ext uri="{FF2B5EF4-FFF2-40B4-BE49-F238E27FC236}">
                <a16:creationId xmlns:a16="http://schemas.microsoft.com/office/drawing/2014/main" id="{549F9D49-06DB-44C2-85C9-557CCDF3E21B}"/>
              </a:ext>
            </a:extLst>
          </p:cNvPr>
          <p:cNvSpPr>
            <a:spLocks noGrp="1"/>
          </p:cNvSpPr>
          <p:nvPr>
            <p:ph type="sldNum" sz="quarter" idx="12"/>
          </p:nvPr>
        </p:nvSpPr>
        <p:spPr>
          <a:xfrm>
            <a:off x="6781800" y="6248400"/>
            <a:ext cx="1905000" cy="457200"/>
          </a:xfrm>
        </p:spPr>
        <p:txBody>
          <a:bodyPr/>
          <a:lstStyle>
            <a:lvl1pPr>
              <a:defRPr/>
            </a:lvl1pPr>
          </a:lstStyle>
          <a:p>
            <a:fld id="{217B3756-424C-4A88-AE3B-86EBA31AA5A2}" type="slidenum">
              <a:rPr lang="en-US" altLang="zh-TW"/>
              <a:pPr/>
              <a:t>‹#›</a:t>
            </a:fld>
            <a:endParaRPr lang="en-US" altLang="zh-TW"/>
          </a:p>
        </p:txBody>
      </p:sp>
    </p:spTree>
    <p:extLst>
      <p:ext uri="{BB962C8B-B14F-4D97-AF65-F5344CB8AC3E}">
        <p14:creationId xmlns:p14="http://schemas.microsoft.com/office/powerpoint/2010/main" val="1534332840"/>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FEEDC3-7389-4637-B468-AA092D9F36CC}"/>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F145E7BA-9A3F-4899-9206-EE844BA37D94}"/>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2F2AFD8-A04B-486E-879F-F5376E1B06D2}"/>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C006C189-B268-442A-828F-AFD288F01051}" type="datetimeFigureOut">
              <a:rPr lang="en-US"/>
              <a:pPr>
                <a:defRPr/>
              </a:pPr>
              <a:t>1/16/2026</a:t>
            </a:fld>
            <a:endParaRPr lang="en-US"/>
          </a:p>
        </p:txBody>
      </p:sp>
      <p:sp>
        <p:nvSpPr>
          <p:cNvPr id="5" name="Footer Placeholder 4">
            <a:extLst>
              <a:ext uri="{FF2B5EF4-FFF2-40B4-BE49-F238E27FC236}">
                <a16:creationId xmlns:a16="http://schemas.microsoft.com/office/drawing/2014/main" id="{5324733C-36BC-4A1D-BB2B-D5881AAB6F7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B5A08D36-3AA6-458E-9197-398C4B023311}"/>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B3CE59E-C4DE-43EE-9CCE-19819EFBF04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439" r:id="rId1"/>
    <p:sldLayoutId id="2147484440" r:id="rId2"/>
    <p:sldLayoutId id="2147484441" r:id="rId3"/>
    <p:sldLayoutId id="2147484442" r:id="rId4"/>
    <p:sldLayoutId id="2147484443" r:id="rId5"/>
    <p:sldLayoutId id="2147484444" r:id="rId6"/>
    <p:sldLayoutId id="2147484445" r:id="rId7"/>
    <p:sldLayoutId id="2147484446" r:id="rId8"/>
    <p:sldLayoutId id="2147484447" r:id="rId9"/>
    <p:sldLayoutId id="2147484448" r:id="rId10"/>
    <p:sldLayoutId id="2147484449" r:id="rId11"/>
    <p:sldLayoutId id="2147484450" r:id="rId12"/>
    <p:sldLayoutId id="2147484436" r:id="rId13"/>
    <p:sldLayoutId id="2147484437" r:id="rId14"/>
    <p:sldLayoutId id="2147484451" r:id="rId15"/>
    <p:sldLayoutId id="2147484452" r:id="rId16"/>
    <p:sldLayoutId id="2147484453" r:id="rId17"/>
    <p:sldLayoutId id="2147484454" r:id="rId18"/>
    <p:sldLayoutId id="2147484455" r:id="rId19"/>
    <p:sldLayoutId id="2147484456" r:id="rId20"/>
    <p:sldLayoutId id="2147484457" r:id="rId21"/>
    <p:sldLayoutId id="2147484458" r:id="rId22"/>
    <p:sldLayoutId id="2147484438" r:id="rId23"/>
    <p:sldLayoutId id="2147484459" r:id="rId24"/>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1.xml"/><Relationship Id="rId16"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bin"/><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3.bin"/><Relationship Id="rId1" Type="http://schemas.openxmlformats.org/officeDocument/2006/relationships/slideLayout" Target="../slideLayouts/slideLayout4.xml"/><Relationship Id="rId5" Type="http://schemas.openxmlformats.org/officeDocument/2006/relationships/image" Target="../media/image35.wmf"/><Relationship Id="rId4"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5.bin"/><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7FD1BDA-1DD4-4534-A923-C1D9458720F3}"/>
              </a:ext>
            </a:extLst>
          </p:cNvPr>
          <p:cNvSpPr>
            <a:spLocks noGrp="1"/>
          </p:cNvSpPr>
          <p:nvPr>
            <p:ph type="title"/>
          </p:nvPr>
        </p:nvSpPr>
        <p:spPr/>
        <p:txBody>
          <a:bodyPr/>
          <a:lstStyle/>
          <a:p>
            <a:pPr eaLnBrk="1" fontAlgn="auto" hangingPunct="1">
              <a:spcAft>
                <a:spcPts val="0"/>
              </a:spcAft>
              <a:defRPr/>
            </a:pPr>
            <a:r>
              <a:rPr lang="en-US" dirty="0"/>
              <a:t>BITS </a:t>
            </a:r>
            <a:r>
              <a:rPr lang="en-US"/>
              <a:t>Pilani</a:t>
            </a:r>
            <a:endParaRPr lang="en-US" dirty="0"/>
          </a:p>
        </p:txBody>
      </p:sp>
      <p:sp>
        <p:nvSpPr>
          <p:cNvPr id="24579" name="Content Placeholder 5">
            <a:extLst>
              <a:ext uri="{FF2B5EF4-FFF2-40B4-BE49-F238E27FC236}">
                <a16:creationId xmlns:a16="http://schemas.microsoft.com/office/drawing/2014/main" id="{8E95F6C9-7BC0-4EA0-8C75-2CBC7F4D4E0D}"/>
              </a:ext>
            </a:extLst>
          </p:cNvPr>
          <p:cNvSpPr>
            <a:spLocks noGrp="1"/>
          </p:cNvSpPr>
          <p:nvPr>
            <p:ph sz="quarter" idx="13"/>
          </p:nvPr>
        </p:nvSpPr>
        <p:spPr/>
        <p:txBody>
          <a:bodyPr/>
          <a:lstStyle/>
          <a:p>
            <a:pPr eaLnBrk="1" hangingPunct="1">
              <a:spcBef>
                <a:spcPct val="0"/>
              </a:spcBef>
            </a:pPr>
            <a:r>
              <a:rPr lang="en-US" altLang="en-US"/>
              <a:t>Department of Computer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06F8A46B-6E89-4D33-891A-2E3DDECC86BB}"/>
              </a:ext>
            </a:extLst>
          </p:cNvPr>
          <p:cNvSpPr>
            <a:spLocks noGrp="1"/>
          </p:cNvSpPr>
          <p:nvPr>
            <p:ph idx="1"/>
          </p:nvPr>
        </p:nvSpPr>
        <p:spPr>
          <a:xfrm>
            <a:off x="304800" y="1493838"/>
            <a:ext cx="8229600" cy="4525962"/>
          </a:xfrm>
        </p:spPr>
        <p:txBody>
          <a:bodyPr/>
          <a:lstStyle/>
          <a:p>
            <a:pPr algn="ctr" fontAlgn="base">
              <a:spcAft>
                <a:spcPct val="0"/>
              </a:spcAft>
            </a:pPr>
            <a:r>
              <a:rPr lang="en-US" altLang="en-US" sz="4800" b="1">
                <a:solidFill>
                  <a:srgbClr val="CC0066"/>
                </a:solidFill>
                <a:latin typeface="Aharoni" panose="020B0604020202020204" pitchFamily="2" charset="-79"/>
                <a:cs typeface="Aharoni" panose="020B0604020202020204" pitchFamily="2" charset="-79"/>
              </a:rPr>
              <a:t>Data Link Layer</a:t>
            </a:r>
          </a:p>
        </p:txBody>
      </p:sp>
      <p:cxnSp>
        <p:nvCxnSpPr>
          <p:cNvPr id="6" name="Straight Connector 5">
            <a:extLst>
              <a:ext uri="{FF2B5EF4-FFF2-40B4-BE49-F238E27FC236}">
                <a16:creationId xmlns:a16="http://schemas.microsoft.com/office/drawing/2014/main" id="{D9F59084-EEF8-4FD1-9CA4-C6604FF85C96}"/>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665" descr="underline_base">
            <a:extLst>
              <a:ext uri="{FF2B5EF4-FFF2-40B4-BE49-F238E27FC236}">
                <a16:creationId xmlns:a16="http://schemas.microsoft.com/office/drawing/2014/main" id="{5A7710DC-E61E-4901-B01C-FB94E44A2F4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5" y="868363"/>
            <a:ext cx="54848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Rectangle 3">
            <a:extLst>
              <a:ext uri="{FF2B5EF4-FFF2-40B4-BE49-F238E27FC236}">
                <a16:creationId xmlns:a16="http://schemas.microsoft.com/office/drawing/2014/main" id="{F0A09EAE-D757-4F4E-91A0-9363704C6076}"/>
              </a:ext>
            </a:extLst>
          </p:cNvPr>
          <p:cNvSpPr>
            <a:spLocks noGrp="1" noChangeArrowheads="1"/>
          </p:cNvSpPr>
          <p:nvPr>
            <p:ph idx="1"/>
          </p:nvPr>
        </p:nvSpPr>
        <p:spPr>
          <a:xfrm>
            <a:off x="304800" y="1493838"/>
            <a:ext cx="8229600" cy="4525962"/>
          </a:xfrm>
        </p:spPr>
        <p:txBody>
          <a:bodyPr>
            <a:normAutofit/>
          </a:bodyPr>
          <a:lstStyle/>
          <a:p>
            <a:pPr>
              <a:buFont typeface="Wingdings" charset="0"/>
              <a:buNone/>
              <a:defRPr/>
            </a:pPr>
            <a:r>
              <a:rPr lang="en-US" i="1">
                <a:solidFill>
                  <a:srgbClr val="CC0000"/>
                </a:solidFill>
                <a:ea typeface="ＭＳ Ｐゴシック" charset="0"/>
                <a:cs typeface="+mn-cs"/>
              </a:rPr>
              <a:t>terminology:</a:t>
            </a:r>
          </a:p>
          <a:p>
            <a:pPr>
              <a:buFont typeface="Wingdings" charset="0"/>
              <a:buChar char="v"/>
              <a:defRPr/>
            </a:pPr>
            <a:r>
              <a:rPr lang="en-US">
                <a:ea typeface="ＭＳ Ｐゴシック" charset="0"/>
                <a:cs typeface="+mn-cs"/>
              </a:rPr>
              <a:t>hosts and routers: </a:t>
            </a:r>
            <a:r>
              <a:rPr lang="en-US">
                <a:solidFill>
                  <a:srgbClr val="CC0000"/>
                </a:solidFill>
                <a:ea typeface="ＭＳ Ｐゴシック" charset="0"/>
                <a:cs typeface="+mn-cs"/>
              </a:rPr>
              <a:t>nodes</a:t>
            </a:r>
          </a:p>
          <a:p>
            <a:pPr>
              <a:buFont typeface="Wingdings" charset="0"/>
              <a:buChar char="v"/>
              <a:defRPr/>
            </a:pPr>
            <a:r>
              <a:rPr lang="en-US">
                <a:ea typeface="ＭＳ Ｐゴシック" charset="0"/>
                <a:cs typeface="+mn-cs"/>
              </a:rPr>
              <a:t>communication channels that connect adjacent nodes along communication path: </a:t>
            </a:r>
            <a:r>
              <a:rPr lang="en-US">
                <a:solidFill>
                  <a:srgbClr val="CC0000"/>
                </a:solidFill>
                <a:ea typeface="ＭＳ Ｐゴシック" charset="0"/>
                <a:cs typeface="+mn-cs"/>
              </a:rPr>
              <a:t>links</a:t>
            </a:r>
          </a:p>
          <a:p>
            <a:pPr lvl="1">
              <a:buFont typeface="Wingdings" charset="0"/>
              <a:buChar char="§"/>
              <a:defRPr/>
            </a:pPr>
            <a:r>
              <a:rPr lang="en-US">
                <a:ea typeface="ＭＳ Ｐゴシック" charset="0"/>
              </a:rPr>
              <a:t>wired links</a:t>
            </a:r>
          </a:p>
          <a:p>
            <a:pPr lvl="1">
              <a:buFont typeface="Wingdings" charset="0"/>
              <a:buChar char="§"/>
              <a:defRPr/>
            </a:pPr>
            <a:r>
              <a:rPr lang="en-US">
                <a:ea typeface="ＭＳ Ｐゴシック" charset="0"/>
              </a:rPr>
              <a:t>wireless links</a:t>
            </a:r>
          </a:p>
          <a:p>
            <a:pPr lvl="1">
              <a:buFont typeface="Wingdings" charset="0"/>
              <a:buChar char="§"/>
              <a:defRPr/>
            </a:pPr>
            <a:r>
              <a:rPr lang="en-US">
                <a:ea typeface="ＭＳ Ｐゴシック" charset="0"/>
              </a:rPr>
              <a:t>LANs</a:t>
            </a:r>
            <a:endParaRPr lang="en-US" b="1">
              <a:solidFill>
                <a:srgbClr val="FF0000"/>
              </a:solidFill>
              <a:ea typeface="ＭＳ Ｐゴシック" charset="0"/>
            </a:endParaRPr>
          </a:p>
          <a:p>
            <a:pPr>
              <a:buFont typeface="Wingdings" charset="0"/>
              <a:buChar char="v"/>
              <a:defRPr/>
            </a:pPr>
            <a:r>
              <a:rPr lang="en-US">
                <a:ea typeface="ＭＳ Ｐゴシック" charset="0"/>
                <a:cs typeface="+mn-cs"/>
              </a:rPr>
              <a:t>layer-2 packet: </a:t>
            </a:r>
            <a:r>
              <a:rPr lang="en-US">
                <a:solidFill>
                  <a:srgbClr val="CC0000"/>
                </a:solidFill>
                <a:ea typeface="ＭＳ Ｐゴシック" charset="0"/>
                <a:cs typeface="+mn-cs"/>
              </a:rPr>
              <a:t>frame,</a:t>
            </a:r>
            <a:r>
              <a:rPr lang="en-US" b="1">
                <a:solidFill>
                  <a:srgbClr val="FF0000"/>
                </a:solidFill>
                <a:ea typeface="ＭＳ Ｐゴシック" charset="0"/>
                <a:cs typeface="+mn-cs"/>
              </a:rPr>
              <a:t> </a:t>
            </a:r>
            <a:r>
              <a:rPr lang="en-US">
                <a:ea typeface="ＭＳ Ｐゴシック" charset="0"/>
                <a:cs typeface="+mn-cs"/>
              </a:rPr>
              <a:t>encapsulates datagram</a:t>
            </a:r>
          </a:p>
          <a:p>
            <a:pPr>
              <a:buFont typeface="Wingdings" charset="0"/>
              <a:buNone/>
              <a:defRPr/>
            </a:pPr>
            <a:endParaRPr lang="en-US">
              <a:ea typeface="ＭＳ Ｐゴシック" charset="0"/>
              <a:cs typeface="+mn-cs"/>
            </a:endParaRPr>
          </a:p>
          <a:p>
            <a:pPr>
              <a:buFont typeface="Wingdings" charset="0"/>
              <a:buChar char="v"/>
              <a:defRPr/>
            </a:pPr>
            <a:endParaRPr lang="en-US">
              <a:ea typeface="ＭＳ Ｐゴシック" charset="0"/>
              <a:cs typeface="+mn-cs"/>
            </a:endParaRPr>
          </a:p>
        </p:txBody>
      </p:sp>
      <p:sp>
        <p:nvSpPr>
          <p:cNvPr id="4101" name="Rectangle 2">
            <a:extLst>
              <a:ext uri="{FF2B5EF4-FFF2-40B4-BE49-F238E27FC236}">
                <a16:creationId xmlns:a16="http://schemas.microsoft.com/office/drawing/2014/main" id="{3CAFCD83-88DC-4324-BA6F-D350104A4205}"/>
              </a:ext>
            </a:extLst>
          </p:cNvPr>
          <p:cNvSpPr>
            <a:spLocks noGrp="1" noChangeArrowheads="1"/>
          </p:cNvSpPr>
          <p:nvPr>
            <p:ph type="title" idx="4294967295"/>
          </p:nvPr>
        </p:nvSpPr>
        <p:spPr>
          <a:xfrm>
            <a:off x="0" y="200025"/>
            <a:ext cx="6308725" cy="876300"/>
          </a:xfrm>
        </p:spPr>
        <p:txBody>
          <a:bodyPr/>
          <a:lstStyle/>
          <a:p>
            <a:pPr>
              <a:defRPr/>
            </a:pPr>
            <a:r>
              <a:rPr lang="en-US">
                <a:ea typeface="ＭＳ Ｐゴシック" charset="0"/>
                <a:cs typeface="+mj-cs"/>
              </a:rPr>
              <a:t>Link layer: introduction</a:t>
            </a:r>
          </a:p>
        </p:txBody>
      </p:sp>
      <p:sp>
        <p:nvSpPr>
          <p:cNvPr id="26629" name="Text Box 467">
            <a:extLst>
              <a:ext uri="{FF2B5EF4-FFF2-40B4-BE49-F238E27FC236}">
                <a16:creationId xmlns:a16="http://schemas.microsoft.com/office/drawing/2014/main" id="{76F36ADD-96E5-423C-9C26-350D6F16CBD3}"/>
              </a:ext>
            </a:extLst>
          </p:cNvPr>
          <p:cNvSpPr txBox="1">
            <a:spLocks noChangeArrowheads="1"/>
          </p:cNvSpPr>
          <p:nvPr/>
        </p:nvSpPr>
        <p:spPr bwMode="auto">
          <a:xfrm>
            <a:off x="396875" y="5299075"/>
            <a:ext cx="4881563" cy="10445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nSpc>
                <a:spcPct val="85000"/>
              </a:lnSpc>
              <a:spcBef>
                <a:spcPct val="0"/>
              </a:spcBef>
              <a:buFontTx/>
              <a:buNone/>
            </a:pPr>
            <a:r>
              <a:rPr lang="en-US" altLang="en-US" sz="2400">
                <a:solidFill>
                  <a:srgbClr val="CC0000"/>
                </a:solidFill>
                <a:latin typeface="Gill Sans MT" panose="020B0502020104020203" pitchFamily="34" charset="0"/>
                <a:ea typeface="MS PGothic" panose="020B0600070205080204" pitchFamily="34" charset="-128"/>
              </a:rPr>
              <a:t>data-link layer</a:t>
            </a:r>
            <a:r>
              <a:rPr lang="en-US" altLang="en-US" sz="2400">
                <a:latin typeface="Gill Sans MT" panose="020B0502020104020203" pitchFamily="34" charset="0"/>
                <a:ea typeface="MS PGothic" panose="020B0600070205080204" pitchFamily="34" charset="-128"/>
              </a:rPr>
              <a:t> has responsibility of </a:t>
            </a:r>
          </a:p>
          <a:p>
            <a:pPr>
              <a:lnSpc>
                <a:spcPct val="85000"/>
              </a:lnSpc>
              <a:spcBef>
                <a:spcPct val="0"/>
              </a:spcBef>
              <a:buFontTx/>
              <a:buNone/>
            </a:pPr>
            <a:r>
              <a:rPr lang="en-US" altLang="en-US" sz="2400">
                <a:latin typeface="Gill Sans MT" panose="020B0502020104020203" pitchFamily="34" charset="0"/>
                <a:ea typeface="MS PGothic" panose="020B0600070205080204" pitchFamily="34" charset="-128"/>
              </a:rPr>
              <a:t>transferring datagram from one node </a:t>
            </a:r>
          </a:p>
          <a:p>
            <a:pPr>
              <a:lnSpc>
                <a:spcPct val="85000"/>
              </a:lnSpc>
              <a:spcBef>
                <a:spcPct val="0"/>
              </a:spcBef>
              <a:buFontTx/>
              <a:buNone/>
            </a:pPr>
            <a:r>
              <a:rPr lang="en-US" altLang="en-US" sz="2400">
                <a:latin typeface="Gill Sans MT" panose="020B0502020104020203" pitchFamily="34" charset="0"/>
                <a:ea typeface="MS PGothic" panose="020B0600070205080204" pitchFamily="34" charset="-128"/>
              </a:rPr>
              <a:t>to </a:t>
            </a:r>
            <a:r>
              <a:rPr lang="en-US" altLang="en-US" sz="2400">
                <a:solidFill>
                  <a:srgbClr val="CC0000"/>
                </a:solidFill>
                <a:latin typeface="Gill Sans MT" panose="020B0502020104020203" pitchFamily="34" charset="0"/>
                <a:ea typeface="MS PGothic" panose="020B0600070205080204" pitchFamily="34" charset="-128"/>
              </a:rPr>
              <a:t>physically adjacent</a:t>
            </a:r>
            <a:r>
              <a:rPr lang="en-US" altLang="en-US" sz="2400">
                <a:latin typeface="Gill Sans MT" panose="020B0502020104020203" pitchFamily="34" charset="0"/>
                <a:ea typeface="MS PGothic" panose="020B0600070205080204" pitchFamily="34" charset="-128"/>
              </a:rPr>
              <a:t> node over a link</a:t>
            </a:r>
            <a:endParaRPr lang="en-US" altLang="en-US" sz="1800">
              <a:latin typeface="Gill Sans MT" panose="020B0502020104020203" pitchFamily="34" charset="0"/>
              <a:ea typeface="MS PGothic" panose="020B0600070205080204" pitchFamily="34" charset="-128"/>
            </a:endParaRPr>
          </a:p>
        </p:txBody>
      </p:sp>
      <p:sp>
        <p:nvSpPr>
          <p:cNvPr id="26630" name="Freeform 666">
            <a:extLst>
              <a:ext uri="{FF2B5EF4-FFF2-40B4-BE49-F238E27FC236}">
                <a16:creationId xmlns:a16="http://schemas.microsoft.com/office/drawing/2014/main" id="{A33BD8E9-F033-4224-A293-D2DE57CCD360}"/>
              </a:ext>
            </a:extLst>
          </p:cNvPr>
          <p:cNvSpPr>
            <a:spLocks/>
          </p:cNvSpPr>
          <p:nvPr/>
        </p:nvSpPr>
        <p:spPr bwMode="auto">
          <a:xfrm>
            <a:off x="5202238" y="1712913"/>
            <a:ext cx="1736725" cy="1071562"/>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6631" name="Group 667">
            <a:extLst>
              <a:ext uri="{FF2B5EF4-FFF2-40B4-BE49-F238E27FC236}">
                <a16:creationId xmlns:a16="http://schemas.microsoft.com/office/drawing/2014/main" id="{73137A92-13DA-4874-97CB-B3F005713D7C}"/>
              </a:ext>
            </a:extLst>
          </p:cNvPr>
          <p:cNvGrpSpPr>
            <a:grpSpLocks/>
          </p:cNvGrpSpPr>
          <p:nvPr/>
        </p:nvGrpSpPr>
        <p:grpSpPr bwMode="auto">
          <a:xfrm>
            <a:off x="5370513" y="3048000"/>
            <a:ext cx="1458912" cy="933450"/>
            <a:chOff x="2889" y="1631"/>
            <a:chExt cx="980" cy="743"/>
          </a:xfrm>
        </p:grpSpPr>
        <p:sp>
          <p:nvSpPr>
            <p:cNvPr id="27074" name="Rectangle 668">
              <a:extLst>
                <a:ext uri="{FF2B5EF4-FFF2-40B4-BE49-F238E27FC236}">
                  <a16:creationId xmlns:a16="http://schemas.microsoft.com/office/drawing/2014/main" id="{F0286045-1586-417A-97D9-A275595505B0}"/>
                </a:ext>
              </a:extLst>
            </p:cNvPr>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7075" name="AutoShape 669">
              <a:extLst>
                <a:ext uri="{FF2B5EF4-FFF2-40B4-BE49-F238E27FC236}">
                  <a16:creationId xmlns:a16="http://schemas.microsoft.com/office/drawing/2014/main" id="{39366815-A606-4404-AE25-394A5F0162DB}"/>
                </a:ext>
              </a:extLst>
            </p:cNvPr>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solidFill>
                  <a:srgbClr val="00CCFF"/>
                </a:solidFill>
                <a:ea typeface="MS PGothic" panose="020B0600070205080204" pitchFamily="34" charset="-128"/>
              </a:endParaRPr>
            </a:p>
          </p:txBody>
        </p:sp>
      </p:grpSp>
      <p:sp>
        <p:nvSpPr>
          <p:cNvPr id="26632" name="Freeform 670">
            <a:extLst>
              <a:ext uri="{FF2B5EF4-FFF2-40B4-BE49-F238E27FC236}">
                <a16:creationId xmlns:a16="http://schemas.microsoft.com/office/drawing/2014/main" id="{EA98F507-D499-476C-A4F8-8D0CC439FDE6}"/>
              </a:ext>
            </a:extLst>
          </p:cNvPr>
          <p:cNvSpPr>
            <a:spLocks/>
          </p:cNvSpPr>
          <p:nvPr/>
        </p:nvSpPr>
        <p:spPr bwMode="auto">
          <a:xfrm>
            <a:off x="5364163" y="4425950"/>
            <a:ext cx="3225800" cy="1665288"/>
          </a:xfrm>
          <a:custGeom>
            <a:avLst/>
            <a:gdLst>
              <a:gd name="T0" fmla="*/ 2147483646 w 2032"/>
              <a:gd name="T1" fmla="*/ 2147483646 h 1049"/>
              <a:gd name="T2" fmla="*/ 2147483646 w 2032"/>
              <a:gd name="T3" fmla="*/ 2147483646 h 1049"/>
              <a:gd name="T4" fmla="*/ 2147483646 w 2032"/>
              <a:gd name="T5" fmla="*/ 2147483646 h 1049"/>
              <a:gd name="T6" fmla="*/ 2147483646 w 2032"/>
              <a:gd name="T7" fmla="*/ 2147483646 h 1049"/>
              <a:gd name="T8" fmla="*/ 2147483646 w 2032"/>
              <a:gd name="T9" fmla="*/ 2147483646 h 1049"/>
              <a:gd name="T10" fmla="*/ 2147483646 w 2032"/>
              <a:gd name="T11" fmla="*/ 2147483646 h 1049"/>
              <a:gd name="T12" fmla="*/ 2147483646 w 2032"/>
              <a:gd name="T13" fmla="*/ 2147483646 h 1049"/>
              <a:gd name="T14" fmla="*/ 2147483646 w 2032"/>
              <a:gd name="T15" fmla="*/ 2147483646 h 1049"/>
              <a:gd name="T16" fmla="*/ 2147483646 w 2032"/>
              <a:gd name="T17" fmla="*/ 2147483646 h 1049"/>
              <a:gd name="T18" fmla="*/ 2147483646 w 2032"/>
              <a:gd name="T19" fmla="*/ 2147483646 h 1049"/>
              <a:gd name="T20" fmla="*/ 2147483646 w 2032"/>
              <a:gd name="T21" fmla="*/ 2147483646 h 1049"/>
              <a:gd name="T22" fmla="*/ 2147483646 w 2032"/>
              <a:gd name="T23" fmla="*/ 2147483646 h 1049"/>
              <a:gd name="T24" fmla="*/ 2147483646 w 2032"/>
              <a:gd name="T25" fmla="*/ 2147483646 h 1049"/>
              <a:gd name="T26" fmla="*/ 2147483646 w 2032"/>
              <a:gd name="T27" fmla="*/ 2147483646 h 1049"/>
              <a:gd name="T28" fmla="*/ 2147483646 w 2032"/>
              <a:gd name="T29" fmla="*/ 2147483646 h 1049"/>
              <a:gd name="T30" fmla="*/ 2147483646 w 2032"/>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32"/>
              <a:gd name="T49" fmla="*/ 0 h 1049"/>
              <a:gd name="T50" fmla="*/ 2032 w 2032"/>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32" h="1049">
                <a:moveTo>
                  <a:pt x="1044" y="26"/>
                </a:moveTo>
                <a:cubicBezTo>
                  <a:pt x="959" y="45"/>
                  <a:pt x="924" y="118"/>
                  <a:pt x="847" y="125"/>
                </a:cubicBezTo>
                <a:cubicBezTo>
                  <a:pt x="770" y="132"/>
                  <a:pt x="697" y="61"/>
                  <a:pt x="580" y="68"/>
                </a:cubicBezTo>
                <a:cubicBezTo>
                  <a:pt x="463" y="75"/>
                  <a:pt x="232" y="119"/>
                  <a:pt x="143" y="170"/>
                </a:cubicBezTo>
                <a:cubicBezTo>
                  <a:pt x="54" y="221"/>
                  <a:pt x="65" y="289"/>
                  <a:pt x="48" y="374"/>
                </a:cubicBezTo>
                <a:cubicBezTo>
                  <a:pt x="31" y="459"/>
                  <a:pt x="0" y="618"/>
                  <a:pt x="41" y="680"/>
                </a:cubicBezTo>
                <a:cubicBezTo>
                  <a:pt x="82" y="742"/>
                  <a:pt x="191" y="709"/>
                  <a:pt x="294" y="744"/>
                </a:cubicBezTo>
                <a:cubicBezTo>
                  <a:pt x="397" y="779"/>
                  <a:pt x="527" y="849"/>
                  <a:pt x="660" y="893"/>
                </a:cubicBezTo>
                <a:cubicBezTo>
                  <a:pt x="793" y="938"/>
                  <a:pt x="944" y="991"/>
                  <a:pt x="1088" y="1014"/>
                </a:cubicBezTo>
                <a:cubicBezTo>
                  <a:pt x="1232" y="1036"/>
                  <a:pt x="1401" y="1049"/>
                  <a:pt x="1525" y="1031"/>
                </a:cubicBezTo>
                <a:cubicBezTo>
                  <a:pt x="1649" y="1012"/>
                  <a:pt x="1749" y="960"/>
                  <a:pt x="1831" y="907"/>
                </a:cubicBezTo>
                <a:cubicBezTo>
                  <a:pt x="1913" y="855"/>
                  <a:pt x="1998" y="824"/>
                  <a:pt x="2015" y="714"/>
                </a:cubicBezTo>
                <a:cubicBezTo>
                  <a:pt x="2032" y="604"/>
                  <a:pt x="1990" y="350"/>
                  <a:pt x="1931" y="251"/>
                </a:cubicBezTo>
                <a:cubicBezTo>
                  <a:pt x="1872" y="151"/>
                  <a:pt x="1754" y="153"/>
                  <a:pt x="1658" y="114"/>
                </a:cubicBezTo>
                <a:cubicBezTo>
                  <a:pt x="1562" y="76"/>
                  <a:pt x="1457" y="30"/>
                  <a:pt x="1355" y="15"/>
                </a:cubicBezTo>
                <a:cubicBezTo>
                  <a:pt x="1253" y="0"/>
                  <a:pt x="1129" y="8"/>
                  <a:pt x="1044"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33" name="Line 671">
            <a:extLst>
              <a:ext uri="{FF2B5EF4-FFF2-40B4-BE49-F238E27FC236}">
                <a16:creationId xmlns:a16="http://schemas.microsoft.com/office/drawing/2014/main" id="{D6E1667D-CA2C-47D2-A9B4-445503A6BB2C}"/>
              </a:ext>
            </a:extLst>
          </p:cNvPr>
          <p:cNvSpPr>
            <a:spLocks noChangeShapeType="1"/>
          </p:cNvSpPr>
          <p:nvPr/>
        </p:nvSpPr>
        <p:spPr bwMode="auto">
          <a:xfrm rot="16200000" flipV="1">
            <a:off x="7791450" y="5248275"/>
            <a:ext cx="471488" cy="2063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34" name="Line 672">
            <a:extLst>
              <a:ext uri="{FF2B5EF4-FFF2-40B4-BE49-F238E27FC236}">
                <a16:creationId xmlns:a16="http://schemas.microsoft.com/office/drawing/2014/main" id="{3BF26CEB-CB6D-4BFD-80E3-54986F817F6C}"/>
              </a:ext>
            </a:extLst>
          </p:cNvPr>
          <p:cNvSpPr>
            <a:spLocks noChangeShapeType="1"/>
          </p:cNvSpPr>
          <p:nvPr/>
        </p:nvSpPr>
        <p:spPr bwMode="auto">
          <a:xfrm rot="5400000" flipV="1">
            <a:off x="7991475" y="5443538"/>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35" name="Line 673">
            <a:extLst>
              <a:ext uri="{FF2B5EF4-FFF2-40B4-BE49-F238E27FC236}">
                <a16:creationId xmlns:a16="http://schemas.microsoft.com/office/drawing/2014/main" id="{17B5C3AD-405A-41FD-B909-028708861DC5}"/>
              </a:ext>
            </a:extLst>
          </p:cNvPr>
          <p:cNvSpPr>
            <a:spLocks noChangeShapeType="1"/>
          </p:cNvSpPr>
          <p:nvPr/>
        </p:nvSpPr>
        <p:spPr bwMode="auto">
          <a:xfrm rot="16200000" flipH="1">
            <a:off x="8110537" y="5040313"/>
            <a:ext cx="182563" cy="1285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36" name="Line 675">
            <a:extLst>
              <a:ext uri="{FF2B5EF4-FFF2-40B4-BE49-F238E27FC236}">
                <a16:creationId xmlns:a16="http://schemas.microsoft.com/office/drawing/2014/main" id="{CB56288F-1212-45DC-A90E-02222832D0D4}"/>
              </a:ext>
            </a:extLst>
          </p:cNvPr>
          <p:cNvSpPr>
            <a:spLocks noChangeShapeType="1"/>
          </p:cNvSpPr>
          <p:nvPr/>
        </p:nvSpPr>
        <p:spPr bwMode="auto">
          <a:xfrm>
            <a:off x="6100763" y="4776788"/>
            <a:ext cx="244475" cy="9683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7" name="Line 676">
            <a:extLst>
              <a:ext uri="{FF2B5EF4-FFF2-40B4-BE49-F238E27FC236}">
                <a16:creationId xmlns:a16="http://schemas.microsoft.com/office/drawing/2014/main" id="{9E418DED-7A1E-49AE-BAF5-351FD6B0DB46}"/>
              </a:ext>
            </a:extLst>
          </p:cNvPr>
          <p:cNvSpPr>
            <a:spLocks noChangeShapeType="1"/>
          </p:cNvSpPr>
          <p:nvPr/>
        </p:nvSpPr>
        <p:spPr bwMode="auto">
          <a:xfrm flipV="1">
            <a:off x="5842000" y="5030788"/>
            <a:ext cx="396875" cy="825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8" name="Line 679">
            <a:extLst>
              <a:ext uri="{FF2B5EF4-FFF2-40B4-BE49-F238E27FC236}">
                <a16:creationId xmlns:a16="http://schemas.microsoft.com/office/drawing/2014/main" id="{C1B8A360-ABA9-4E2E-BBFA-D5967677F996}"/>
              </a:ext>
            </a:extLst>
          </p:cNvPr>
          <p:cNvSpPr>
            <a:spLocks noChangeShapeType="1"/>
          </p:cNvSpPr>
          <p:nvPr/>
        </p:nvSpPr>
        <p:spPr bwMode="auto">
          <a:xfrm flipH="1">
            <a:off x="6267450" y="5075238"/>
            <a:ext cx="123825" cy="1968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9" name="Line 680">
            <a:extLst>
              <a:ext uri="{FF2B5EF4-FFF2-40B4-BE49-F238E27FC236}">
                <a16:creationId xmlns:a16="http://schemas.microsoft.com/office/drawing/2014/main" id="{21700176-3B35-4C7C-99C0-A615DB8823D9}"/>
              </a:ext>
            </a:extLst>
          </p:cNvPr>
          <p:cNvSpPr>
            <a:spLocks noChangeShapeType="1"/>
          </p:cNvSpPr>
          <p:nvPr/>
        </p:nvSpPr>
        <p:spPr bwMode="auto">
          <a:xfrm flipH="1" flipV="1">
            <a:off x="6573838" y="5054600"/>
            <a:ext cx="88900" cy="2190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0" name="Line 681">
            <a:extLst>
              <a:ext uri="{FF2B5EF4-FFF2-40B4-BE49-F238E27FC236}">
                <a16:creationId xmlns:a16="http://schemas.microsoft.com/office/drawing/2014/main" id="{09291029-0863-42F2-B24D-F9508611FE75}"/>
              </a:ext>
            </a:extLst>
          </p:cNvPr>
          <p:cNvSpPr>
            <a:spLocks noChangeShapeType="1"/>
          </p:cNvSpPr>
          <p:nvPr/>
        </p:nvSpPr>
        <p:spPr bwMode="auto">
          <a:xfrm>
            <a:off x="6743700" y="5056188"/>
            <a:ext cx="503238" cy="2698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1" name="Line 683">
            <a:extLst>
              <a:ext uri="{FF2B5EF4-FFF2-40B4-BE49-F238E27FC236}">
                <a16:creationId xmlns:a16="http://schemas.microsoft.com/office/drawing/2014/main" id="{CB8C6407-9E77-45D3-ADC2-8D162A89A750}"/>
              </a:ext>
            </a:extLst>
          </p:cNvPr>
          <p:cNvSpPr>
            <a:spLocks noChangeShapeType="1"/>
          </p:cNvSpPr>
          <p:nvPr/>
        </p:nvSpPr>
        <p:spPr bwMode="auto">
          <a:xfrm>
            <a:off x="6284913" y="3551238"/>
            <a:ext cx="0" cy="10636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2" name="Line 684">
            <a:extLst>
              <a:ext uri="{FF2B5EF4-FFF2-40B4-BE49-F238E27FC236}">
                <a16:creationId xmlns:a16="http://schemas.microsoft.com/office/drawing/2014/main" id="{37DB2E7F-3DCA-4037-B643-842EBA7377EA}"/>
              </a:ext>
            </a:extLst>
          </p:cNvPr>
          <p:cNvSpPr>
            <a:spLocks noChangeShapeType="1"/>
          </p:cNvSpPr>
          <p:nvPr/>
        </p:nvSpPr>
        <p:spPr bwMode="auto">
          <a:xfrm flipV="1">
            <a:off x="5891213" y="3736975"/>
            <a:ext cx="168275" cy="31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6643" name="Picture 685" descr="access_point_stylized_small">
            <a:extLst>
              <a:ext uri="{FF2B5EF4-FFF2-40B4-BE49-F238E27FC236}">
                <a16:creationId xmlns:a16="http://schemas.microsoft.com/office/drawing/2014/main" id="{B4D55A74-76B9-49CC-8BDB-E0170B01FA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0388" y="3548063"/>
            <a:ext cx="3698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4" name="Line 686">
            <a:extLst>
              <a:ext uri="{FF2B5EF4-FFF2-40B4-BE49-F238E27FC236}">
                <a16:creationId xmlns:a16="http://schemas.microsoft.com/office/drawing/2014/main" id="{674A0876-7924-4EE9-BA2D-98B1A90AD003}"/>
              </a:ext>
            </a:extLst>
          </p:cNvPr>
          <p:cNvSpPr>
            <a:spLocks noChangeShapeType="1"/>
          </p:cNvSpPr>
          <p:nvPr/>
        </p:nvSpPr>
        <p:spPr bwMode="auto">
          <a:xfrm rot="5400000" flipV="1">
            <a:off x="7994650"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645" name="Line 687">
            <a:extLst>
              <a:ext uri="{FF2B5EF4-FFF2-40B4-BE49-F238E27FC236}">
                <a16:creationId xmlns:a16="http://schemas.microsoft.com/office/drawing/2014/main" id="{C9CBA03D-21FB-45DA-8A81-8D8127A5DB2A}"/>
              </a:ext>
            </a:extLst>
          </p:cNvPr>
          <p:cNvSpPr>
            <a:spLocks noChangeShapeType="1"/>
          </p:cNvSpPr>
          <p:nvPr/>
        </p:nvSpPr>
        <p:spPr bwMode="auto">
          <a:xfrm flipV="1">
            <a:off x="5894388" y="3733800"/>
            <a:ext cx="168275" cy="31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6646" name="Picture 688" descr="access_point_stylized_small">
            <a:extLst>
              <a:ext uri="{FF2B5EF4-FFF2-40B4-BE49-F238E27FC236}">
                <a16:creationId xmlns:a16="http://schemas.microsoft.com/office/drawing/2014/main" id="{60052A4D-9268-4841-A892-B889FD0804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1975" y="3546475"/>
            <a:ext cx="3698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7" name="Line 695">
            <a:extLst>
              <a:ext uri="{FF2B5EF4-FFF2-40B4-BE49-F238E27FC236}">
                <a16:creationId xmlns:a16="http://schemas.microsoft.com/office/drawing/2014/main" id="{D280CDDC-5131-40F0-82DC-964BF8CF26ED}"/>
              </a:ext>
            </a:extLst>
          </p:cNvPr>
          <p:cNvSpPr>
            <a:spLocks noChangeShapeType="1"/>
          </p:cNvSpPr>
          <p:nvPr/>
        </p:nvSpPr>
        <p:spPr bwMode="auto">
          <a:xfrm>
            <a:off x="7358063" y="4700588"/>
            <a:ext cx="390525" cy="1841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8" name="Line 696">
            <a:extLst>
              <a:ext uri="{FF2B5EF4-FFF2-40B4-BE49-F238E27FC236}">
                <a16:creationId xmlns:a16="http://schemas.microsoft.com/office/drawing/2014/main" id="{F1582490-D38D-42D9-A739-6743A8F15459}"/>
              </a:ext>
            </a:extLst>
          </p:cNvPr>
          <p:cNvSpPr>
            <a:spLocks noChangeShapeType="1"/>
          </p:cNvSpPr>
          <p:nvPr/>
        </p:nvSpPr>
        <p:spPr bwMode="auto">
          <a:xfrm flipV="1">
            <a:off x="6737350" y="4687888"/>
            <a:ext cx="322263" cy="19843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9" name="Line 697">
            <a:extLst>
              <a:ext uri="{FF2B5EF4-FFF2-40B4-BE49-F238E27FC236}">
                <a16:creationId xmlns:a16="http://schemas.microsoft.com/office/drawing/2014/main" id="{1D8A800F-1F8E-4C56-8E49-C57FE4A46917}"/>
              </a:ext>
            </a:extLst>
          </p:cNvPr>
          <p:cNvSpPr>
            <a:spLocks noChangeShapeType="1"/>
          </p:cNvSpPr>
          <p:nvPr/>
        </p:nvSpPr>
        <p:spPr bwMode="auto">
          <a:xfrm flipV="1">
            <a:off x="6780213" y="4979988"/>
            <a:ext cx="971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0" name="Line 708">
            <a:extLst>
              <a:ext uri="{FF2B5EF4-FFF2-40B4-BE49-F238E27FC236}">
                <a16:creationId xmlns:a16="http://schemas.microsoft.com/office/drawing/2014/main" id="{4521A50C-4DAF-4773-93F8-B78C75CEE320}"/>
              </a:ext>
            </a:extLst>
          </p:cNvPr>
          <p:cNvSpPr>
            <a:spLocks noChangeShapeType="1"/>
          </p:cNvSpPr>
          <p:nvPr/>
        </p:nvSpPr>
        <p:spPr bwMode="auto">
          <a:xfrm>
            <a:off x="6289675" y="2406650"/>
            <a:ext cx="152400" cy="952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1" name="Oval 407">
            <a:extLst>
              <a:ext uri="{FF2B5EF4-FFF2-40B4-BE49-F238E27FC236}">
                <a16:creationId xmlns:a16="http://schemas.microsoft.com/office/drawing/2014/main" id="{338DFD14-905F-48C9-89DD-B7B325829A42}"/>
              </a:ext>
            </a:extLst>
          </p:cNvPr>
          <p:cNvSpPr>
            <a:spLocks noChangeArrowheads="1"/>
          </p:cNvSpPr>
          <p:nvPr/>
        </p:nvSpPr>
        <p:spPr bwMode="auto">
          <a:xfrm>
            <a:off x="6354763" y="2565400"/>
            <a:ext cx="387350" cy="9525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652" name="Rectangle 410">
            <a:extLst>
              <a:ext uri="{FF2B5EF4-FFF2-40B4-BE49-F238E27FC236}">
                <a16:creationId xmlns:a16="http://schemas.microsoft.com/office/drawing/2014/main" id="{7DBFC90C-8662-4C43-8758-43B4510EFAF7}"/>
              </a:ext>
            </a:extLst>
          </p:cNvPr>
          <p:cNvSpPr>
            <a:spLocks noChangeArrowheads="1"/>
          </p:cNvSpPr>
          <p:nvPr/>
        </p:nvSpPr>
        <p:spPr bwMode="auto">
          <a:xfrm>
            <a:off x="6354763" y="2555875"/>
            <a:ext cx="388937" cy="58738"/>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653" name="Oval 411">
            <a:extLst>
              <a:ext uri="{FF2B5EF4-FFF2-40B4-BE49-F238E27FC236}">
                <a16:creationId xmlns:a16="http://schemas.microsoft.com/office/drawing/2014/main" id="{C0015FF0-F667-427D-8A08-B10384D64425}"/>
              </a:ext>
            </a:extLst>
          </p:cNvPr>
          <p:cNvSpPr>
            <a:spLocks noChangeArrowheads="1"/>
          </p:cNvSpPr>
          <p:nvPr/>
        </p:nvSpPr>
        <p:spPr bwMode="auto">
          <a:xfrm>
            <a:off x="6353175" y="2490788"/>
            <a:ext cx="387350" cy="111125"/>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654" name="Group 712">
            <a:extLst>
              <a:ext uri="{FF2B5EF4-FFF2-40B4-BE49-F238E27FC236}">
                <a16:creationId xmlns:a16="http://schemas.microsoft.com/office/drawing/2014/main" id="{993C0655-617C-43E4-AEC4-86EBF3FB40EC}"/>
              </a:ext>
            </a:extLst>
          </p:cNvPr>
          <p:cNvGrpSpPr>
            <a:grpSpLocks/>
          </p:cNvGrpSpPr>
          <p:nvPr/>
        </p:nvGrpSpPr>
        <p:grpSpPr bwMode="auto">
          <a:xfrm>
            <a:off x="6430963" y="2519363"/>
            <a:ext cx="219075" cy="52387"/>
            <a:chOff x="2468" y="1332"/>
            <a:chExt cx="310" cy="60"/>
          </a:xfrm>
        </p:grpSpPr>
        <p:sp>
          <p:nvSpPr>
            <p:cNvPr id="27072" name="Freeform 713">
              <a:extLst>
                <a:ext uri="{FF2B5EF4-FFF2-40B4-BE49-F238E27FC236}">
                  <a16:creationId xmlns:a16="http://schemas.microsoft.com/office/drawing/2014/main" id="{5ACF05EF-F3B6-4649-9FC5-0FF11C7B75F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en-US"/>
            </a:p>
          </p:txBody>
        </p:sp>
        <p:sp>
          <p:nvSpPr>
            <p:cNvPr id="27073" name="Freeform 714">
              <a:extLst>
                <a:ext uri="{FF2B5EF4-FFF2-40B4-BE49-F238E27FC236}">
                  <a16:creationId xmlns:a16="http://schemas.microsoft.com/office/drawing/2014/main" id="{5EE04699-C4AA-4B01-96E6-92B9E844C87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en-US"/>
            </a:p>
          </p:txBody>
        </p:sp>
      </p:grpSp>
      <p:sp>
        <p:nvSpPr>
          <p:cNvPr id="26655" name="Line 715">
            <a:extLst>
              <a:ext uri="{FF2B5EF4-FFF2-40B4-BE49-F238E27FC236}">
                <a16:creationId xmlns:a16="http://schemas.microsoft.com/office/drawing/2014/main" id="{194B3E4C-3F76-4063-A9EF-9A3DC7B8EE7F}"/>
              </a:ext>
            </a:extLst>
          </p:cNvPr>
          <p:cNvSpPr>
            <a:spLocks noChangeShapeType="1"/>
          </p:cNvSpPr>
          <p:nvPr/>
        </p:nvSpPr>
        <p:spPr bwMode="auto">
          <a:xfrm>
            <a:off x="6354763" y="2543175"/>
            <a:ext cx="0" cy="7461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6" name="Line 762">
            <a:extLst>
              <a:ext uri="{FF2B5EF4-FFF2-40B4-BE49-F238E27FC236}">
                <a16:creationId xmlns:a16="http://schemas.microsoft.com/office/drawing/2014/main" id="{3E7FB82D-11B1-4D5A-9B06-84FC3B8DFEA7}"/>
              </a:ext>
            </a:extLst>
          </p:cNvPr>
          <p:cNvSpPr>
            <a:spLocks noChangeShapeType="1"/>
          </p:cNvSpPr>
          <p:nvPr/>
        </p:nvSpPr>
        <p:spPr bwMode="auto">
          <a:xfrm>
            <a:off x="6427788" y="3743325"/>
            <a:ext cx="6794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57" name="Group 781">
            <a:extLst>
              <a:ext uri="{FF2B5EF4-FFF2-40B4-BE49-F238E27FC236}">
                <a16:creationId xmlns:a16="http://schemas.microsoft.com/office/drawing/2014/main" id="{0162C1C1-B3FB-4E15-AC8A-8780BD8248B1}"/>
              </a:ext>
            </a:extLst>
          </p:cNvPr>
          <p:cNvGrpSpPr>
            <a:grpSpLocks/>
          </p:cNvGrpSpPr>
          <p:nvPr/>
        </p:nvGrpSpPr>
        <p:grpSpPr bwMode="auto">
          <a:xfrm>
            <a:off x="7591425" y="4806950"/>
            <a:ext cx="622300" cy="244475"/>
            <a:chOff x="4334" y="1470"/>
            <a:chExt cx="246" cy="107"/>
          </a:xfrm>
        </p:grpSpPr>
        <p:sp>
          <p:nvSpPr>
            <p:cNvPr id="27064" name="Oval 407">
              <a:extLst>
                <a:ext uri="{FF2B5EF4-FFF2-40B4-BE49-F238E27FC236}">
                  <a16:creationId xmlns:a16="http://schemas.microsoft.com/office/drawing/2014/main" id="{B0A458B5-890E-435D-A9C6-DD04476BE1E5}"/>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7065" name="Rectangle 410">
              <a:extLst>
                <a:ext uri="{FF2B5EF4-FFF2-40B4-BE49-F238E27FC236}">
                  <a16:creationId xmlns:a16="http://schemas.microsoft.com/office/drawing/2014/main" id="{74214833-47C5-496B-B7EC-2CD1B971E8CB}"/>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7066" name="Oval 411">
              <a:extLst>
                <a:ext uri="{FF2B5EF4-FFF2-40B4-BE49-F238E27FC236}">
                  <a16:creationId xmlns:a16="http://schemas.microsoft.com/office/drawing/2014/main" id="{5C94C7C2-47D9-47B7-BE7D-4CD878054E63}"/>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7067" name="Group 785">
              <a:extLst>
                <a:ext uri="{FF2B5EF4-FFF2-40B4-BE49-F238E27FC236}">
                  <a16:creationId xmlns:a16="http://schemas.microsoft.com/office/drawing/2014/main" id="{E7BF3FD6-E4E0-4D85-9D20-F96A6F2B76F1}"/>
                </a:ext>
              </a:extLst>
            </p:cNvPr>
            <p:cNvGrpSpPr>
              <a:grpSpLocks/>
            </p:cNvGrpSpPr>
            <p:nvPr/>
          </p:nvGrpSpPr>
          <p:grpSpPr bwMode="auto">
            <a:xfrm>
              <a:off x="4383" y="1488"/>
              <a:ext cx="138" cy="33"/>
              <a:chOff x="2468" y="1332"/>
              <a:chExt cx="310" cy="60"/>
            </a:xfrm>
          </p:grpSpPr>
          <p:sp>
            <p:nvSpPr>
              <p:cNvPr id="27070" name="Freeform 786">
                <a:extLst>
                  <a:ext uri="{FF2B5EF4-FFF2-40B4-BE49-F238E27FC236}">
                    <a16:creationId xmlns:a16="http://schemas.microsoft.com/office/drawing/2014/main" id="{65F88888-3DDB-41D7-AD35-96DCB92F3C9A}"/>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en-US"/>
              </a:p>
            </p:txBody>
          </p:sp>
          <p:sp>
            <p:nvSpPr>
              <p:cNvPr id="27071" name="Freeform 787">
                <a:extLst>
                  <a:ext uri="{FF2B5EF4-FFF2-40B4-BE49-F238E27FC236}">
                    <a16:creationId xmlns:a16="http://schemas.microsoft.com/office/drawing/2014/main" id="{FDBD29D7-C73C-40BB-93BF-951319BEBE3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en-US"/>
              </a:p>
            </p:txBody>
          </p:sp>
        </p:grpSp>
        <p:sp>
          <p:nvSpPr>
            <p:cNvPr id="27068" name="Line 788">
              <a:extLst>
                <a:ext uri="{FF2B5EF4-FFF2-40B4-BE49-F238E27FC236}">
                  <a16:creationId xmlns:a16="http://schemas.microsoft.com/office/drawing/2014/main" id="{7C62CA4D-C40F-4311-8CE2-685C69562AD9}"/>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069" name="Line 789">
              <a:extLst>
                <a:ext uri="{FF2B5EF4-FFF2-40B4-BE49-F238E27FC236}">
                  <a16:creationId xmlns:a16="http://schemas.microsoft.com/office/drawing/2014/main" id="{625E1A73-5A1C-4FBB-8258-3EFD54917E30}"/>
                </a:ext>
              </a:extLst>
            </p:cNvPr>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658" name="Group 790">
            <a:extLst>
              <a:ext uri="{FF2B5EF4-FFF2-40B4-BE49-F238E27FC236}">
                <a16:creationId xmlns:a16="http://schemas.microsoft.com/office/drawing/2014/main" id="{0B6EC3D8-49D1-4727-9C9E-5B4FA4A15EB2}"/>
              </a:ext>
            </a:extLst>
          </p:cNvPr>
          <p:cNvGrpSpPr>
            <a:grpSpLocks/>
          </p:cNvGrpSpPr>
          <p:nvPr/>
        </p:nvGrpSpPr>
        <p:grpSpPr bwMode="auto">
          <a:xfrm>
            <a:off x="6965950" y="4508500"/>
            <a:ext cx="622300" cy="244475"/>
            <a:chOff x="4334" y="1470"/>
            <a:chExt cx="246" cy="107"/>
          </a:xfrm>
        </p:grpSpPr>
        <p:sp>
          <p:nvSpPr>
            <p:cNvPr id="27056" name="Oval 407">
              <a:extLst>
                <a:ext uri="{FF2B5EF4-FFF2-40B4-BE49-F238E27FC236}">
                  <a16:creationId xmlns:a16="http://schemas.microsoft.com/office/drawing/2014/main" id="{5822FF64-0671-4EF7-9630-4B510AECFCA0}"/>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7057" name="Rectangle 410">
              <a:extLst>
                <a:ext uri="{FF2B5EF4-FFF2-40B4-BE49-F238E27FC236}">
                  <a16:creationId xmlns:a16="http://schemas.microsoft.com/office/drawing/2014/main" id="{6835A53E-C64A-4DE7-BB07-EE40F872E247}"/>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7058" name="Oval 411">
              <a:extLst>
                <a:ext uri="{FF2B5EF4-FFF2-40B4-BE49-F238E27FC236}">
                  <a16:creationId xmlns:a16="http://schemas.microsoft.com/office/drawing/2014/main" id="{CB1D8756-F40B-4D32-854B-B45A6C7A33D3}"/>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7059" name="Group 794">
              <a:extLst>
                <a:ext uri="{FF2B5EF4-FFF2-40B4-BE49-F238E27FC236}">
                  <a16:creationId xmlns:a16="http://schemas.microsoft.com/office/drawing/2014/main" id="{4E66E56C-B44A-421C-BDF8-B64DFEBAD594}"/>
                </a:ext>
              </a:extLst>
            </p:cNvPr>
            <p:cNvGrpSpPr>
              <a:grpSpLocks/>
            </p:cNvGrpSpPr>
            <p:nvPr/>
          </p:nvGrpSpPr>
          <p:grpSpPr bwMode="auto">
            <a:xfrm>
              <a:off x="4383" y="1488"/>
              <a:ext cx="138" cy="33"/>
              <a:chOff x="2468" y="1332"/>
              <a:chExt cx="310" cy="60"/>
            </a:xfrm>
          </p:grpSpPr>
          <p:sp>
            <p:nvSpPr>
              <p:cNvPr id="27062" name="Freeform 795">
                <a:extLst>
                  <a:ext uri="{FF2B5EF4-FFF2-40B4-BE49-F238E27FC236}">
                    <a16:creationId xmlns:a16="http://schemas.microsoft.com/office/drawing/2014/main" id="{46E044A5-CE28-4A29-9CB2-DB35F1CFDFF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en-US"/>
              </a:p>
            </p:txBody>
          </p:sp>
          <p:sp>
            <p:nvSpPr>
              <p:cNvPr id="27063" name="Freeform 796">
                <a:extLst>
                  <a:ext uri="{FF2B5EF4-FFF2-40B4-BE49-F238E27FC236}">
                    <a16:creationId xmlns:a16="http://schemas.microsoft.com/office/drawing/2014/main" id="{57584E34-5396-41BC-BAC8-18D0C129D728}"/>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en-US"/>
              </a:p>
            </p:txBody>
          </p:sp>
        </p:grpSp>
        <p:sp>
          <p:nvSpPr>
            <p:cNvPr id="27060" name="Line 797">
              <a:extLst>
                <a:ext uri="{FF2B5EF4-FFF2-40B4-BE49-F238E27FC236}">
                  <a16:creationId xmlns:a16="http://schemas.microsoft.com/office/drawing/2014/main" id="{0491179C-A82E-4FC2-BF85-80C6980E9642}"/>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061" name="Line 798">
              <a:extLst>
                <a:ext uri="{FF2B5EF4-FFF2-40B4-BE49-F238E27FC236}">
                  <a16:creationId xmlns:a16="http://schemas.microsoft.com/office/drawing/2014/main" id="{4FE6CE42-4E29-4CD5-AED0-8753C4AFEB15}"/>
                </a:ext>
              </a:extLst>
            </p:cNvPr>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659" name="Group 799">
            <a:extLst>
              <a:ext uri="{FF2B5EF4-FFF2-40B4-BE49-F238E27FC236}">
                <a16:creationId xmlns:a16="http://schemas.microsoft.com/office/drawing/2014/main" id="{C00A1C82-01DA-4B24-8905-BF91B5E803A6}"/>
              </a:ext>
            </a:extLst>
          </p:cNvPr>
          <p:cNvGrpSpPr>
            <a:grpSpLocks/>
          </p:cNvGrpSpPr>
          <p:nvPr/>
        </p:nvGrpSpPr>
        <p:grpSpPr bwMode="auto">
          <a:xfrm>
            <a:off x="6242050" y="4851400"/>
            <a:ext cx="622300" cy="244475"/>
            <a:chOff x="4334" y="1470"/>
            <a:chExt cx="246" cy="107"/>
          </a:xfrm>
        </p:grpSpPr>
        <p:sp>
          <p:nvSpPr>
            <p:cNvPr id="27048" name="Oval 407">
              <a:extLst>
                <a:ext uri="{FF2B5EF4-FFF2-40B4-BE49-F238E27FC236}">
                  <a16:creationId xmlns:a16="http://schemas.microsoft.com/office/drawing/2014/main" id="{F4C83428-C84A-4FCF-903A-34727C7CA566}"/>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7049" name="Rectangle 410">
              <a:extLst>
                <a:ext uri="{FF2B5EF4-FFF2-40B4-BE49-F238E27FC236}">
                  <a16:creationId xmlns:a16="http://schemas.microsoft.com/office/drawing/2014/main" id="{426D5AC2-44B0-4284-ABFA-06822717C411}"/>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7050" name="Oval 411">
              <a:extLst>
                <a:ext uri="{FF2B5EF4-FFF2-40B4-BE49-F238E27FC236}">
                  <a16:creationId xmlns:a16="http://schemas.microsoft.com/office/drawing/2014/main" id="{25401B0B-0E03-40F0-97A3-FF7A4C5E6E7F}"/>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7051" name="Group 803">
              <a:extLst>
                <a:ext uri="{FF2B5EF4-FFF2-40B4-BE49-F238E27FC236}">
                  <a16:creationId xmlns:a16="http://schemas.microsoft.com/office/drawing/2014/main" id="{D26C3EE9-B4FF-4F52-AC4E-5AAA0C4FD226}"/>
                </a:ext>
              </a:extLst>
            </p:cNvPr>
            <p:cNvGrpSpPr>
              <a:grpSpLocks/>
            </p:cNvGrpSpPr>
            <p:nvPr/>
          </p:nvGrpSpPr>
          <p:grpSpPr bwMode="auto">
            <a:xfrm>
              <a:off x="4383" y="1488"/>
              <a:ext cx="138" cy="33"/>
              <a:chOff x="2468" y="1332"/>
              <a:chExt cx="310" cy="60"/>
            </a:xfrm>
          </p:grpSpPr>
          <p:sp>
            <p:nvSpPr>
              <p:cNvPr id="27054" name="Freeform 804">
                <a:extLst>
                  <a:ext uri="{FF2B5EF4-FFF2-40B4-BE49-F238E27FC236}">
                    <a16:creationId xmlns:a16="http://schemas.microsoft.com/office/drawing/2014/main" id="{41150C4A-15ED-4634-9156-A07CCBAFD599}"/>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en-US"/>
              </a:p>
            </p:txBody>
          </p:sp>
          <p:sp>
            <p:nvSpPr>
              <p:cNvPr id="27055" name="Freeform 805">
                <a:extLst>
                  <a:ext uri="{FF2B5EF4-FFF2-40B4-BE49-F238E27FC236}">
                    <a16:creationId xmlns:a16="http://schemas.microsoft.com/office/drawing/2014/main" id="{161BA7DB-2C2B-4008-BA18-0F8E5E3D500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en-US"/>
              </a:p>
            </p:txBody>
          </p:sp>
        </p:grpSp>
        <p:sp>
          <p:nvSpPr>
            <p:cNvPr id="27052" name="Line 806">
              <a:extLst>
                <a:ext uri="{FF2B5EF4-FFF2-40B4-BE49-F238E27FC236}">
                  <a16:creationId xmlns:a16="http://schemas.microsoft.com/office/drawing/2014/main" id="{950F6CBE-A7B7-4975-9EE2-B7684014146E}"/>
                </a:ext>
              </a:extLst>
            </p:cNvPr>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053" name="Line 807">
              <a:extLst>
                <a:ext uri="{FF2B5EF4-FFF2-40B4-BE49-F238E27FC236}">
                  <a16:creationId xmlns:a16="http://schemas.microsoft.com/office/drawing/2014/main" id="{8D654F0A-923E-4081-8654-32A673F7028C}"/>
                </a:ext>
              </a:extLst>
            </p:cNvPr>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660" name="Group 808">
            <a:extLst>
              <a:ext uri="{FF2B5EF4-FFF2-40B4-BE49-F238E27FC236}">
                <a16:creationId xmlns:a16="http://schemas.microsoft.com/office/drawing/2014/main" id="{138263AB-A875-452C-B668-5D68CEA00514}"/>
              </a:ext>
            </a:extLst>
          </p:cNvPr>
          <p:cNvGrpSpPr>
            <a:grpSpLocks/>
          </p:cNvGrpSpPr>
          <p:nvPr/>
        </p:nvGrpSpPr>
        <p:grpSpPr bwMode="auto">
          <a:xfrm>
            <a:off x="6051550" y="3644900"/>
            <a:ext cx="390525" cy="171450"/>
            <a:chOff x="4334" y="1470"/>
            <a:chExt cx="246" cy="107"/>
          </a:xfrm>
        </p:grpSpPr>
        <p:sp>
          <p:nvSpPr>
            <p:cNvPr id="27040" name="Oval 407">
              <a:extLst>
                <a:ext uri="{FF2B5EF4-FFF2-40B4-BE49-F238E27FC236}">
                  <a16:creationId xmlns:a16="http://schemas.microsoft.com/office/drawing/2014/main" id="{7BFCB3E1-5653-4261-9AD8-3B10592E7668}"/>
                </a:ext>
              </a:extLst>
            </p:cNvPr>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7041" name="Rectangle 410">
              <a:extLst>
                <a:ext uri="{FF2B5EF4-FFF2-40B4-BE49-F238E27FC236}">
                  <a16:creationId xmlns:a16="http://schemas.microsoft.com/office/drawing/2014/main" id="{F2556CA8-A447-43B8-B3F1-340C1987F17C}"/>
                </a:ext>
              </a:extLst>
            </p:cNvPr>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7042" name="Oval 411">
              <a:extLst>
                <a:ext uri="{FF2B5EF4-FFF2-40B4-BE49-F238E27FC236}">
                  <a16:creationId xmlns:a16="http://schemas.microsoft.com/office/drawing/2014/main" id="{E9343CDA-A5CB-473C-BEB0-D0EF7B6A7CE9}"/>
                </a:ext>
              </a:extLst>
            </p:cNvPr>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7043" name="Group 812">
              <a:extLst>
                <a:ext uri="{FF2B5EF4-FFF2-40B4-BE49-F238E27FC236}">
                  <a16:creationId xmlns:a16="http://schemas.microsoft.com/office/drawing/2014/main" id="{E26CCEF8-C303-462A-9829-B5B02EAD751C}"/>
                </a:ext>
              </a:extLst>
            </p:cNvPr>
            <p:cNvGrpSpPr>
              <a:grpSpLocks/>
            </p:cNvGrpSpPr>
            <p:nvPr/>
          </p:nvGrpSpPr>
          <p:grpSpPr bwMode="auto">
            <a:xfrm>
              <a:off x="4383" y="1488"/>
              <a:ext cx="138" cy="33"/>
              <a:chOff x="2468" y="1332"/>
              <a:chExt cx="310" cy="60"/>
            </a:xfrm>
          </p:grpSpPr>
          <p:sp>
            <p:nvSpPr>
              <p:cNvPr id="27046" name="Freeform 813">
                <a:extLst>
                  <a:ext uri="{FF2B5EF4-FFF2-40B4-BE49-F238E27FC236}">
                    <a16:creationId xmlns:a16="http://schemas.microsoft.com/office/drawing/2014/main" id="{9D905857-4A64-407B-89D7-D51C4A1A4DF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en-US"/>
              </a:p>
            </p:txBody>
          </p:sp>
          <p:sp>
            <p:nvSpPr>
              <p:cNvPr id="27047" name="Freeform 814">
                <a:extLst>
                  <a:ext uri="{FF2B5EF4-FFF2-40B4-BE49-F238E27FC236}">
                    <a16:creationId xmlns:a16="http://schemas.microsoft.com/office/drawing/2014/main" id="{10682545-C343-4F0F-A549-1311332907BB}"/>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en-US"/>
              </a:p>
            </p:txBody>
          </p:sp>
        </p:grpSp>
        <p:sp>
          <p:nvSpPr>
            <p:cNvPr id="27044" name="Line 815">
              <a:extLst>
                <a:ext uri="{FF2B5EF4-FFF2-40B4-BE49-F238E27FC236}">
                  <a16:creationId xmlns:a16="http://schemas.microsoft.com/office/drawing/2014/main" id="{9DD3612B-3B40-4F4E-854E-B86282E26A19}"/>
                </a:ext>
              </a:extLst>
            </p:cNvPr>
            <p:cNvSpPr>
              <a:spLocks noChangeShapeType="1"/>
            </p:cNvSpPr>
            <p:nvPr/>
          </p:nvSpPr>
          <p:spPr bwMode="auto">
            <a:xfrm>
              <a:off x="4335" y="1503"/>
              <a:ext cx="0" cy="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045" name="Line 816">
              <a:extLst>
                <a:ext uri="{FF2B5EF4-FFF2-40B4-BE49-F238E27FC236}">
                  <a16:creationId xmlns:a16="http://schemas.microsoft.com/office/drawing/2014/main" id="{C2FBE5CC-6747-49C4-887F-ED92008A28B3}"/>
                </a:ext>
              </a:extLst>
            </p:cNvPr>
            <p:cNvSpPr>
              <a:spLocks noChangeShapeType="1"/>
            </p:cNvSpPr>
            <p:nvPr/>
          </p:nvSpPr>
          <p:spPr bwMode="auto">
            <a:xfrm>
              <a:off x="4578" y="1505"/>
              <a:ext cx="0" cy="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661" name="Group 817">
            <a:extLst>
              <a:ext uri="{FF2B5EF4-FFF2-40B4-BE49-F238E27FC236}">
                <a16:creationId xmlns:a16="http://schemas.microsoft.com/office/drawing/2014/main" id="{04C1D612-F3C0-4A03-8B41-683473C9A6B8}"/>
              </a:ext>
            </a:extLst>
          </p:cNvPr>
          <p:cNvGrpSpPr>
            <a:grpSpLocks/>
          </p:cNvGrpSpPr>
          <p:nvPr/>
        </p:nvGrpSpPr>
        <p:grpSpPr bwMode="auto">
          <a:xfrm>
            <a:off x="6027738" y="1738313"/>
            <a:ext cx="517525" cy="508000"/>
            <a:chOff x="2920" y="1424"/>
            <a:chExt cx="326" cy="320"/>
          </a:xfrm>
        </p:grpSpPr>
        <p:sp>
          <p:nvSpPr>
            <p:cNvPr id="27032" name="Oval 818">
              <a:extLst>
                <a:ext uri="{FF2B5EF4-FFF2-40B4-BE49-F238E27FC236}">
                  <a16:creationId xmlns:a16="http://schemas.microsoft.com/office/drawing/2014/main" id="{8E648509-6C7F-40A7-B0A2-46561F90BB30}"/>
                </a:ext>
              </a:extLst>
            </p:cNvPr>
            <p:cNvSpPr>
              <a:spLocks noChangeArrowheads="1"/>
            </p:cNvSpPr>
            <p:nvPr/>
          </p:nvSpPr>
          <p:spPr bwMode="auto">
            <a:xfrm>
              <a:off x="2920" y="1445"/>
              <a:ext cx="326" cy="289"/>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nvGrpSpPr>
            <p:cNvPr id="27033" name="Group 819">
              <a:extLst>
                <a:ext uri="{FF2B5EF4-FFF2-40B4-BE49-F238E27FC236}">
                  <a16:creationId xmlns:a16="http://schemas.microsoft.com/office/drawing/2014/main" id="{D26C2783-3909-43DF-8816-0A97DA24FEBE}"/>
                </a:ext>
              </a:extLst>
            </p:cNvPr>
            <p:cNvGrpSpPr>
              <a:grpSpLocks/>
            </p:cNvGrpSpPr>
            <p:nvPr/>
          </p:nvGrpSpPr>
          <p:grpSpPr bwMode="auto">
            <a:xfrm>
              <a:off x="2949" y="1424"/>
              <a:ext cx="265" cy="280"/>
              <a:chOff x="2949" y="1424"/>
              <a:chExt cx="265" cy="280"/>
            </a:xfrm>
          </p:grpSpPr>
          <p:sp>
            <p:nvSpPr>
              <p:cNvPr id="27035" name="Oval 820">
                <a:extLst>
                  <a:ext uri="{FF2B5EF4-FFF2-40B4-BE49-F238E27FC236}">
                    <a16:creationId xmlns:a16="http://schemas.microsoft.com/office/drawing/2014/main" id="{4E7A356E-926C-4BEF-BE56-8BBFE4410D71}"/>
                  </a:ext>
                </a:extLst>
              </p:cNvPr>
              <p:cNvSpPr>
                <a:spLocks noChangeArrowheads="1"/>
              </p:cNvSpPr>
              <p:nvPr/>
            </p:nvSpPr>
            <p:spPr bwMode="auto">
              <a:xfrm>
                <a:off x="3030" y="1545"/>
                <a:ext cx="107" cy="92"/>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7036" name="Oval 821">
                <a:extLst>
                  <a:ext uri="{FF2B5EF4-FFF2-40B4-BE49-F238E27FC236}">
                    <a16:creationId xmlns:a16="http://schemas.microsoft.com/office/drawing/2014/main" id="{4F1CAA10-4639-4723-92D6-E12F6F9EFD68}"/>
                  </a:ext>
                </a:extLst>
              </p:cNvPr>
              <p:cNvSpPr>
                <a:spLocks noChangeArrowheads="1"/>
              </p:cNvSpPr>
              <p:nvPr/>
            </p:nvSpPr>
            <p:spPr bwMode="auto">
              <a:xfrm>
                <a:off x="3006" y="1525"/>
                <a:ext cx="154" cy="131"/>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7037" name="Oval 822">
                <a:extLst>
                  <a:ext uri="{FF2B5EF4-FFF2-40B4-BE49-F238E27FC236}">
                    <a16:creationId xmlns:a16="http://schemas.microsoft.com/office/drawing/2014/main" id="{906D5134-D1DB-48C8-ACF1-53EDD57610F9}"/>
                  </a:ext>
                </a:extLst>
              </p:cNvPr>
              <p:cNvSpPr>
                <a:spLocks noChangeArrowheads="1"/>
              </p:cNvSpPr>
              <p:nvPr/>
            </p:nvSpPr>
            <p:spPr bwMode="auto">
              <a:xfrm>
                <a:off x="2983" y="1501"/>
                <a:ext cx="203" cy="179"/>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7038" name="Oval 823">
                <a:extLst>
                  <a:ext uri="{FF2B5EF4-FFF2-40B4-BE49-F238E27FC236}">
                    <a16:creationId xmlns:a16="http://schemas.microsoft.com/office/drawing/2014/main" id="{D450A6C2-DC33-4CE8-9D8D-823C150121F8}"/>
                  </a:ext>
                </a:extLst>
              </p:cNvPr>
              <p:cNvSpPr>
                <a:spLocks noChangeArrowheads="1"/>
              </p:cNvSpPr>
              <p:nvPr/>
            </p:nvSpPr>
            <p:spPr bwMode="auto">
              <a:xfrm>
                <a:off x="2949" y="1476"/>
                <a:ext cx="265" cy="228"/>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7039" name="Freeform 824">
                <a:extLst>
                  <a:ext uri="{FF2B5EF4-FFF2-40B4-BE49-F238E27FC236}">
                    <a16:creationId xmlns:a16="http://schemas.microsoft.com/office/drawing/2014/main" id="{54AE95B1-3153-4B5F-AA6A-E20071CFEB79}"/>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0"/>
                  <a:gd name="T31" fmla="*/ 0 h 956"/>
                  <a:gd name="T32" fmla="*/ 1180 w 1180"/>
                  <a:gd name="T33" fmla="*/ 956 h 9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DDDDDD"/>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endParaRPr lang="en-US"/>
              </a:p>
            </p:txBody>
          </p:sp>
        </p:grpSp>
        <p:sp>
          <p:nvSpPr>
            <p:cNvPr id="27034" name="Freeform 825">
              <a:extLst>
                <a:ext uri="{FF2B5EF4-FFF2-40B4-BE49-F238E27FC236}">
                  <a16:creationId xmlns:a16="http://schemas.microsoft.com/office/drawing/2014/main" id="{BEBBAF71-59D6-46E1-9E4F-9A4CC666B2F9}"/>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0"/>
                <a:gd name="T31" fmla="*/ 0 h 956"/>
                <a:gd name="T32" fmla="*/ 1180 w 1180"/>
                <a:gd name="T33" fmla="*/ 956 h 9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DDDDDD"/>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endParaRPr lang="en-US"/>
            </a:p>
          </p:txBody>
        </p:sp>
      </p:grpSp>
      <p:grpSp>
        <p:nvGrpSpPr>
          <p:cNvPr id="26662" name="Group 826">
            <a:extLst>
              <a:ext uri="{FF2B5EF4-FFF2-40B4-BE49-F238E27FC236}">
                <a16:creationId xmlns:a16="http://schemas.microsoft.com/office/drawing/2014/main" id="{80C12B9F-88A7-4F8D-A481-914D0138AE82}"/>
              </a:ext>
            </a:extLst>
          </p:cNvPr>
          <p:cNvGrpSpPr>
            <a:grpSpLocks/>
          </p:cNvGrpSpPr>
          <p:nvPr/>
        </p:nvGrpSpPr>
        <p:grpSpPr bwMode="auto">
          <a:xfrm>
            <a:off x="6138863" y="1989138"/>
            <a:ext cx="282575" cy="477837"/>
            <a:chOff x="3748" y="1253"/>
            <a:chExt cx="178" cy="301"/>
          </a:xfrm>
        </p:grpSpPr>
        <p:sp>
          <p:nvSpPr>
            <p:cNvPr id="27016" name="Line 270">
              <a:extLst>
                <a:ext uri="{FF2B5EF4-FFF2-40B4-BE49-F238E27FC236}">
                  <a16:creationId xmlns:a16="http://schemas.microsoft.com/office/drawing/2014/main" id="{9E1FC579-B27A-4F1A-953E-558A5B10E34A}"/>
                </a:ext>
              </a:extLst>
            </p:cNvPr>
            <p:cNvSpPr>
              <a:spLocks noChangeShapeType="1"/>
            </p:cNvSpPr>
            <p:nvPr/>
          </p:nvSpPr>
          <p:spPr bwMode="auto">
            <a:xfrm flipH="1">
              <a:off x="3748" y="1276"/>
              <a:ext cx="89" cy="2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17" name="Line 271">
              <a:extLst>
                <a:ext uri="{FF2B5EF4-FFF2-40B4-BE49-F238E27FC236}">
                  <a16:creationId xmlns:a16="http://schemas.microsoft.com/office/drawing/2014/main" id="{DA7C131B-5DB7-45D6-B282-E729BC5FC7DC}"/>
                </a:ext>
              </a:extLst>
            </p:cNvPr>
            <p:cNvSpPr>
              <a:spLocks noChangeShapeType="1"/>
            </p:cNvSpPr>
            <p:nvPr/>
          </p:nvSpPr>
          <p:spPr bwMode="auto">
            <a:xfrm>
              <a:off x="3837" y="1276"/>
              <a:ext cx="89" cy="25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18" name="Line 272">
              <a:extLst>
                <a:ext uri="{FF2B5EF4-FFF2-40B4-BE49-F238E27FC236}">
                  <a16:creationId xmlns:a16="http://schemas.microsoft.com/office/drawing/2014/main" id="{F1DE751A-9DFF-4CBD-8B1A-A2239C1F7A56}"/>
                </a:ext>
              </a:extLst>
            </p:cNvPr>
            <p:cNvSpPr>
              <a:spLocks noChangeShapeType="1"/>
            </p:cNvSpPr>
            <p:nvPr/>
          </p:nvSpPr>
          <p:spPr bwMode="auto">
            <a:xfrm>
              <a:off x="3748" y="1527"/>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19" name="Line 273">
              <a:extLst>
                <a:ext uri="{FF2B5EF4-FFF2-40B4-BE49-F238E27FC236}">
                  <a16:creationId xmlns:a16="http://schemas.microsoft.com/office/drawing/2014/main" id="{9B68532F-7442-4555-8D1E-A389ADBD80BE}"/>
                </a:ext>
              </a:extLst>
            </p:cNvPr>
            <p:cNvSpPr>
              <a:spLocks noChangeShapeType="1"/>
            </p:cNvSpPr>
            <p:nvPr/>
          </p:nvSpPr>
          <p:spPr bwMode="auto">
            <a:xfrm flipH="1">
              <a:off x="3837" y="1527"/>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20" name="Line 274">
              <a:extLst>
                <a:ext uri="{FF2B5EF4-FFF2-40B4-BE49-F238E27FC236}">
                  <a16:creationId xmlns:a16="http://schemas.microsoft.com/office/drawing/2014/main" id="{7CD66CE3-324F-46AA-9A12-31C4EFA3348A}"/>
                </a:ext>
              </a:extLst>
            </p:cNvPr>
            <p:cNvSpPr>
              <a:spLocks noChangeShapeType="1"/>
            </p:cNvSpPr>
            <p:nvPr/>
          </p:nvSpPr>
          <p:spPr bwMode="auto">
            <a:xfrm>
              <a:off x="3837" y="1282"/>
              <a:ext cx="0" cy="2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21" name="Line 275">
              <a:extLst>
                <a:ext uri="{FF2B5EF4-FFF2-40B4-BE49-F238E27FC236}">
                  <a16:creationId xmlns:a16="http://schemas.microsoft.com/office/drawing/2014/main" id="{81DB5832-DCB5-48F1-B370-D1D5AE87E236}"/>
                </a:ext>
              </a:extLst>
            </p:cNvPr>
            <p:cNvSpPr>
              <a:spLocks noChangeShapeType="1"/>
            </p:cNvSpPr>
            <p:nvPr/>
          </p:nvSpPr>
          <p:spPr bwMode="auto">
            <a:xfrm flipV="1">
              <a:off x="3748" y="1501"/>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22" name="Line 276">
              <a:extLst>
                <a:ext uri="{FF2B5EF4-FFF2-40B4-BE49-F238E27FC236}">
                  <a16:creationId xmlns:a16="http://schemas.microsoft.com/office/drawing/2014/main" id="{DCBA1C39-BF1B-482D-94C0-ED5FCDCE6A9D}"/>
                </a:ext>
              </a:extLst>
            </p:cNvPr>
            <p:cNvSpPr>
              <a:spLocks noChangeShapeType="1"/>
            </p:cNvSpPr>
            <p:nvPr/>
          </p:nvSpPr>
          <p:spPr bwMode="auto">
            <a:xfrm flipH="1" flipV="1">
              <a:off x="3837" y="1501"/>
              <a:ext cx="89" cy="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23" name="Line 277">
              <a:extLst>
                <a:ext uri="{FF2B5EF4-FFF2-40B4-BE49-F238E27FC236}">
                  <a16:creationId xmlns:a16="http://schemas.microsoft.com/office/drawing/2014/main" id="{57E504FE-4D08-4AE4-9D5E-74FB47C9FE20}"/>
                </a:ext>
              </a:extLst>
            </p:cNvPr>
            <p:cNvSpPr>
              <a:spLocks noChangeShapeType="1"/>
            </p:cNvSpPr>
            <p:nvPr/>
          </p:nvSpPr>
          <p:spPr bwMode="auto">
            <a:xfrm>
              <a:off x="3786" y="1418"/>
              <a:ext cx="51"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24" name="Line 278">
              <a:extLst>
                <a:ext uri="{FF2B5EF4-FFF2-40B4-BE49-F238E27FC236}">
                  <a16:creationId xmlns:a16="http://schemas.microsoft.com/office/drawing/2014/main" id="{D30529F2-D5F1-4053-B4EB-42452CC5E282}"/>
                </a:ext>
              </a:extLst>
            </p:cNvPr>
            <p:cNvSpPr>
              <a:spLocks noChangeShapeType="1"/>
            </p:cNvSpPr>
            <p:nvPr/>
          </p:nvSpPr>
          <p:spPr bwMode="auto">
            <a:xfrm flipV="1">
              <a:off x="3837" y="1418"/>
              <a:ext cx="54"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25" name="Line 279">
              <a:extLst>
                <a:ext uri="{FF2B5EF4-FFF2-40B4-BE49-F238E27FC236}">
                  <a16:creationId xmlns:a16="http://schemas.microsoft.com/office/drawing/2014/main" id="{1F2810C2-E302-4BB1-9608-06E2BB606E7D}"/>
                </a:ext>
              </a:extLst>
            </p:cNvPr>
            <p:cNvSpPr>
              <a:spLocks noChangeShapeType="1"/>
            </p:cNvSpPr>
            <p:nvPr/>
          </p:nvSpPr>
          <p:spPr bwMode="auto">
            <a:xfrm>
              <a:off x="3768" y="1455"/>
              <a:ext cx="66" cy="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26" name="Line 280">
              <a:extLst>
                <a:ext uri="{FF2B5EF4-FFF2-40B4-BE49-F238E27FC236}">
                  <a16:creationId xmlns:a16="http://schemas.microsoft.com/office/drawing/2014/main" id="{12A718CE-6CDB-4D7C-9EB4-B8CD06CF1598}"/>
                </a:ext>
              </a:extLst>
            </p:cNvPr>
            <p:cNvSpPr>
              <a:spLocks noChangeShapeType="1"/>
            </p:cNvSpPr>
            <p:nvPr/>
          </p:nvSpPr>
          <p:spPr bwMode="auto">
            <a:xfrm flipV="1">
              <a:off x="3837" y="1461"/>
              <a:ext cx="66" cy="2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27" name="Line 281">
              <a:extLst>
                <a:ext uri="{FF2B5EF4-FFF2-40B4-BE49-F238E27FC236}">
                  <a16:creationId xmlns:a16="http://schemas.microsoft.com/office/drawing/2014/main" id="{135197F7-01B3-4A9E-A86B-FAB90F405FBD}"/>
                </a:ext>
              </a:extLst>
            </p:cNvPr>
            <p:cNvSpPr>
              <a:spLocks noChangeShapeType="1"/>
            </p:cNvSpPr>
            <p:nvPr/>
          </p:nvSpPr>
          <p:spPr bwMode="auto">
            <a:xfrm flipV="1">
              <a:off x="3837" y="1381"/>
              <a:ext cx="34" cy="1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28" name="Line 282">
              <a:extLst>
                <a:ext uri="{FF2B5EF4-FFF2-40B4-BE49-F238E27FC236}">
                  <a16:creationId xmlns:a16="http://schemas.microsoft.com/office/drawing/2014/main" id="{493C632B-83EB-42B5-A8C6-F4B7B996454F}"/>
                </a:ext>
              </a:extLst>
            </p:cNvPr>
            <p:cNvSpPr>
              <a:spLocks noChangeShapeType="1"/>
            </p:cNvSpPr>
            <p:nvPr/>
          </p:nvSpPr>
          <p:spPr bwMode="auto">
            <a:xfrm flipV="1">
              <a:off x="3837" y="1329"/>
              <a:ext cx="21" cy="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29" name="Line 283">
              <a:extLst>
                <a:ext uri="{FF2B5EF4-FFF2-40B4-BE49-F238E27FC236}">
                  <a16:creationId xmlns:a16="http://schemas.microsoft.com/office/drawing/2014/main" id="{55B57D1B-7382-4FFF-85E3-038A48166626}"/>
                </a:ext>
              </a:extLst>
            </p:cNvPr>
            <p:cNvSpPr>
              <a:spLocks noChangeShapeType="1"/>
            </p:cNvSpPr>
            <p:nvPr/>
          </p:nvSpPr>
          <p:spPr bwMode="auto">
            <a:xfrm>
              <a:off x="3798" y="1377"/>
              <a:ext cx="42" cy="1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30" name="Line 284">
              <a:extLst>
                <a:ext uri="{FF2B5EF4-FFF2-40B4-BE49-F238E27FC236}">
                  <a16:creationId xmlns:a16="http://schemas.microsoft.com/office/drawing/2014/main" id="{0803E895-1906-449E-B459-4220BC4A1FB7}"/>
                </a:ext>
              </a:extLst>
            </p:cNvPr>
            <p:cNvSpPr>
              <a:spLocks noChangeShapeType="1"/>
            </p:cNvSpPr>
            <p:nvPr/>
          </p:nvSpPr>
          <p:spPr bwMode="auto">
            <a:xfrm>
              <a:off x="3817" y="1327"/>
              <a:ext cx="24" cy="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7031" name="Oval 842">
              <a:extLst>
                <a:ext uri="{FF2B5EF4-FFF2-40B4-BE49-F238E27FC236}">
                  <a16:creationId xmlns:a16="http://schemas.microsoft.com/office/drawing/2014/main" id="{F3D830EF-27B1-45A3-8948-7A110B42123E}"/>
                </a:ext>
              </a:extLst>
            </p:cNvPr>
            <p:cNvSpPr>
              <a:spLocks noChangeArrowheads="1"/>
            </p:cNvSpPr>
            <p:nvPr/>
          </p:nvSpPr>
          <p:spPr bwMode="auto">
            <a:xfrm>
              <a:off x="3821" y="1253"/>
              <a:ext cx="30" cy="29"/>
            </a:xfrm>
            <a:prstGeom prst="ellipse">
              <a:avLst/>
            </a:prstGeom>
            <a:solidFill>
              <a:schemeClr val="tx2"/>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grpSp>
        <p:nvGrpSpPr>
          <p:cNvPr id="26663" name="Group 843">
            <a:extLst>
              <a:ext uri="{FF2B5EF4-FFF2-40B4-BE49-F238E27FC236}">
                <a16:creationId xmlns:a16="http://schemas.microsoft.com/office/drawing/2014/main" id="{6C75FCB7-00C8-4FD5-AC5C-7C5F6D6AAB64}"/>
              </a:ext>
            </a:extLst>
          </p:cNvPr>
          <p:cNvGrpSpPr>
            <a:grpSpLocks/>
          </p:cNvGrpSpPr>
          <p:nvPr/>
        </p:nvGrpSpPr>
        <p:grpSpPr bwMode="auto">
          <a:xfrm>
            <a:off x="5387975" y="1963738"/>
            <a:ext cx="519113" cy="128587"/>
            <a:chOff x="2199" y="955"/>
            <a:chExt cx="2547" cy="506"/>
          </a:xfrm>
        </p:grpSpPr>
        <p:sp>
          <p:nvSpPr>
            <p:cNvPr id="27010" name="Freeform 844">
              <a:extLst>
                <a:ext uri="{FF2B5EF4-FFF2-40B4-BE49-F238E27FC236}">
                  <a16:creationId xmlns:a16="http://schemas.microsoft.com/office/drawing/2014/main" id="{4DB6138B-0AC3-467C-B248-10173EFD72C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11" name="Freeform 845">
              <a:extLst>
                <a:ext uri="{FF2B5EF4-FFF2-40B4-BE49-F238E27FC236}">
                  <a16:creationId xmlns:a16="http://schemas.microsoft.com/office/drawing/2014/main" id="{9717CA8F-8D57-4410-AA5A-23E2ED66FEB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12" name="Freeform 846">
              <a:extLst>
                <a:ext uri="{FF2B5EF4-FFF2-40B4-BE49-F238E27FC236}">
                  <a16:creationId xmlns:a16="http://schemas.microsoft.com/office/drawing/2014/main" id="{D62E7AE5-2C5C-46CE-B694-BE3776BF7842}"/>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13" name="Freeform 847">
              <a:extLst>
                <a:ext uri="{FF2B5EF4-FFF2-40B4-BE49-F238E27FC236}">
                  <a16:creationId xmlns:a16="http://schemas.microsoft.com/office/drawing/2014/main" id="{65DD959A-8A01-42EF-8BF7-D018CF51C90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14" name="Freeform 848">
              <a:extLst>
                <a:ext uri="{FF2B5EF4-FFF2-40B4-BE49-F238E27FC236}">
                  <a16:creationId xmlns:a16="http://schemas.microsoft.com/office/drawing/2014/main" id="{8F4DFEE0-788D-4028-B5DF-622ADA131F94}"/>
                </a:ext>
              </a:extLst>
            </p:cNvPr>
            <p:cNvSpPr>
              <a:spLocks/>
            </p:cNvSpPr>
            <p:nvPr/>
          </p:nvSpPr>
          <p:spPr bwMode="auto">
            <a:xfrm>
              <a:off x="3646" y="997"/>
              <a:ext cx="660" cy="336"/>
            </a:xfrm>
            <a:custGeom>
              <a:avLst/>
              <a:gdLst>
                <a:gd name="T0" fmla="*/ 741 w 646"/>
                <a:gd name="T1" fmla="*/ 17741 h 300"/>
                <a:gd name="T2" fmla="*/ 1056 w 646"/>
                <a:gd name="T3" fmla="*/ 14979 h 300"/>
                <a:gd name="T4" fmla="*/ 1313 w 646"/>
                <a:gd name="T5" fmla="*/ 11319 h 300"/>
                <a:gd name="T6" fmla="*/ 1356 w 646"/>
                <a:gd name="T7" fmla="*/ 6335 h 300"/>
                <a:gd name="T8" fmla="*/ 994 w 646"/>
                <a:gd name="T9" fmla="*/ 353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15" name="Freeform 849">
              <a:extLst>
                <a:ext uri="{FF2B5EF4-FFF2-40B4-BE49-F238E27FC236}">
                  <a16:creationId xmlns:a16="http://schemas.microsoft.com/office/drawing/2014/main" id="{4DBACD04-DC87-4400-85D0-17C724FC402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6664" name="Group 850">
            <a:extLst>
              <a:ext uri="{FF2B5EF4-FFF2-40B4-BE49-F238E27FC236}">
                <a16:creationId xmlns:a16="http://schemas.microsoft.com/office/drawing/2014/main" id="{FD546BD0-8C6B-43E8-A36E-9CC6AB6E8F0D}"/>
              </a:ext>
            </a:extLst>
          </p:cNvPr>
          <p:cNvGrpSpPr>
            <a:grpSpLocks/>
          </p:cNvGrpSpPr>
          <p:nvPr/>
        </p:nvGrpSpPr>
        <p:grpSpPr bwMode="auto">
          <a:xfrm>
            <a:off x="5541963" y="1539875"/>
            <a:ext cx="519112" cy="128588"/>
            <a:chOff x="2199" y="955"/>
            <a:chExt cx="2547" cy="506"/>
          </a:xfrm>
        </p:grpSpPr>
        <p:sp>
          <p:nvSpPr>
            <p:cNvPr id="27004" name="Freeform 851">
              <a:extLst>
                <a:ext uri="{FF2B5EF4-FFF2-40B4-BE49-F238E27FC236}">
                  <a16:creationId xmlns:a16="http://schemas.microsoft.com/office/drawing/2014/main" id="{F03E1CAC-A0E9-4704-8A1A-FA33F30A5A6D}"/>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05" name="Freeform 852">
              <a:extLst>
                <a:ext uri="{FF2B5EF4-FFF2-40B4-BE49-F238E27FC236}">
                  <a16:creationId xmlns:a16="http://schemas.microsoft.com/office/drawing/2014/main" id="{C5027FF5-85E4-46EC-A49E-AF678180CDA7}"/>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06" name="Freeform 853">
              <a:extLst>
                <a:ext uri="{FF2B5EF4-FFF2-40B4-BE49-F238E27FC236}">
                  <a16:creationId xmlns:a16="http://schemas.microsoft.com/office/drawing/2014/main" id="{4CFF7413-A0A5-44FF-8A33-303214C50D1D}"/>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07" name="Freeform 854">
              <a:extLst>
                <a:ext uri="{FF2B5EF4-FFF2-40B4-BE49-F238E27FC236}">
                  <a16:creationId xmlns:a16="http://schemas.microsoft.com/office/drawing/2014/main" id="{870FDA28-0278-495B-90A7-3D61E4357505}"/>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08" name="Freeform 855">
              <a:extLst>
                <a:ext uri="{FF2B5EF4-FFF2-40B4-BE49-F238E27FC236}">
                  <a16:creationId xmlns:a16="http://schemas.microsoft.com/office/drawing/2014/main" id="{656CF6BF-AD53-4273-87C4-3B2985A95F3E}"/>
                </a:ext>
              </a:extLst>
            </p:cNvPr>
            <p:cNvSpPr>
              <a:spLocks/>
            </p:cNvSpPr>
            <p:nvPr/>
          </p:nvSpPr>
          <p:spPr bwMode="auto">
            <a:xfrm>
              <a:off x="3646" y="997"/>
              <a:ext cx="660" cy="336"/>
            </a:xfrm>
            <a:custGeom>
              <a:avLst/>
              <a:gdLst>
                <a:gd name="T0" fmla="*/ 741 w 646"/>
                <a:gd name="T1" fmla="*/ 17741 h 300"/>
                <a:gd name="T2" fmla="*/ 1056 w 646"/>
                <a:gd name="T3" fmla="*/ 14979 h 300"/>
                <a:gd name="T4" fmla="*/ 1313 w 646"/>
                <a:gd name="T5" fmla="*/ 11319 h 300"/>
                <a:gd name="T6" fmla="*/ 1356 w 646"/>
                <a:gd name="T7" fmla="*/ 6335 h 300"/>
                <a:gd name="T8" fmla="*/ 994 w 646"/>
                <a:gd name="T9" fmla="*/ 353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09" name="Freeform 856">
              <a:extLst>
                <a:ext uri="{FF2B5EF4-FFF2-40B4-BE49-F238E27FC236}">
                  <a16:creationId xmlns:a16="http://schemas.microsoft.com/office/drawing/2014/main" id="{AC72C9E8-C94C-48D7-BDE0-DB7DE3A64509}"/>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665" name="Line 857">
            <a:extLst>
              <a:ext uri="{FF2B5EF4-FFF2-40B4-BE49-F238E27FC236}">
                <a16:creationId xmlns:a16="http://schemas.microsoft.com/office/drawing/2014/main" id="{D3980D9D-AD31-4CE2-B38E-86743A0D44BF}"/>
              </a:ext>
            </a:extLst>
          </p:cNvPr>
          <p:cNvSpPr>
            <a:spLocks noChangeShapeType="1"/>
          </p:cNvSpPr>
          <p:nvPr/>
        </p:nvSpPr>
        <p:spPr bwMode="auto">
          <a:xfrm flipH="1" flipV="1">
            <a:off x="5626100" y="2027238"/>
            <a:ext cx="39688" cy="63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66" name="Group 858">
            <a:extLst>
              <a:ext uri="{FF2B5EF4-FFF2-40B4-BE49-F238E27FC236}">
                <a16:creationId xmlns:a16="http://schemas.microsoft.com/office/drawing/2014/main" id="{42DB6E7D-53A5-45AF-A12A-6E306D940E25}"/>
              </a:ext>
            </a:extLst>
          </p:cNvPr>
          <p:cNvGrpSpPr>
            <a:grpSpLocks/>
          </p:cNvGrpSpPr>
          <p:nvPr/>
        </p:nvGrpSpPr>
        <p:grpSpPr bwMode="auto">
          <a:xfrm>
            <a:off x="5392738" y="3527425"/>
            <a:ext cx="519112" cy="128588"/>
            <a:chOff x="2199" y="955"/>
            <a:chExt cx="2547" cy="506"/>
          </a:xfrm>
        </p:grpSpPr>
        <p:sp>
          <p:nvSpPr>
            <p:cNvPr id="26998" name="Freeform 859">
              <a:extLst>
                <a:ext uri="{FF2B5EF4-FFF2-40B4-BE49-F238E27FC236}">
                  <a16:creationId xmlns:a16="http://schemas.microsoft.com/office/drawing/2014/main" id="{CBDCBBF0-DF75-4A67-82D6-B019658E3FE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99" name="Freeform 860">
              <a:extLst>
                <a:ext uri="{FF2B5EF4-FFF2-40B4-BE49-F238E27FC236}">
                  <a16:creationId xmlns:a16="http://schemas.microsoft.com/office/drawing/2014/main" id="{675DD140-87D5-4D01-A340-389736D74B2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00" name="Freeform 861">
              <a:extLst>
                <a:ext uri="{FF2B5EF4-FFF2-40B4-BE49-F238E27FC236}">
                  <a16:creationId xmlns:a16="http://schemas.microsoft.com/office/drawing/2014/main" id="{E59CE430-6054-4D14-8AD1-A82CF5001E65}"/>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01" name="Freeform 862">
              <a:extLst>
                <a:ext uri="{FF2B5EF4-FFF2-40B4-BE49-F238E27FC236}">
                  <a16:creationId xmlns:a16="http://schemas.microsoft.com/office/drawing/2014/main" id="{9E42F3BA-2E0F-47F1-8410-177EDC67AB05}"/>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02" name="Freeform 863">
              <a:extLst>
                <a:ext uri="{FF2B5EF4-FFF2-40B4-BE49-F238E27FC236}">
                  <a16:creationId xmlns:a16="http://schemas.microsoft.com/office/drawing/2014/main" id="{4C439FD4-5852-46B4-BC7C-EB0B8CB3CABB}"/>
                </a:ext>
              </a:extLst>
            </p:cNvPr>
            <p:cNvSpPr>
              <a:spLocks/>
            </p:cNvSpPr>
            <p:nvPr/>
          </p:nvSpPr>
          <p:spPr bwMode="auto">
            <a:xfrm>
              <a:off x="3646" y="997"/>
              <a:ext cx="660" cy="336"/>
            </a:xfrm>
            <a:custGeom>
              <a:avLst/>
              <a:gdLst>
                <a:gd name="T0" fmla="*/ 741 w 646"/>
                <a:gd name="T1" fmla="*/ 17741 h 300"/>
                <a:gd name="T2" fmla="*/ 1056 w 646"/>
                <a:gd name="T3" fmla="*/ 14979 h 300"/>
                <a:gd name="T4" fmla="*/ 1313 w 646"/>
                <a:gd name="T5" fmla="*/ 11319 h 300"/>
                <a:gd name="T6" fmla="*/ 1356 w 646"/>
                <a:gd name="T7" fmla="*/ 6335 h 300"/>
                <a:gd name="T8" fmla="*/ 994 w 646"/>
                <a:gd name="T9" fmla="*/ 353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003" name="Freeform 864">
              <a:extLst>
                <a:ext uri="{FF2B5EF4-FFF2-40B4-BE49-F238E27FC236}">
                  <a16:creationId xmlns:a16="http://schemas.microsoft.com/office/drawing/2014/main" id="{FB4F18DF-4CAD-4BE7-9566-FDF255AC9D3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667" name="Line 865">
            <a:extLst>
              <a:ext uri="{FF2B5EF4-FFF2-40B4-BE49-F238E27FC236}">
                <a16:creationId xmlns:a16="http://schemas.microsoft.com/office/drawing/2014/main" id="{316B40A9-15FB-43C4-BAAE-14974A57AD8B}"/>
              </a:ext>
            </a:extLst>
          </p:cNvPr>
          <p:cNvSpPr>
            <a:spLocks noChangeShapeType="1"/>
          </p:cNvSpPr>
          <p:nvPr/>
        </p:nvSpPr>
        <p:spPr bwMode="auto">
          <a:xfrm>
            <a:off x="5778500" y="3119438"/>
            <a:ext cx="20638" cy="55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68" name="Group 866">
            <a:extLst>
              <a:ext uri="{FF2B5EF4-FFF2-40B4-BE49-F238E27FC236}">
                <a16:creationId xmlns:a16="http://schemas.microsoft.com/office/drawing/2014/main" id="{F67AADD5-10AD-4467-9E25-D6D73A8076ED}"/>
              </a:ext>
            </a:extLst>
          </p:cNvPr>
          <p:cNvGrpSpPr>
            <a:grpSpLocks/>
          </p:cNvGrpSpPr>
          <p:nvPr/>
        </p:nvGrpSpPr>
        <p:grpSpPr bwMode="auto">
          <a:xfrm>
            <a:off x="7007225" y="5005388"/>
            <a:ext cx="519113" cy="128587"/>
            <a:chOff x="2199" y="955"/>
            <a:chExt cx="2547" cy="506"/>
          </a:xfrm>
        </p:grpSpPr>
        <p:sp>
          <p:nvSpPr>
            <p:cNvPr id="26992" name="Freeform 867">
              <a:extLst>
                <a:ext uri="{FF2B5EF4-FFF2-40B4-BE49-F238E27FC236}">
                  <a16:creationId xmlns:a16="http://schemas.microsoft.com/office/drawing/2014/main" id="{F755A905-88BB-46B0-82EE-DE02FFDE8BD4}"/>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93" name="Freeform 868">
              <a:extLst>
                <a:ext uri="{FF2B5EF4-FFF2-40B4-BE49-F238E27FC236}">
                  <a16:creationId xmlns:a16="http://schemas.microsoft.com/office/drawing/2014/main" id="{E584BB0B-CE51-4802-9FAE-D4F7A10C2193}"/>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94" name="Freeform 869">
              <a:extLst>
                <a:ext uri="{FF2B5EF4-FFF2-40B4-BE49-F238E27FC236}">
                  <a16:creationId xmlns:a16="http://schemas.microsoft.com/office/drawing/2014/main" id="{E8E13F8D-3851-412A-A97D-5C85F33ABD0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95" name="Freeform 870">
              <a:extLst>
                <a:ext uri="{FF2B5EF4-FFF2-40B4-BE49-F238E27FC236}">
                  <a16:creationId xmlns:a16="http://schemas.microsoft.com/office/drawing/2014/main" id="{82AF04FB-9730-412B-BBF8-B36F4702C2A2}"/>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96" name="Freeform 871">
              <a:extLst>
                <a:ext uri="{FF2B5EF4-FFF2-40B4-BE49-F238E27FC236}">
                  <a16:creationId xmlns:a16="http://schemas.microsoft.com/office/drawing/2014/main" id="{65023BF3-BA0F-4A85-BA6D-23ABA1F1DEAC}"/>
                </a:ext>
              </a:extLst>
            </p:cNvPr>
            <p:cNvSpPr>
              <a:spLocks/>
            </p:cNvSpPr>
            <p:nvPr/>
          </p:nvSpPr>
          <p:spPr bwMode="auto">
            <a:xfrm>
              <a:off x="3646" y="997"/>
              <a:ext cx="660" cy="336"/>
            </a:xfrm>
            <a:custGeom>
              <a:avLst/>
              <a:gdLst>
                <a:gd name="T0" fmla="*/ 741 w 646"/>
                <a:gd name="T1" fmla="*/ 17741 h 300"/>
                <a:gd name="T2" fmla="*/ 1056 w 646"/>
                <a:gd name="T3" fmla="*/ 14979 h 300"/>
                <a:gd name="T4" fmla="*/ 1313 w 646"/>
                <a:gd name="T5" fmla="*/ 11319 h 300"/>
                <a:gd name="T6" fmla="*/ 1356 w 646"/>
                <a:gd name="T7" fmla="*/ 6335 h 300"/>
                <a:gd name="T8" fmla="*/ 994 w 646"/>
                <a:gd name="T9" fmla="*/ 353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97" name="Freeform 872">
              <a:extLst>
                <a:ext uri="{FF2B5EF4-FFF2-40B4-BE49-F238E27FC236}">
                  <a16:creationId xmlns:a16="http://schemas.microsoft.com/office/drawing/2014/main" id="{4641AE99-D956-4C7F-9436-29922DC9BF1B}"/>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6669" name="Group 873">
            <a:extLst>
              <a:ext uri="{FF2B5EF4-FFF2-40B4-BE49-F238E27FC236}">
                <a16:creationId xmlns:a16="http://schemas.microsoft.com/office/drawing/2014/main" id="{D6E93B50-361A-4F6A-9775-DFF802822F84}"/>
              </a:ext>
            </a:extLst>
          </p:cNvPr>
          <p:cNvGrpSpPr>
            <a:grpSpLocks/>
          </p:cNvGrpSpPr>
          <p:nvPr/>
        </p:nvGrpSpPr>
        <p:grpSpPr bwMode="auto">
          <a:xfrm>
            <a:off x="7245350" y="5429250"/>
            <a:ext cx="519113" cy="128588"/>
            <a:chOff x="2199" y="955"/>
            <a:chExt cx="2547" cy="506"/>
          </a:xfrm>
        </p:grpSpPr>
        <p:sp>
          <p:nvSpPr>
            <p:cNvPr id="26986" name="Freeform 874">
              <a:extLst>
                <a:ext uri="{FF2B5EF4-FFF2-40B4-BE49-F238E27FC236}">
                  <a16:creationId xmlns:a16="http://schemas.microsoft.com/office/drawing/2014/main" id="{316B6C2B-1ADA-45E2-96E1-EC7160A24B8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87" name="Freeform 875">
              <a:extLst>
                <a:ext uri="{FF2B5EF4-FFF2-40B4-BE49-F238E27FC236}">
                  <a16:creationId xmlns:a16="http://schemas.microsoft.com/office/drawing/2014/main" id="{9CB9E719-983E-4BD7-92C2-4A4D44C64E22}"/>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88" name="Freeform 876">
              <a:extLst>
                <a:ext uri="{FF2B5EF4-FFF2-40B4-BE49-F238E27FC236}">
                  <a16:creationId xmlns:a16="http://schemas.microsoft.com/office/drawing/2014/main" id="{E42DD0AD-063D-4BA1-9A69-CCAACBEEC94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89" name="Freeform 877">
              <a:extLst>
                <a:ext uri="{FF2B5EF4-FFF2-40B4-BE49-F238E27FC236}">
                  <a16:creationId xmlns:a16="http://schemas.microsoft.com/office/drawing/2014/main" id="{D6CE38F7-A1FE-4055-BF61-3AA734AFC6C3}"/>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90" name="Freeform 878">
              <a:extLst>
                <a:ext uri="{FF2B5EF4-FFF2-40B4-BE49-F238E27FC236}">
                  <a16:creationId xmlns:a16="http://schemas.microsoft.com/office/drawing/2014/main" id="{F59AE4CA-1C12-43BB-A49C-D05E2102ABD4}"/>
                </a:ext>
              </a:extLst>
            </p:cNvPr>
            <p:cNvSpPr>
              <a:spLocks/>
            </p:cNvSpPr>
            <p:nvPr/>
          </p:nvSpPr>
          <p:spPr bwMode="auto">
            <a:xfrm>
              <a:off x="3646" y="997"/>
              <a:ext cx="660" cy="336"/>
            </a:xfrm>
            <a:custGeom>
              <a:avLst/>
              <a:gdLst>
                <a:gd name="T0" fmla="*/ 741 w 646"/>
                <a:gd name="T1" fmla="*/ 17741 h 300"/>
                <a:gd name="T2" fmla="*/ 1056 w 646"/>
                <a:gd name="T3" fmla="*/ 14979 h 300"/>
                <a:gd name="T4" fmla="*/ 1313 w 646"/>
                <a:gd name="T5" fmla="*/ 11319 h 300"/>
                <a:gd name="T6" fmla="*/ 1356 w 646"/>
                <a:gd name="T7" fmla="*/ 6335 h 300"/>
                <a:gd name="T8" fmla="*/ 994 w 646"/>
                <a:gd name="T9" fmla="*/ 353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91" name="Freeform 879">
              <a:extLst>
                <a:ext uri="{FF2B5EF4-FFF2-40B4-BE49-F238E27FC236}">
                  <a16:creationId xmlns:a16="http://schemas.microsoft.com/office/drawing/2014/main" id="{3723CC01-8481-48DA-B6F8-73C4A7F34922}"/>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6670" name="Group 880">
            <a:extLst>
              <a:ext uri="{FF2B5EF4-FFF2-40B4-BE49-F238E27FC236}">
                <a16:creationId xmlns:a16="http://schemas.microsoft.com/office/drawing/2014/main" id="{7C0021D2-AC71-4AAC-91A9-67D51CFCB811}"/>
              </a:ext>
            </a:extLst>
          </p:cNvPr>
          <p:cNvGrpSpPr>
            <a:grpSpLocks/>
          </p:cNvGrpSpPr>
          <p:nvPr/>
        </p:nvGrpSpPr>
        <p:grpSpPr bwMode="auto">
          <a:xfrm>
            <a:off x="6821488" y="5408613"/>
            <a:ext cx="519112" cy="128587"/>
            <a:chOff x="2199" y="955"/>
            <a:chExt cx="2547" cy="506"/>
          </a:xfrm>
        </p:grpSpPr>
        <p:sp>
          <p:nvSpPr>
            <p:cNvPr id="26980" name="Freeform 881">
              <a:extLst>
                <a:ext uri="{FF2B5EF4-FFF2-40B4-BE49-F238E27FC236}">
                  <a16:creationId xmlns:a16="http://schemas.microsoft.com/office/drawing/2014/main" id="{FAB5019C-FBE0-4601-A2AB-D755FBE259C1}"/>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81" name="Freeform 882">
              <a:extLst>
                <a:ext uri="{FF2B5EF4-FFF2-40B4-BE49-F238E27FC236}">
                  <a16:creationId xmlns:a16="http://schemas.microsoft.com/office/drawing/2014/main" id="{25AED158-FA5C-4AE0-8AD1-6746AE2B63D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82" name="Freeform 883">
              <a:extLst>
                <a:ext uri="{FF2B5EF4-FFF2-40B4-BE49-F238E27FC236}">
                  <a16:creationId xmlns:a16="http://schemas.microsoft.com/office/drawing/2014/main" id="{16AA2BF8-BA2E-4362-A473-F17AD94C92C3}"/>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83" name="Freeform 884">
              <a:extLst>
                <a:ext uri="{FF2B5EF4-FFF2-40B4-BE49-F238E27FC236}">
                  <a16:creationId xmlns:a16="http://schemas.microsoft.com/office/drawing/2014/main" id="{19F094B9-D5C2-4480-B0AE-86198960F3DC}"/>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84" name="Freeform 885">
              <a:extLst>
                <a:ext uri="{FF2B5EF4-FFF2-40B4-BE49-F238E27FC236}">
                  <a16:creationId xmlns:a16="http://schemas.microsoft.com/office/drawing/2014/main" id="{9D311D6E-E362-4AB6-94DE-9A78DE7D8638}"/>
                </a:ext>
              </a:extLst>
            </p:cNvPr>
            <p:cNvSpPr>
              <a:spLocks/>
            </p:cNvSpPr>
            <p:nvPr/>
          </p:nvSpPr>
          <p:spPr bwMode="auto">
            <a:xfrm>
              <a:off x="3646" y="997"/>
              <a:ext cx="660" cy="336"/>
            </a:xfrm>
            <a:custGeom>
              <a:avLst/>
              <a:gdLst>
                <a:gd name="T0" fmla="*/ 741 w 646"/>
                <a:gd name="T1" fmla="*/ 17741 h 300"/>
                <a:gd name="T2" fmla="*/ 1056 w 646"/>
                <a:gd name="T3" fmla="*/ 14979 h 300"/>
                <a:gd name="T4" fmla="*/ 1313 w 646"/>
                <a:gd name="T5" fmla="*/ 11319 h 300"/>
                <a:gd name="T6" fmla="*/ 1356 w 646"/>
                <a:gd name="T7" fmla="*/ 6335 h 300"/>
                <a:gd name="T8" fmla="*/ 994 w 646"/>
                <a:gd name="T9" fmla="*/ 353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985" name="Freeform 886">
              <a:extLst>
                <a:ext uri="{FF2B5EF4-FFF2-40B4-BE49-F238E27FC236}">
                  <a16:creationId xmlns:a16="http://schemas.microsoft.com/office/drawing/2014/main" id="{F0819F16-ED2D-469B-9F9B-D5D81DC83707}"/>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pic>
        <p:nvPicPr>
          <p:cNvPr id="26671" name="Picture 887" descr="access_point_stylized_small">
            <a:extLst>
              <a:ext uri="{FF2B5EF4-FFF2-40B4-BE49-F238E27FC236}">
                <a16:creationId xmlns:a16="http://schemas.microsoft.com/office/drawing/2014/main" id="{30EDBEC0-CEAB-4964-8B0A-2109996713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9625" y="5056188"/>
            <a:ext cx="43338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72" name="Line 888">
            <a:extLst>
              <a:ext uri="{FF2B5EF4-FFF2-40B4-BE49-F238E27FC236}">
                <a16:creationId xmlns:a16="http://schemas.microsoft.com/office/drawing/2014/main" id="{225D5F39-4240-47CD-B52A-1B860B48A63B}"/>
              </a:ext>
            </a:extLst>
          </p:cNvPr>
          <p:cNvSpPr>
            <a:spLocks noChangeShapeType="1"/>
          </p:cNvSpPr>
          <p:nvPr/>
        </p:nvSpPr>
        <p:spPr bwMode="auto">
          <a:xfrm rot="5400000" flipV="1">
            <a:off x="7991475"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6673" name="Group 889">
            <a:extLst>
              <a:ext uri="{FF2B5EF4-FFF2-40B4-BE49-F238E27FC236}">
                <a16:creationId xmlns:a16="http://schemas.microsoft.com/office/drawing/2014/main" id="{6844C2EB-57AD-406F-A5AB-7502657E6F8D}"/>
              </a:ext>
            </a:extLst>
          </p:cNvPr>
          <p:cNvGrpSpPr>
            <a:grpSpLocks/>
          </p:cNvGrpSpPr>
          <p:nvPr/>
        </p:nvGrpSpPr>
        <p:grpSpPr bwMode="auto">
          <a:xfrm flipH="1">
            <a:off x="5775325" y="4533900"/>
            <a:ext cx="414338" cy="373063"/>
            <a:chOff x="2839" y="3501"/>
            <a:chExt cx="755" cy="803"/>
          </a:xfrm>
        </p:grpSpPr>
        <p:pic>
          <p:nvPicPr>
            <p:cNvPr id="26978" name="Picture 890" descr="desktop_computer_stylized_medium">
              <a:extLst>
                <a:ext uri="{FF2B5EF4-FFF2-40B4-BE49-F238E27FC236}">
                  <a16:creationId xmlns:a16="http://schemas.microsoft.com/office/drawing/2014/main" id="{477F0D25-1E40-479A-8335-15B3CE8049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979" name="Freeform 891">
              <a:extLst>
                <a:ext uri="{FF2B5EF4-FFF2-40B4-BE49-F238E27FC236}">
                  <a16:creationId xmlns:a16="http://schemas.microsoft.com/office/drawing/2014/main" id="{DE23AD2A-91EE-492E-976F-D2FC5442CBF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26674" name="Group 892">
            <a:extLst>
              <a:ext uri="{FF2B5EF4-FFF2-40B4-BE49-F238E27FC236}">
                <a16:creationId xmlns:a16="http://schemas.microsoft.com/office/drawing/2014/main" id="{65F28AD7-829E-4052-9CA6-77F2F499508E}"/>
              </a:ext>
            </a:extLst>
          </p:cNvPr>
          <p:cNvGrpSpPr>
            <a:grpSpLocks/>
          </p:cNvGrpSpPr>
          <p:nvPr/>
        </p:nvGrpSpPr>
        <p:grpSpPr bwMode="auto">
          <a:xfrm flipH="1">
            <a:off x="5457825" y="4954588"/>
            <a:ext cx="482600" cy="406400"/>
            <a:chOff x="2839" y="3501"/>
            <a:chExt cx="755" cy="803"/>
          </a:xfrm>
        </p:grpSpPr>
        <p:pic>
          <p:nvPicPr>
            <p:cNvPr id="26976" name="Picture 893" descr="desktop_computer_stylized_medium">
              <a:extLst>
                <a:ext uri="{FF2B5EF4-FFF2-40B4-BE49-F238E27FC236}">
                  <a16:creationId xmlns:a16="http://schemas.microsoft.com/office/drawing/2014/main" id="{0527E63D-84ED-4095-A0DF-A26952A958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977" name="Freeform 894">
              <a:extLst>
                <a:ext uri="{FF2B5EF4-FFF2-40B4-BE49-F238E27FC236}">
                  <a16:creationId xmlns:a16="http://schemas.microsoft.com/office/drawing/2014/main" id="{D75A70A6-06A9-48B1-B32B-75C17679D1D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26675" name="Group 895">
            <a:extLst>
              <a:ext uri="{FF2B5EF4-FFF2-40B4-BE49-F238E27FC236}">
                <a16:creationId xmlns:a16="http://schemas.microsoft.com/office/drawing/2014/main" id="{4F9E30C0-18BE-4D97-9FD2-44E178DDD846}"/>
              </a:ext>
            </a:extLst>
          </p:cNvPr>
          <p:cNvGrpSpPr>
            <a:grpSpLocks/>
          </p:cNvGrpSpPr>
          <p:nvPr/>
        </p:nvGrpSpPr>
        <p:grpSpPr bwMode="auto">
          <a:xfrm flipH="1">
            <a:off x="5935663" y="5256213"/>
            <a:ext cx="427037" cy="349250"/>
            <a:chOff x="2839" y="3501"/>
            <a:chExt cx="755" cy="803"/>
          </a:xfrm>
        </p:grpSpPr>
        <p:pic>
          <p:nvPicPr>
            <p:cNvPr id="26974" name="Picture 896" descr="desktop_computer_stylized_medium">
              <a:extLst>
                <a:ext uri="{FF2B5EF4-FFF2-40B4-BE49-F238E27FC236}">
                  <a16:creationId xmlns:a16="http://schemas.microsoft.com/office/drawing/2014/main" id="{665E5D53-864C-464E-B05B-DC9BA5CEC7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975" name="Freeform 897">
              <a:extLst>
                <a:ext uri="{FF2B5EF4-FFF2-40B4-BE49-F238E27FC236}">
                  <a16:creationId xmlns:a16="http://schemas.microsoft.com/office/drawing/2014/main" id="{EC7FEFD0-626D-48B3-BDAB-9A683282447E}"/>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26676" name="Group 898">
            <a:extLst>
              <a:ext uri="{FF2B5EF4-FFF2-40B4-BE49-F238E27FC236}">
                <a16:creationId xmlns:a16="http://schemas.microsoft.com/office/drawing/2014/main" id="{1B4760CC-0E18-4611-8678-A5093B866B91}"/>
              </a:ext>
            </a:extLst>
          </p:cNvPr>
          <p:cNvGrpSpPr>
            <a:grpSpLocks/>
          </p:cNvGrpSpPr>
          <p:nvPr/>
        </p:nvGrpSpPr>
        <p:grpSpPr bwMode="auto">
          <a:xfrm>
            <a:off x="6550025" y="5238750"/>
            <a:ext cx="427038" cy="350838"/>
            <a:chOff x="2839" y="3501"/>
            <a:chExt cx="755" cy="803"/>
          </a:xfrm>
        </p:grpSpPr>
        <p:pic>
          <p:nvPicPr>
            <p:cNvPr id="26972" name="Picture 899" descr="desktop_computer_stylized_medium">
              <a:extLst>
                <a:ext uri="{FF2B5EF4-FFF2-40B4-BE49-F238E27FC236}">
                  <a16:creationId xmlns:a16="http://schemas.microsoft.com/office/drawing/2014/main" id="{99573BEE-0C5E-4982-AA3F-08EBDDB6B00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973" name="Freeform 900">
              <a:extLst>
                <a:ext uri="{FF2B5EF4-FFF2-40B4-BE49-F238E27FC236}">
                  <a16:creationId xmlns:a16="http://schemas.microsoft.com/office/drawing/2014/main" id="{D70F45CA-D6EF-47AF-8CF3-C643BB4F7706}"/>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pic>
        <p:nvPicPr>
          <p:cNvPr id="26677" name="Picture 901" descr="car_icon_small">
            <a:extLst>
              <a:ext uri="{FF2B5EF4-FFF2-40B4-BE49-F238E27FC236}">
                <a16:creationId xmlns:a16="http://schemas.microsoft.com/office/drawing/2014/main" id="{1E3E5583-93AF-4F39-A383-B4934909271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42063" y="1720850"/>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78" name="Group 902">
            <a:extLst>
              <a:ext uri="{FF2B5EF4-FFF2-40B4-BE49-F238E27FC236}">
                <a16:creationId xmlns:a16="http://schemas.microsoft.com/office/drawing/2014/main" id="{6DF67FEB-DD32-49CF-AECF-0FDEAEAD645E}"/>
              </a:ext>
            </a:extLst>
          </p:cNvPr>
          <p:cNvGrpSpPr>
            <a:grpSpLocks/>
          </p:cNvGrpSpPr>
          <p:nvPr/>
        </p:nvGrpSpPr>
        <p:grpSpPr bwMode="auto">
          <a:xfrm>
            <a:off x="5613400" y="1546225"/>
            <a:ext cx="415925" cy="385763"/>
            <a:chOff x="2751" y="1851"/>
            <a:chExt cx="462" cy="478"/>
          </a:xfrm>
        </p:grpSpPr>
        <p:pic>
          <p:nvPicPr>
            <p:cNvPr id="26970" name="Picture 903" descr="iphone_stylized_small">
              <a:extLst>
                <a:ext uri="{FF2B5EF4-FFF2-40B4-BE49-F238E27FC236}">
                  <a16:creationId xmlns:a16="http://schemas.microsoft.com/office/drawing/2014/main" id="{018D0308-870C-40D1-BF99-BBF7F2006B2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971" name="Picture 904" descr="antenna_radiation_stylized">
              <a:extLst>
                <a:ext uri="{FF2B5EF4-FFF2-40B4-BE49-F238E27FC236}">
                  <a16:creationId xmlns:a16="http://schemas.microsoft.com/office/drawing/2014/main" id="{E0CE8FAF-F922-4597-8A35-BCC17696968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6679" name="Picture 905" descr="access_point_stylized_small">
            <a:extLst>
              <a:ext uri="{FF2B5EF4-FFF2-40B4-BE49-F238E27FC236}">
                <a16:creationId xmlns:a16="http://schemas.microsoft.com/office/drawing/2014/main" id="{F431AA4E-5F85-4858-97B6-7B956606E7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4388" y="5057775"/>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680" name="Group 906">
            <a:extLst>
              <a:ext uri="{FF2B5EF4-FFF2-40B4-BE49-F238E27FC236}">
                <a16:creationId xmlns:a16="http://schemas.microsoft.com/office/drawing/2014/main" id="{F86C5758-EBFC-4347-B96C-69DDAAC30362}"/>
              </a:ext>
            </a:extLst>
          </p:cNvPr>
          <p:cNvGrpSpPr>
            <a:grpSpLocks/>
          </p:cNvGrpSpPr>
          <p:nvPr/>
        </p:nvGrpSpPr>
        <p:grpSpPr bwMode="auto">
          <a:xfrm>
            <a:off x="8240713" y="5002213"/>
            <a:ext cx="227012" cy="481012"/>
            <a:chOff x="4140" y="429"/>
            <a:chExt cx="1425" cy="2396"/>
          </a:xfrm>
        </p:grpSpPr>
        <p:sp>
          <p:nvSpPr>
            <p:cNvPr id="26938" name="Freeform 907">
              <a:extLst>
                <a:ext uri="{FF2B5EF4-FFF2-40B4-BE49-F238E27FC236}">
                  <a16:creationId xmlns:a16="http://schemas.microsoft.com/office/drawing/2014/main" id="{CAB78B1D-1D06-47A5-9BDF-3742F0D797C2}"/>
                </a:ext>
              </a:extLst>
            </p:cNvPr>
            <p:cNvSpPr>
              <a:spLocks/>
            </p:cNvSpPr>
            <p:nvPr/>
          </p:nvSpPr>
          <p:spPr bwMode="auto">
            <a:xfrm>
              <a:off x="5268" y="433"/>
              <a:ext cx="283" cy="2286"/>
            </a:xfrm>
            <a:custGeom>
              <a:avLst/>
              <a:gdLst>
                <a:gd name="T0" fmla="*/ 2 w 354"/>
                <a:gd name="T1" fmla="*/ 0 h 2742"/>
                <a:gd name="T2" fmla="*/ 2 w 354"/>
                <a:gd name="T3" fmla="*/ 3 h 2742"/>
                <a:gd name="T4" fmla="*/ 2 w 354"/>
                <a:gd name="T5" fmla="*/ 4 h 2742"/>
                <a:gd name="T6" fmla="*/ 0 w 354"/>
                <a:gd name="T7" fmla="*/ 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39" name="Rectangle 908">
              <a:extLst>
                <a:ext uri="{FF2B5EF4-FFF2-40B4-BE49-F238E27FC236}">
                  <a16:creationId xmlns:a16="http://schemas.microsoft.com/office/drawing/2014/main" id="{1CBC7F49-5DDF-4629-A22C-44F50004538A}"/>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40" name="Freeform 909">
              <a:extLst>
                <a:ext uri="{FF2B5EF4-FFF2-40B4-BE49-F238E27FC236}">
                  <a16:creationId xmlns:a16="http://schemas.microsoft.com/office/drawing/2014/main" id="{EC9BA7F2-A4D8-4215-9B1A-69613D552D32}"/>
                </a:ext>
              </a:extLst>
            </p:cNvPr>
            <p:cNvSpPr>
              <a:spLocks/>
            </p:cNvSpPr>
            <p:nvPr/>
          </p:nvSpPr>
          <p:spPr bwMode="auto">
            <a:xfrm>
              <a:off x="5321" y="570"/>
              <a:ext cx="169" cy="2115"/>
            </a:xfrm>
            <a:custGeom>
              <a:avLst/>
              <a:gdLst>
                <a:gd name="T0" fmla="*/ 2 w 211"/>
                <a:gd name="T1" fmla="*/ 0 h 2537"/>
                <a:gd name="T2" fmla="*/ 2 w 211"/>
                <a:gd name="T3" fmla="*/ 3 h 2537"/>
                <a:gd name="T4" fmla="*/ 2 w 211"/>
                <a:gd name="T5" fmla="*/ 4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41" name="Freeform 910">
              <a:extLst>
                <a:ext uri="{FF2B5EF4-FFF2-40B4-BE49-F238E27FC236}">
                  <a16:creationId xmlns:a16="http://schemas.microsoft.com/office/drawing/2014/main" id="{1611A342-E40E-4B97-936C-9E2E7403A1C4}"/>
                </a:ext>
              </a:extLst>
            </p:cNvPr>
            <p:cNvSpPr>
              <a:spLocks/>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42" name="Rectangle 911">
              <a:extLst>
                <a:ext uri="{FF2B5EF4-FFF2-40B4-BE49-F238E27FC236}">
                  <a16:creationId xmlns:a16="http://schemas.microsoft.com/office/drawing/2014/main" id="{E88A4C08-421C-4FA0-B349-D4EC200A9239}"/>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nvGrpSpPr>
            <p:cNvPr id="26943" name="Group 912">
              <a:extLst>
                <a:ext uri="{FF2B5EF4-FFF2-40B4-BE49-F238E27FC236}">
                  <a16:creationId xmlns:a16="http://schemas.microsoft.com/office/drawing/2014/main" id="{5DF9C2AD-D41F-478D-B43F-230B40FEE34D}"/>
                </a:ext>
              </a:extLst>
            </p:cNvPr>
            <p:cNvGrpSpPr>
              <a:grpSpLocks/>
            </p:cNvGrpSpPr>
            <p:nvPr/>
          </p:nvGrpSpPr>
          <p:grpSpPr bwMode="auto">
            <a:xfrm>
              <a:off x="4749" y="668"/>
              <a:ext cx="581" cy="145"/>
              <a:chOff x="614" y="2568"/>
              <a:chExt cx="725" cy="139"/>
            </a:xfrm>
          </p:grpSpPr>
          <p:sp>
            <p:nvSpPr>
              <p:cNvPr id="26968" name="AutoShape 913">
                <a:extLst>
                  <a:ext uri="{FF2B5EF4-FFF2-40B4-BE49-F238E27FC236}">
                    <a16:creationId xmlns:a16="http://schemas.microsoft.com/office/drawing/2014/main" id="{4C5C1F27-C3DF-40CF-9BDE-7BBAAF7FD7CE}"/>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69" name="AutoShape 914">
                <a:extLst>
                  <a:ext uri="{FF2B5EF4-FFF2-40B4-BE49-F238E27FC236}">
                    <a16:creationId xmlns:a16="http://schemas.microsoft.com/office/drawing/2014/main" id="{34298A65-1656-4D5C-8B6D-A6F9CA954CD5}"/>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sp>
          <p:nvSpPr>
            <p:cNvPr id="26944" name="Rectangle 915">
              <a:extLst>
                <a:ext uri="{FF2B5EF4-FFF2-40B4-BE49-F238E27FC236}">
                  <a16:creationId xmlns:a16="http://schemas.microsoft.com/office/drawing/2014/main" id="{FB0B063B-504A-484D-95D9-1DB8EB1A928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nvGrpSpPr>
            <p:cNvPr id="26945" name="Group 916">
              <a:extLst>
                <a:ext uri="{FF2B5EF4-FFF2-40B4-BE49-F238E27FC236}">
                  <a16:creationId xmlns:a16="http://schemas.microsoft.com/office/drawing/2014/main" id="{26EA99BD-2AD2-4FE7-A0AC-55053A052BDA}"/>
                </a:ext>
              </a:extLst>
            </p:cNvPr>
            <p:cNvGrpSpPr>
              <a:grpSpLocks/>
            </p:cNvGrpSpPr>
            <p:nvPr/>
          </p:nvGrpSpPr>
          <p:grpSpPr bwMode="auto">
            <a:xfrm>
              <a:off x="4747" y="994"/>
              <a:ext cx="581" cy="134"/>
              <a:chOff x="614" y="2568"/>
              <a:chExt cx="725" cy="139"/>
            </a:xfrm>
          </p:grpSpPr>
          <p:sp>
            <p:nvSpPr>
              <p:cNvPr id="26966" name="AutoShape 917">
                <a:extLst>
                  <a:ext uri="{FF2B5EF4-FFF2-40B4-BE49-F238E27FC236}">
                    <a16:creationId xmlns:a16="http://schemas.microsoft.com/office/drawing/2014/main" id="{ED62C26B-E4A3-4C90-B918-6C58034F4C0C}"/>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67" name="AutoShape 918">
                <a:extLst>
                  <a:ext uri="{FF2B5EF4-FFF2-40B4-BE49-F238E27FC236}">
                    <a16:creationId xmlns:a16="http://schemas.microsoft.com/office/drawing/2014/main" id="{18621204-D71F-492D-B569-1D8C7A258726}"/>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sp>
          <p:nvSpPr>
            <p:cNvPr id="26946" name="Rectangle 919">
              <a:extLst>
                <a:ext uri="{FF2B5EF4-FFF2-40B4-BE49-F238E27FC236}">
                  <a16:creationId xmlns:a16="http://schemas.microsoft.com/office/drawing/2014/main" id="{BF7F5417-C27C-41CD-AEEF-D3567E49E523}"/>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47" name="Rectangle 920">
              <a:extLst>
                <a:ext uri="{FF2B5EF4-FFF2-40B4-BE49-F238E27FC236}">
                  <a16:creationId xmlns:a16="http://schemas.microsoft.com/office/drawing/2014/main" id="{FDD76AD3-B860-495F-86AB-AF69B2A7F653}"/>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nvGrpSpPr>
            <p:cNvPr id="26948" name="Group 921">
              <a:extLst>
                <a:ext uri="{FF2B5EF4-FFF2-40B4-BE49-F238E27FC236}">
                  <a16:creationId xmlns:a16="http://schemas.microsoft.com/office/drawing/2014/main" id="{A3562514-1DB2-49E3-8F57-1C68EA28FC08}"/>
                </a:ext>
              </a:extLst>
            </p:cNvPr>
            <p:cNvGrpSpPr>
              <a:grpSpLocks/>
            </p:cNvGrpSpPr>
            <p:nvPr/>
          </p:nvGrpSpPr>
          <p:grpSpPr bwMode="auto">
            <a:xfrm>
              <a:off x="4735" y="1627"/>
              <a:ext cx="582" cy="151"/>
              <a:chOff x="614" y="2568"/>
              <a:chExt cx="725" cy="139"/>
            </a:xfrm>
          </p:grpSpPr>
          <p:sp>
            <p:nvSpPr>
              <p:cNvPr id="26964" name="AutoShape 922">
                <a:extLst>
                  <a:ext uri="{FF2B5EF4-FFF2-40B4-BE49-F238E27FC236}">
                    <a16:creationId xmlns:a16="http://schemas.microsoft.com/office/drawing/2014/main" id="{6BE465D4-5E11-42F4-B2E2-BF8B8F51B02D}"/>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65" name="AutoShape 923">
                <a:extLst>
                  <a:ext uri="{FF2B5EF4-FFF2-40B4-BE49-F238E27FC236}">
                    <a16:creationId xmlns:a16="http://schemas.microsoft.com/office/drawing/2014/main" id="{9A0D4200-30F6-4E33-BB4A-D5FFFE808449}"/>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sp>
          <p:nvSpPr>
            <p:cNvPr id="26949" name="Freeform 924">
              <a:extLst>
                <a:ext uri="{FF2B5EF4-FFF2-40B4-BE49-F238E27FC236}">
                  <a16:creationId xmlns:a16="http://schemas.microsoft.com/office/drawing/2014/main" id="{04A4CFD8-A6D6-4618-8190-3785C1E238B0}"/>
                </a:ext>
              </a:extLst>
            </p:cNvPr>
            <p:cNvSpPr>
              <a:spLocks/>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6950" name="Group 925">
              <a:extLst>
                <a:ext uri="{FF2B5EF4-FFF2-40B4-BE49-F238E27FC236}">
                  <a16:creationId xmlns:a16="http://schemas.microsoft.com/office/drawing/2014/main" id="{22872AD8-C791-4A12-BEF0-6CE763B09834}"/>
                </a:ext>
              </a:extLst>
            </p:cNvPr>
            <p:cNvGrpSpPr>
              <a:grpSpLocks/>
            </p:cNvGrpSpPr>
            <p:nvPr/>
          </p:nvGrpSpPr>
          <p:grpSpPr bwMode="auto">
            <a:xfrm>
              <a:off x="4739" y="1327"/>
              <a:ext cx="582" cy="139"/>
              <a:chOff x="614" y="2568"/>
              <a:chExt cx="725" cy="139"/>
            </a:xfrm>
          </p:grpSpPr>
          <p:sp>
            <p:nvSpPr>
              <p:cNvPr id="26962" name="AutoShape 926">
                <a:extLst>
                  <a:ext uri="{FF2B5EF4-FFF2-40B4-BE49-F238E27FC236}">
                    <a16:creationId xmlns:a16="http://schemas.microsoft.com/office/drawing/2014/main" id="{7C2143AE-92D5-4ABE-BB38-78EC4A2FED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63" name="AutoShape 927">
                <a:extLst>
                  <a:ext uri="{FF2B5EF4-FFF2-40B4-BE49-F238E27FC236}">
                    <a16:creationId xmlns:a16="http://schemas.microsoft.com/office/drawing/2014/main" id="{439E7345-C8B1-4781-A70C-BBB595103733}"/>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sp>
          <p:nvSpPr>
            <p:cNvPr id="26951" name="Rectangle 928">
              <a:extLst>
                <a:ext uri="{FF2B5EF4-FFF2-40B4-BE49-F238E27FC236}">
                  <a16:creationId xmlns:a16="http://schemas.microsoft.com/office/drawing/2014/main" id="{49252082-81D5-4255-97B5-95D1BAE9F3E2}"/>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52" name="Freeform 929">
              <a:extLst>
                <a:ext uri="{FF2B5EF4-FFF2-40B4-BE49-F238E27FC236}">
                  <a16:creationId xmlns:a16="http://schemas.microsoft.com/office/drawing/2014/main" id="{95C3E5C5-6005-46FF-8EB1-E0A2EBE34762}"/>
                </a:ext>
              </a:extLst>
            </p:cNvPr>
            <p:cNvSpPr>
              <a:spLocks/>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53" name="Freeform 930">
              <a:extLst>
                <a:ext uri="{FF2B5EF4-FFF2-40B4-BE49-F238E27FC236}">
                  <a16:creationId xmlns:a16="http://schemas.microsoft.com/office/drawing/2014/main" id="{47CD0618-F34D-4055-8CE7-866943EBEECB}"/>
                </a:ext>
              </a:extLst>
            </p:cNvPr>
            <p:cNvSpPr>
              <a:spLocks/>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54" name="Oval 931">
              <a:extLst>
                <a:ext uri="{FF2B5EF4-FFF2-40B4-BE49-F238E27FC236}">
                  <a16:creationId xmlns:a16="http://schemas.microsoft.com/office/drawing/2014/main" id="{54021704-0BC4-474B-8BBD-CA4AAC93ABEA}"/>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55" name="Freeform 932">
              <a:extLst>
                <a:ext uri="{FF2B5EF4-FFF2-40B4-BE49-F238E27FC236}">
                  <a16:creationId xmlns:a16="http://schemas.microsoft.com/office/drawing/2014/main" id="{F6A05E40-AF1B-4415-98DE-769517E59DB2}"/>
                </a:ext>
              </a:extLst>
            </p:cNvPr>
            <p:cNvSpPr>
              <a:spLocks/>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56" name="AutoShape 933">
              <a:extLst>
                <a:ext uri="{FF2B5EF4-FFF2-40B4-BE49-F238E27FC236}">
                  <a16:creationId xmlns:a16="http://schemas.microsoft.com/office/drawing/2014/main" id="{A4679928-862A-4E82-B86E-1E28AAC64D28}"/>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57" name="AutoShape 934">
              <a:extLst>
                <a:ext uri="{FF2B5EF4-FFF2-40B4-BE49-F238E27FC236}">
                  <a16:creationId xmlns:a16="http://schemas.microsoft.com/office/drawing/2014/main" id="{668AF6DE-6E51-43F4-8422-DC5E00C898A1}"/>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58" name="Oval 935">
              <a:extLst>
                <a:ext uri="{FF2B5EF4-FFF2-40B4-BE49-F238E27FC236}">
                  <a16:creationId xmlns:a16="http://schemas.microsoft.com/office/drawing/2014/main" id="{48826161-C843-43DF-805E-2AFB9E5C4C34}"/>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59" name="Oval 936">
              <a:extLst>
                <a:ext uri="{FF2B5EF4-FFF2-40B4-BE49-F238E27FC236}">
                  <a16:creationId xmlns:a16="http://schemas.microsoft.com/office/drawing/2014/main" id="{F345E052-9BFF-4EAC-B33B-31CB6F845911}"/>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800">
                <a:solidFill>
                  <a:srgbClr val="FF0000"/>
                </a:solidFill>
                <a:ea typeface="MS PGothic" panose="020B0600070205080204" pitchFamily="34" charset="-128"/>
              </a:endParaRPr>
            </a:p>
          </p:txBody>
        </p:sp>
        <p:sp>
          <p:nvSpPr>
            <p:cNvPr id="26960" name="Oval 937">
              <a:extLst>
                <a:ext uri="{FF2B5EF4-FFF2-40B4-BE49-F238E27FC236}">
                  <a16:creationId xmlns:a16="http://schemas.microsoft.com/office/drawing/2014/main" id="{401B8BF6-8AF9-4713-95BF-2CF0E68CB85A}"/>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61" name="Rectangle 938">
              <a:extLst>
                <a:ext uri="{FF2B5EF4-FFF2-40B4-BE49-F238E27FC236}">
                  <a16:creationId xmlns:a16="http://schemas.microsoft.com/office/drawing/2014/main" id="{0650EAC7-50E4-454E-840E-D1A354B33029}"/>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grpSp>
        <p:nvGrpSpPr>
          <p:cNvPr id="26681" name="Group 939">
            <a:extLst>
              <a:ext uri="{FF2B5EF4-FFF2-40B4-BE49-F238E27FC236}">
                <a16:creationId xmlns:a16="http://schemas.microsoft.com/office/drawing/2014/main" id="{148BC652-30CF-45B6-AF4E-68F831D720A1}"/>
              </a:ext>
            </a:extLst>
          </p:cNvPr>
          <p:cNvGrpSpPr>
            <a:grpSpLocks/>
          </p:cNvGrpSpPr>
          <p:nvPr/>
        </p:nvGrpSpPr>
        <p:grpSpPr bwMode="auto">
          <a:xfrm>
            <a:off x="7924800" y="5303838"/>
            <a:ext cx="227013" cy="481012"/>
            <a:chOff x="4140" y="429"/>
            <a:chExt cx="1425" cy="2396"/>
          </a:xfrm>
        </p:grpSpPr>
        <p:sp>
          <p:nvSpPr>
            <p:cNvPr id="26906" name="Freeform 940">
              <a:extLst>
                <a:ext uri="{FF2B5EF4-FFF2-40B4-BE49-F238E27FC236}">
                  <a16:creationId xmlns:a16="http://schemas.microsoft.com/office/drawing/2014/main" id="{CE523DF7-B8DD-4354-93E0-C6D7D0DB7A92}"/>
                </a:ext>
              </a:extLst>
            </p:cNvPr>
            <p:cNvSpPr>
              <a:spLocks/>
            </p:cNvSpPr>
            <p:nvPr/>
          </p:nvSpPr>
          <p:spPr bwMode="auto">
            <a:xfrm>
              <a:off x="5268" y="433"/>
              <a:ext cx="283" cy="2286"/>
            </a:xfrm>
            <a:custGeom>
              <a:avLst/>
              <a:gdLst>
                <a:gd name="T0" fmla="*/ 2 w 354"/>
                <a:gd name="T1" fmla="*/ 0 h 2742"/>
                <a:gd name="T2" fmla="*/ 2 w 354"/>
                <a:gd name="T3" fmla="*/ 3 h 2742"/>
                <a:gd name="T4" fmla="*/ 2 w 354"/>
                <a:gd name="T5" fmla="*/ 4 h 2742"/>
                <a:gd name="T6" fmla="*/ 0 w 354"/>
                <a:gd name="T7" fmla="*/ 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07" name="Rectangle 941">
              <a:extLst>
                <a:ext uri="{FF2B5EF4-FFF2-40B4-BE49-F238E27FC236}">
                  <a16:creationId xmlns:a16="http://schemas.microsoft.com/office/drawing/2014/main" id="{3D5734DC-F4B8-4B27-8C0C-9807EAEAFFE8}"/>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08" name="Freeform 942">
              <a:extLst>
                <a:ext uri="{FF2B5EF4-FFF2-40B4-BE49-F238E27FC236}">
                  <a16:creationId xmlns:a16="http://schemas.microsoft.com/office/drawing/2014/main" id="{F0508780-EF8E-4F5C-96E7-45B4BBE61A4B}"/>
                </a:ext>
              </a:extLst>
            </p:cNvPr>
            <p:cNvSpPr>
              <a:spLocks/>
            </p:cNvSpPr>
            <p:nvPr/>
          </p:nvSpPr>
          <p:spPr bwMode="auto">
            <a:xfrm>
              <a:off x="5321" y="570"/>
              <a:ext cx="169" cy="2115"/>
            </a:xfrm>
            <a:custGeom>
              <a:avLst/>
              <a:gdLst>
                <a:gd name="T0" fmla="*/ 2 w 211"/>
                <a:gd name="T1" fmla="*/ 0 h 2537"/>
                <a:gd name="T2" fmla="*/ 2 w 211"/>
                <a:gd name="T3" fmla="*/ 3 h 2537"/>
                <a:gd name="T4" fmla="*/ 2 w 211"/>
                <a:gd name="T5" fmla="*/ 4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09" name="Freeform 943">
              <a:extLst>
                <a:ext uri="{FF2B5EF4-FFF2-40B4-BE49-F238E27FC236}">
                  <a16:creationId xmlns:a16="http://schemas.microsoft.com/office/drawing/2014/main" id="{C40ED6CF-BE16-4580-8E76-48A1A240D953}"/>
                </a:ext>
              </a:extLst>
            </p:cNvPr>
            <p:cNvSpPr>
              <a:spLocks/>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10" name="Rectangle 944">
              <a:extLst>
                <a:ext uri="{FF2B5EF4-FFF2-40B4-BE49-F238E27FC236}">
                  <a16:creationId xmlns:a16="http://schemas.microsoft.com/office/drawing/2014/main" id="{812A8106-C488-4EF2-A83F-83109929F484}"/>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nvGrpSpPr>
            <p:cNvPr id="26911" name="Group 945">
              <a:extLst>
                <a:ext uri="{FF2B5EF4-FFF2-40B4-BE49-F238E27FC236}">
                  <a16:creationId xmlns:a16="http://schemas.microsoft.com/office/drawing/2014/main" id="{8590AFA7-3143-474B-AE7C-C4066F1155B9}"/>
                </a:ext>
              </a:extLst>
            </p:cNvPr>
            <p:cNvGrpSpPr>
              <a:grpSpLocks/>
            </p:cNvGrpSpPr>
            <p:nvPr/>
          </p:nvGrpSpPr>
          <p:grpSpPr bwMode="auto">
            <a:xfrm>
              <a:off x="4749" y="668"/>
              <a:ext cx="581" cy="145"/>
              <a:chOff x="614" y="2568"/>
              <a:chExt cx="725" cy="139"/>
            </a:xfrm>
          </p:grpSpPr>
          <p:sp>
            <p:nvSpPr>
              <p:cNvPr id="26936" name="AutoShape 946">
                <a:extLst>
                  <a:ext uri="{FF2B5EF4-FFF2-40B4-BE49-F238E27FC236}">
                    <a16:creationId xmlns:a16="http://schemas.microsoft.com/office/drawing/2014/main" id="{44EFBEE9-CD5E-433A-A560-82727DF7ABB1}"/>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37" name="AutoShape 947">
                <a:extLst>
                  <a:ext uri="{FF2B5EF4-FFF2-40B4-BE49-F238E27FC236}">
                    <a16:creationId xmlns:a16="http://schemas.microsoft.com/office/drawing/2014/main" id="{DA94315A-B62E-4DCC-9F4B-E4E4BC9C2D61}"/>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sp>
          <p:nvSpPr>
            <p:cNvPr id="26912" name="Rectangle 948">
              <a:extLst>
                <a:ext uri="{FF2B5EF4-FFF2-40B4-BE49-F238E27FC236}">
                  <a16:creationId xmlns:a16="http://schemas.microsoft.com/office/drawing/2014/main" id="{B1BA1DF3-5DF2-4411-8A93-AEDE96EC15F0}"/>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nvGrpSpPr>
            <p:cNvPr id="26913" name="Group 949">
              <a:extLst>
                <a:ext uri="{FF2B5EF4-FFF2-40B4-BE49-F238E27FC236}">
                  <a16:creationId xmlns:a16="http://schemas.microsoft.com/office/drawing/2014/main" id="{AC9F3FD3-87B2-4E07-B0BA-518EF7221D70}"/>
                </a:ext>
              </a:extLst>
            </p:cNvPr>
            <p:cNvGrpSpPr>
              <a:grpSpLocks/>
            </p:cNvGrpSpPr>
            <p:nvPr/>
          </p:nvGrpSpPr>
          <p:grpSpPr bwMode="auto">
            <a:xfrm>
              <a:off x="4747" y="994"/>
              <a:ext cx="581" cy="134"/>
              <a:chOff x="614" y="2568"/>
              <a:chExt cx="725" cy="139"/>
            </a:xfrm>
          </p:grpSpPr>
          <p:sp>
            <p:nvSpPr>
              <p:cNvPr id="26934" name="AutoShape 950">
                <a:extLst>
                  <a:ext uri="{FF2B5EF4-FFF2-40B4-BE49-F238E27FC236}">
                    <a16:creationId xmlns:a16="http://schemas.microsoft.com/office/drawing/2014/main" id="{89E2B883-7E90-4497-BDD7-9B9B54F8C25D}"/>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35" name="AutoShape 951">
                <a:extLst>
                  <a:ext uri="{FF2B5EF4-FFF2-40B4-BE49-F238E27FC236}">
                    <a16:creationId xmlns:a16="http://schemas.microsoft.com/office/drawing/2014/main" id="{6FC4EA59-7149-46A0-A784-F35AFF5DBBF5}"/>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sp>
          <p:nvSpPr>
            <p:cNvPr id="26914" name="Rectangle 952">
              <a:extLst>
                <a:ext uri="{FF2B5EF4-FFF2-40B4-BE49-F238E27FC236}">
                  <a16:creationId xmlns:a16="http://schemas.microsoft.com/office/drawing/2014/main" id="{156A45C3-8CF5-4B95-ABC5-223E2A3526D3}"/>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15" name="Rectangle 953">
              <a:extLst>
                <a:ext uri="{FF2B5EF4-FFF2-40B4-BE49-F238E27FC236}">
                  <a16:creationId xmlns:a16="http://schemas.microsoft.com/office/drawing/2014/main" id="{62D3C589-7875-4A17-8A4C-F6729030140F}"/>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nvGrpSpPr>
            <p:cNvPr id="26916" name="Group 954">
              <a:extLst>
                <a:ext uri="{FF2B5EF4-FFF2-40B4-BE49-F238E27FC236}">
                  <a16:creationId xmlns:a16="http://schemas.microsoft.com/office/drawing/2014/main" id="{7A58CF75-F6D6-41AD-9ADB-ACE2FBE04785}"/>
                </a:ext>
              </a:extLst>
            </p:cNvPr>
            <p:cNvGrpSpPr>
              <a:grpSpLocks/>
            </p:cNvGrpSpPr>
            <p:nvPr/>
          </p:nvGrpSpPr>
          <p:grpSpPr bwMode="auto">
            <a:xfrm>
              <a:off x="4735" y="1627"/>
              <a:ext cx="582" cy="151"/>
              <a:chOff x="614" y="2568"/>
              <a:chExt cx="725" cy="139"/>
            </a:xfrm>
          </p:grpSpPr>
          <p:sp>
            <p:nvSpPr>
              <p:cNvPr id="26932" name="AutoShape 955">
                <a:extLst>
                  <a:ext uri="{FF2B5EF4-FFF2-40B4-BE49-F238E27FC236}">
                    <a16:creationId xmlns:a16="http://schemas.microsoft.com/office/drawing/2014/main" id="{41A3C7AF-3424-45A5-82EF-E6FB497AE31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33" name="AutoShape 956">
                <a:extLst>
                  <a:ext uri="{FF2B5EF4-FFF2-40B4-BE49-F238E27FC236}">
                    <a16:creationId xmlns:a16="http://schemas.microsoft.com/office/drawing/2014/main" id="{3D1FBEF8-3142-4577-BF18-03017BA6D867}"/>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sp>
          <p:nvSpPr>
            <p:cNvPr id="26917" name="Freeform 957">
              <a:extLst>
                <a:ext uri="{FF2B5EF4-FFF2-40B4-BE49-F238E27FC236}">
                  <a16:creationId xmlns:a16="http://schemas.microsoft.com/office/drawing/2014/main" id="{3527A9AE-D950-4D53-AB7D-ADDFE3F2F233}"/>
                </a:ext>
              </a:extLst>
            </p:cNvPr>
            <p:cNvSpPr>
              <a:spLocks/>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6918" name="Group 958">
              <a:extLst>
                <a:ext uri="{FF2B5EF4-FFF2-40B4-BE49-F238E27FC236}">
                  <a16:creationId xmlns:a16="http://schemas.microsoft.com/office/drawing/2014/main" id="{9D746A06-BB58-4E95-9B05-1541A34AD115}"/>
                </a:ext>
              </a:extLst>
            </p:cNvPr>
            <p:cNvGrpSpPr>
              <a:grpSpLocks/>
            </p:cNvGrpSpPr>
            <p:nvPr/>
          </p:nvGrpSpPr>
          <p:grpSpPr bwMode="auto">
            <a:xfrm>
              <a:off x="4739" y="1327"/>
              <a:ext cx="582" cy="139"/>
              <a:chOff x="614" y="2568"/>
              <a:chExt cx="725" cy="139"/>
            </a:xfrm>
          </p:grpSpPr>
          <p:sp>
            <p:nvSpPr>
              <p:cNvPr id="26930" name="AutoShape 959">
                <a:extLst>
                  <a:ext uri="{FF2B5EF4-FFF2-40B4-BE49-F238E27FC236}">
                    <a16:creationId xmlns:a16="http://schemas.microsoft.com/office/drawing/2014/main" id="{15CC22EB-74BE-44E5-8548-25CF5268D28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31" name="AutoShape 960">
                <a:extLst>
                  <a:ext uri="{FF2B5EF4-FFF2-40B4-BE49-F238E27FC236}">
                    <a16:creationId xmlns:a16="http://schemas.microsoft.com/office/drawing/2014/main" id="{54819C72-7E94-4AE1-8AA1-8A9AFC63CC3E}"/>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sp>
          <p:nvSpPr>
            <p:cNvPr id="26919" name="Rectangle 961">
              <a:extLst>
                <a:ext uri="{FF2B5EF4-FFF2-40B4-BE49-F238E27FC236}">
                  <a16:creationId xmlns:a16="http://schemas.microsoft.com/office/drawing/2014/main" id="{507C066A-5CE3-4EC7-9F23-5A29929C9299}"/>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20" name="Freeform 962">
              <a:extLst>
                <a:ext uri="{FF2B5EF4-FFF2-40B4-BE49-F238E27FC236}">
                  <a16:creationId xmlns:a16="http://schemas.microsoft.com/office/drawing/2014/main" id="{CE79F65F-CC9E-4FDC-BB1F-FBB90A936F1D}"/>
                </a:ext>
              </a:extLst>
            </p:cNvPr>
            <p:cNvSpPr>
              <a:spLocks/>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21" name="Freeform 963">
              <a:extLst>
                <a:ext uri="{FF2B5EF4-FFF2-40B4-BE49-F238E27FC236}">
                  <a16:creationId xmlns:a16="http://schemas.microsoft.com/office/drawing/2014/main" id="{AF02D80A-FC1A-4B61-9D10-7A05F8D0298C}"/>
                </a:ext>
              </a:extLst>
            </p:cNvPr>
            <p:cNvSpPr>
              <a:spLocks/>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22" name="Oval 964">
              <a:extLst>
                <a:ext uri="{FF2B5EF4-FFF2-40B4-BE49-F238E27FC236}">
                  <a16:creationId xmlns:a16="http://schemas.microsoft.com/office/drawing/2014/main" id="{2F4D8ED3-CE70-4BF2-A8D0-CAAAE5924AE5}"/>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23" name="Freeform 965">
              <a:extLst>
                <a:ext uri="{FF2B5EF4-FFF2-40B4-BE49-F238E27FC236}">
                  <a16:creationId xmlns:a16="http://schemas.microsoft.com/office/drawing/2014/main" id="{223137F3-3393-45B0-95FB-DF2CD8020A31}"/>
                </a:ext>
              </a:extLst>
            </p:cNvPr>
            <p:cNvSpPr>
              <a:spLocks/>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24" name="AutoShape 966">
              <a:extLst>
                <a:ext uri="{FF2B5EF4-FFF2-40B4-BE49-F238E27FC236}">
                  <a16:creationId xmlns:a16="http://schemas.microsoft.com/office/drawing/2014/main" id="{41542E65-4DB8-42B2-A1C1-29A44E8FBE74}"/>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25" name="AutoShape 967">
              <a:extLst>
                <a:ext uri="{FF2B5EF4-FFF2-40B4-BE49-F238E27FC236}">
                  <a16:creationId xmlns:a16="http://schemas.microsoft.com/office/drawing/2014/main" id="{CAFE89CA-1B4E-4910-AAA7-853B56E694F8}"/>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26" name="Oval 968">
              <a:extLst>
                <a:ext uri="{FF2B5EF4-FFF2-40B4-BE49-F238E27FC236}">
                  <a16:creationId xmlns:a16="http://schemas.microsoft.com/office/drawing/2014/main" id="{E12DC678-009F-4F9A-99A5-890531DD88A8}"/>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27" name="Oval 969">
              <a:extLst>
                <a:ext uri="{FF2B5EF4-FFF2-40B4-BE49-F238E27FC236}">
                  <a16:creationId xmlns:a16="http://schemas.microsoft.com/office/drawing/2014/main" id="{026481E6-DA64-430C-B774-A238483FFD81}"/>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800">
                <a:solidFill>
                  <a:srgbClr val="FF0000"/>
                </a:solidFill>
                <a:ea typeface="MS PGothic" panose="020B0600070205080204" pitchFamily="34" charset="-128"/>
              </a:endParaRPr>
            </a:p>
          </p:txBody>
        </p:sp>
        <p:sp>
          <p:nvSpPr>
            <p:cNvPr id="26928" name="Oval 970">
              <a:extLst>
                <a:ext uri="{FF2B5EF4-FFF2-40B4-BE49-F238E27FC236}">
                  <a16:creationId xmlns:a16="http://schemas.microsoft.com/office/drawing/2014/main" id="{444C2AB6-98BE-42AE-A21D-3C33A7A67EA8}"/>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26929" name="Rectangle 971">
              <a:extLst>
                <a:ext uri="{FF2B5EF4-FFF2-40B4-BE49-F238E27FC236}">
                  <a16:creationId xmlns:a16="http://schemas.microsoft.com/office/drawing/2014/main" id="{5C0E6C25-22A3-407F-9C3F-D8ACA46D935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grpSp>
        <p:nvGrpSpPr>
          <p:cNvPr id="26682" name="Group 972">
            <a:extLst>
              <a:ext uri="{FF2B5EF4-FFF2-40B4-BE49-F238E27FC236}">
                <a16:creationId xmlns:a16="http://schemas.microsoft.com/office/drawing/2014/main" id="{71A1BF48-CB31-4003-A945-BCD55A93C783}"/>
              </a:ext>
            </a:extLst>
          </p:cNvPr>
          <p:cNvGrpSpPr>
            <a:grpSpLocks/>
          </p:cNvGrpSpPr>
          <p:nvPr/>
        </p:nvGrpSpPr>
        <p:grpSpPr bwMode="auto">
          <a:xfrm>
            <a:off x="5302250" y="2043113"/>
            <a:ext cx="534988" cy="407987"/>
            <a:chOff x="877" y="1008"/>
            <a:chExt cx="2747" cy="2591"/>
          </a:xfrm>
        </p:grpSpPr>
        <p:pic>
          <p:nvPicPr>
            <p:cNvPr id="26883" name="Picture 973" descr="antenna_stylized">
              <a:extLst>
                <a:ext uri="{FF2B5EF4-FFF2-40B4-BE49-F238E27FC236}">
                  <a16:creationId xmlns:a16="http://schemas.microsoft.com/office/drawing/2014/main" id="{7ECDA9DC-EFB7-49E7-B5D6-1568EC85419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884" name="Picture 974" descr="laptop_keyboard">
              <a:extLst>
                <a:ext uri="{FF2B5EF4-FFF2-40B4-BE49-F238E27FC236}">
                  <a16:creationId xmlns:a16="http://schemas.microsoft.com/office/drawing/2014/main" id="{7DC68B20-1457-4C7D-872F-4D33071D734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885" name="Freeform 975">
              <a:extLst>
                <a:ext uri="{FF2B5EF4-FFF2-40B4-BE49-F238E27FC236}">
                  <a16:creationId xmlns:a16="http://schemas.microsoft.com/office/drawing/2014/main" id="{2DA9EF93-C2EB-46DD-8C7C-68779F8F4CF6}"/>
                </a:ext>
              </a:extLst>
            </p:cNvPr>
            <p:cNvSpPr>
              <a:spLocks/>
            </p:cNvSpPr>
            <p:nvPr/>
          </p:nvSpPr>
          <p:spPr bwMode="auto">
            <a:xfrm>
              <a:off x="1753" y="1603"/>
              <a:ext cx="1807" cy="1322"/>
            </a:xfrm>
            <a:custGeom>
              <a:avLst/>
              <a:gdLst>
                <a:gd name="T0" fmla="*/ 1 w 2982"/>
                <a:gd name="T1" fmla="*/ 0 h 2442"/>
                <a:gd name="T2" fmla="*/ 0 w 2982"/>
                <a:gd name="T3" fmla="*/ 1 h 2442"/>
                <a:gd name="T4" fmla="*/ 1 w 2982"/>
                <a:gd name="T5" fmla="*/ 1 h 2442"/>
                <a:gd name="T6" fmla="*/ 1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26886" name="Picture 976" descr="screen">
              <a:extLst>
                <a:ext uri="{FF2B5EF4-FFF2-40B4-BE49-F238E27FC236}">
                  <a16:creationId xmlns:a16="http://schemas.microsoft.com/office/drawing/2014/main" id="{4AE16104-7BB8-4804-A01C-323D0F44792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887" name="Freeform 977">
              <a:extLst>
                <a:ext uri="{FF2B5EF4-FFF2-40B4-BE49-F238E27FC236}">
                  <a16:creationId xmlns:a16="http://schemas.microsoft.com/office/drawing/2014/main" id="{10269F22-FAC2-4535-A8C8-7A910C64BE1A}"/>
                </a:ext>
              </a:extLst>
            </p:cNvPr>
            <p:cNvSpPr>
              <a:spLocks/>
            </p:cNvSpPr>
            <p:nvPr/>
          </p:nvSpPr>
          <p:spPr bwMode="auto">
            <a:xfrm>
              <a:off x="2082" y="1564"/>
              <a:ext cx="1531" cy="246"/>
            </a:xfrm>
            <a:custGeom>
              <a:avLst/>
              <a:gdLst>
                <a:gd name="T0" fmla="*/ 1 w 2528"/>
                <a:gd name="T1" fmla="*/ 0 h 455"/>
                <a:gd name="T2" fmla="*/ 1 w 2528"/>
                <a:gd name="T3" fmla="*/ 1 h 455"/>
                <a:gd name="T4" fmla="*/ 1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88" name="Freeform 978">
              <a:extLst>
                <a:ext uri="{FF2B5EF4-FFF2-40B4-BE49-F238E27FC236}">
                  <a16:creationId xmlns:a16="http://schemas.microsoft.com/office/drawing/2014/main" id="{959F17E3-235E-42B9-ACDB-CDC9D0AFD976}"/>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89" name="Freeform 979">
              <a:extLst>
                <a:ext uri="{FF2B5EF4-FFF2-40B4-BE49-F238E27FC236}">
                  <a16:creationId xmlns:a16="http://schemas.microsoft.com/office/drawing/2014/main" id="{6BF02327-0859-4FAA-80D1-65677B5AAD1E}"/>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90" name="Freeform 980">
              <a:extLst>
                <a:ext uri="{FF2B5EF4-FFF2-40B4-BE49-F238E27FC236}">
                  <a16:creationId xmlns:a16="http://schemas.microsoft.com/office/drawing/2014/main" id="{C54CD180-97E5-4FDE-8D2B-5B364C4AD6A7}"/>
                </a:ext>
              </a:extLst>
            </p:cNvPr>
            <p:cNvSpPr>
              <a:spLocks/>
            </p:cNvSpPr>
            <p:nvPr/>
          </p:nvSpPr>
          <p:spPr bwMode="auto">
            <a:xfrm>
              <a:off x="1732" y="2534"/>
              <a:ext cx="1680" cy="399"/>
            </a:xfrm>
            <a:custGeom>
              <a:avLst/>
              <a:gdLst>
                <a:gd name="T0" fmla="*/ 1 w 2773"/>
                <a:gd name="T1" fmla="*/ 0 h 738"/>
                <a:gd name="T2" fmla="*/ 0 w 2773"/>
                <a:gd name="T3" fmla="*/ 1 h 738"/>
                <a:gd name="T4" fmla="*/ 1 w 2773"/>
                <a:gd name="T5" fmla="*/ 1 h 738"/>
                <a:gd name="T6" fmla="*/ 1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91" name="Freeform 981">
              <a:extLst>
                <a:ext uri="{FF2B5EF4-FFF2-40B4-BE49-F238E27FC236}">
                  <a16:creationId xmlns:a16="http://schemas.microsoft.com/office/drawing/2014/main" id="{E8C042DA-0E33-49B8-B0D4-9EA1F7325666}"/>
                </a:ext>
              </a:extLst>
            </p:cNvPr>
            <p:cNvSpPr>
              <a:spLocks/>
            </p:cNvSpPr>
            <p:nvPr/>
          </p:nvSpPr>
          <p:spPr bwMode="auto">
            <a:xfrm>
              <a:off x="3195" y="1755"/>
              <a:ext cx="429" cy="1187"/>
            </a:xfrm>
            <a:custGeom>
              <a:avLst/>
              <a:gdLst>
                <a:gd name="T0" fmla="*/ 1 w 637"/>
                <a:gd name="T1" fmla="*/ 0 h 1659"/>
                <a:gd name="T2" fmla="*/ 1 w 637"/>
                <a:gd name="T3" fmla="*/ 0 h 1659"/>
                <a:gd name="T4" fmla="*/ 1 w 637"/>
                <a:gd name="T5" fmla="*/ 1 h 1659"/>
                <a:gd name="T6" fmla="*/ 0 w 637"/>
                <a:gd name="T7" fmla="*/ 1 h 1659"/>
                <a:gd name="T8" fmla="*/ 1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92" name="Freeform 982">
              <a:extLst>
                <a:ext uri="{FF2B5EF4-FFF2-40B4-BE49-F238E27FC236}">
                  <a16:creationId xmlns:a16="http://schemas.microsoft.com/office/drawing/2014/main" id="{1251F644-8B0C-43C6-8245-F4B1CDD0E33F}"/>
                </a:ext>
              </a:extLst>
            </p:cNvPr>
            <p:cNvSpPr>
              <a:spLocks/>
            </p:cNvSpPr>
            <p:nvPr/>
          </p:nvSpPr>
          <p:spPr bwMode="auto">
            <a:xfrm>
              <a:off x="1734" y="2587"/>
              <a:ext cx="1494" cy="394"/>
            </a:xfrm>
            <a:custGeom>
              <a:avLst/>
              <a:gdLst>
                <a:gd name="T0" fmla="*/ 0 w 2216"/>
                <a:gd name="T1" fmla="*/ 0 h 550"/>
                <a:gd name="T2" fmla="*/ 1 w 2216"/>
                <a:gd name="T3" fmla="*/ 1 h 550"/>
                <a:gd name="T4" fmla="*/ 1 w 2216"/>
                <a:gd name="T5" fmla="*/ 1 h 550"/>
                <a:gd name="T6" fmla="*/ 1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6893" name="Group 983">
              <a:extLst>
                <a:ext uri="{FF2B5EF4-FFF2-40B4-BE49-F238E27FC236}">
                  <a16:creationId xmlns:a16="http://schemas.microsoft.com/office/drawing/2014/main" id="{33D9145B-7C98-4F0C-B26D-46C5985E6716}"/>
                </a:ext>
              </a:extLst>
            </p:cNvPr>
            <p:cNvGrpSpPr>
              <a:grpSpLocks/>
            </p:cNvGrpSpPr>
            <p:nvPr/>
          </p:nvGrpSpPr>
          <p:grpSpPr bwMode="auto">
            <a:xfrm>
              <a:off x="1709" y="3008"/>
              <a:ext cx="507" cy="234"/>
              <a:chOff x="1740" y="2642"/>
              <a:chExt cx="752" cy="327"/>
            </a:xfrm>
          </p:grpSpPr>
          <p:sp>
            <p:nvSpPr>
              <p:cNvPr id="26900" name="Freeform 984">
                <a:extLst>
                  <a:ext uri="{FF2B5EF4-FFF2-40B4-BE49-F238E27FC236}">
                    <a16:creationId xmlns:a16="http://schemas.microsoft.com/office/drawing/2014/main" id="{82D9C437-2BAD-4FD5-9CD8-7500171FF8DF}"/>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01" name="Freeform 985">
                <a:extLst>
                  <a:ext uri="{FF2B5EF4-FFF2-40B4-BE49-F238E27FC236}">
                    <a16:creationId xmlns:a16="http://schemas.microsoft.com/office/drawing/2014/main" id="{FDC882AF-08DE-4712-AD07-2277AF500DB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02" name="Freeform 986">
                <a:extLst>
                  <a:ext uri="{FF2B5EF4-FFF2-40B4-BE49-F238E27FC236}">
                    <a16:creationId xmlns:a16="http://schemas.microsoft.com/office/drawing/2014/main" id="{53BB25D0-4472-4675-AAF1-F5F34A467419}"/>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03" name="Freeform 987">
                <a:extLst>
                  <a:ext uri="{FF2B5EF4-FFF2-40B4-BE49-F238E27FC236}">
                    <a16:creationId xmlns:a16="http://schemas.microsoft.com/office/drawing/2014/main" id="{C7B70D0D-452D-48FA-9A68-BDC3B1F30A2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04" name="Freeform 988">
                <a:extLst>
                  <a:ext uri="{FF2B5EF4-FFF2-40B4-BE49-F238E27FC236}">
                    <a16:creationId xmlns:a16="http://schemas.microsoft.com/office/drawing/2014/main" id="{DFD8864C-DEEA-4B85-AF83-E031059B9D3D}"/>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905" name="Freeform 989">
                <a:extLst>
                  <a:ext uri="{FF2B5EF4-FFF2-40B4-BE49-F238E27FC236}">
                    <a16:creationId xmlns:a16="http://schemas.microsoft.com/office/drawing/2014/main" id="{A69415BA-B45B-4778-A630-E91D33CBE160}"/>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6894" name="Freeform 990">
              <a:extLst>
                <a:ext uri="{FF2B5EF4-FFF2-40B4-BE49-F238E27FC236}">
                  <a16:creationId xmlns:a16="http://schemas.microsoft.com/office/drawing/2014/main" id="{BC45CECF-A183-42F7-9B69-E1541E1DC9CB}"/>
                </a:ext>
              </a:extLst>
            </p:cNvPr>
            <p:cNvSpPr>
              <a:spLocks/>
            </p:cNvSpPr>
            <p:nvPr/>
          </p:nvSpPr>
          <p:spPr bwMode="auto">
            <a:xfrm>
              <a:off x="2577" y="3043"/>
              <a:ext cx="614" cy="514"/>
            </a:xfrm>
            <a:custGeom>
              <a:avLst/>
              <a:gdLst>
                <a:gd name="T0" fmla="*/ 1 w 990"/>
                <a:gd name="T1" fmla="*/ 1 h 792"/>
                <a:gd name="T2" fmla="*/ 1 w 990"/>
                <a:gd name="T3" fmla="*/ 0 h 792"/>
                <a:gd name="T4" fmla="*/ 1 w 990"/>
                <a:gd name="T5" fmla="*/ 1 h 792"/>
                <a:gd name="T6" fmla="*/ 0 w 990"/>
                <a:gd name="T7" fmla="*/ 1 h 792"/>
                <a:gd name="T8" fmla="*/ 1 w 990"/>
                <a:gd name="T9" fmla="*/ 1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95" name="Freeform 991">
              <a:extLst>
                <a:ext uri="{FF2B5EF4-FFF2-40B4-BE49-F238E27FC236}">
                  <a16:creationId xmlns:a16="http://schemas.microsoft.com/office/drawing/2014/main" id="{3688CDB4-C5CE-471E-9A9E-224AB83D69B4}"/>
                </a:ext>
              </a:extLst>
            </p:cNvPr>
            <p:cNvSpPr>
              <a:spLocks/>
            </p:cNvSpPr>
            <p:nvPr/>
          </p:nvSpPr>
          <p:spPr bwMode="auto">
            <a:xfrm>
              <a:off x="1010" y="3084"/>
              <a:ext cx="1571" cy="46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96" name="Freeform 992">
              <a:extLst>
                <a:ext uri="{FF2B5EF4-FFF2-40B4-BE49-F238E27FC236}">
                  <a16:creationId xmlns:a16="http://schemas.microsoft.com/office/drawing/2014/main" id="{43201AE7-1351-4722-A6FF-06C7BB3E1BDD}"/>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97" name="Freeform 993">
              <a:extLst>
                <a:ext uri="{FF2B5EF4-FFF2-40B4-BE49-F238E27FC236}">
                  <a16:creationId xmlns:a16="http://schemas.microsoft.com/office/drawing/2014/main" id="{1CDDB90A-269E-488E-9749-DD81958D4678}"/>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98" name="Freeform 994">
              <a:extLst>
                <a:ext uri="{FF2B5EF4-FFF2-40B4-BE49-F238E27FC236}">
                  <a16:creationId xmlns:a16="http://schemas.microsoft.com/office/drawing/2014/main" id="{72E192B8-7DB9-472E-935F-286FFF1A5224}"/>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99" name="Freeform 995">
              <a:extLst>
                <a:ext uri="{FF2B5EF4-FFF2-40B4-BE49-F238E27FC236}">
                  <a16:creationId xmlns:a16="http://schemas.microsoft.com/office/drawing/2014/main" id="{BF46666B-A678-4AC5-AF21-7D34B531B55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1 h 723"/>
                <a:gd name="T6" fmla="*/ 0 w 2532"/>
                <a:gd name="T7" fmla="*/ 1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pic>
        <p:nvPicPr>
          <p:cNvPr id="26683" name="Picture 996" descr="laptop_keyboard">
            <a:extLst>
              <a:ext uri="{FF2B5EF4-FFF2-40B4-BE49-F238E27FC236}">
                <a16:creationId xmlns:a16="http://schemas.microsoft.com/office/drawing/2014/main" id="{7A427E68-B1A6-47BE-B39D-C1E317EE01C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09064" flipH="1">
            <a:off x="6897688" y="5735638"/>
            <a:ext cx="388937"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84" name="Freeform 997">
            <a:extLst>
              <a:ext uri="{FF2B5EF4-FFF2-40B4-BE49-F238E27FC236}">
                <a16:creationId xmlns:a16="http://schemas.microsoft.com/office/drawing/2014/main" id="{CF4AA2E2-9630-4EEA-B6BE-B708401EFFA2}"/>
              </a:ext>
            </a:extLst>
          </p:cNvPr>
          <p:cNvSpPr>
            <a:spLocks/>
          </p:cNvSpPr>
          <p:nvPr/>
        </p:nvSpPr>
        <p:spPr bwMode="auto">
          <a:xfrm>
            <a:off x="7026275" y="5580063"/>
            <a:ext cx="312738" cy="207962"/>
          </a:xfrm>
          <a:custGeom>
            <a:avLst/>
            <a:gdLst>
              <a:gd name="T0" fmla="*/ 2147483646 w 2982"/>
              <a:gd name="T1" fmla="*/ 0 h 2442"/>
              <a:gd name="T2" fmla="*/ 0 w 2982"/>
              <a:gd name="T3" fmla="*/ 2147483646 h 2442"/>
              <a:gd name="T4" fmla="*/ 2147483646 w 2982"/>
              <a:gd name="T5" fmla="*/ 2147483646 h 2442"/>
              <a:gd name="T6" fmla="*/ 2147483646 w 2982"/>
              <a:gd name="T7" fmla="*/ 2147483646 h 2442"/>
              <a:gd name="T8" fmla="*/ 214748364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26685" name="Picture 998" descr="screen">
            <a:extLst>
              <a:ext uri="{FF2B5EF4-FFF2-40B4-BE49-F238E27FC236}">
                <a16:creationId xmlns:a16="http://schemas.microsoft.com/office/drawing/2014/main" id="{2039DC7D-0114-4EB3-93E3-8757BA1B290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42150" y="5584825"/>
            <a:ext cx="28416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86" name="Freeform 999">
            <a:extLst>
              <a:ext uri="{FF2B5EF4-FFF2-40B4-BE49-F238E27FC236}">
                <a16:creationId xmlns:a16="http://schemas.microsoft.com/office/drawing/2014/main" id="{34524B9A-6070-4B35-B889-48C2688C6F78}"/>
              </a:ext>
            </a:extLst>
          </p:cNvPr>
          <p:cNvSpPr>
            <a:spLocks/>
          </p:cNvSpPr>
          <p:nvPr/>
        </p:nvSpPr>
        <p:spPr bwMode="auto">
          <a:xfrm>
            <a:off x="7083425" y="5573713"/>
            <a:ext cx="265113" cy="39687"/>
          </a:xfrm>
          <a:custGeom>
            <a:avLst/>
            <a:gdLst>
              <a:gd name="T0" fmla="*/ 2147483646 w 2528"/>
              <a:gd name="T1" fmla="*/ 0 h 455"/>
              <a:gd name="T2" fmla="*/ 2147483646 w 2528"/>
              <a:gd name="T3" fmla="*/ 2147483646 h 455"/>
              <a:gd name="T4" fmla="*/ 2147483646 w 2528"/>
              <a:gd name="T5" fmla="*/ 2147483646 h 455"/>
              <a:gd name="T6" fmla="*/ 0 w 2528"/>
              <a:gd name="T7" fmla="*/ 2147483646 h 455"/>
              <a:gd name="T8" fmla="*/ 2147483646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7" name="Freeform 1000">
            <a:extLst>
              <a:ext uri="{FF2B5EF4-FFF2-40B4-BE49-F238E27FC236}">
                <a16:creationId xmlns:a16="http://schemas.microsoft.com/office/drawing/2014/main" id="{27F82503-BC05-4A3D-8AA1-9AB3C8F2D9FA}"/>
              </a:ext>
            </a:extLst>
          </p:cNvPr>
          <p:cNvSpPr>
            <a:spLocks/>
          </p:cNvSpPr>
          <p:nvPr/>
        </p:nvSpPr>
        <p:spPr bwMode="auto">
          <a:xfrm>
            <a:off x="7024688" y="5573713"/>
            <a:ext cx="73025" cy="161925"/>
          </a:xfrm>
          <a:custGeom>
            <a:avLst/>
            <a:gdLst>
              <a:gd name="T0" fmla="*/ 2147483646 w 702"/>
              <a:gd name="T1" fmla="*/ 0 h 1893"/>
              <a:gd name="T2" fmla="*/ 0 w 702"/>
              <a:gd name="T3" fmla="*/ 2147483646 h 1893"/>
              <a:gd name="T4" fmla="*/ 2147483646 w 702"/>
              <a:gd name="T5" fmla="*/ 2147483646 h 1893"/>
              <a:gd name="T6" fmla="*/ 2147483646 w 702"/>
              <a:gd name="T7" fmla="*/ 2147483646 h 1893"/>
              <a:gd name="T8" fmla="*/ 214748364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8" name="Freeform 1001">
            <a:extLst>
              <a:ext uri="{FF2B5EF4-FFF2-40B4-BE49-F238E27FC236}">
                <a16:creationId xmlns:a16="http://schemas.microsoft.com/office/drawing/2014/main" id="{BC9AB363-63A0-451D-9ECE-1E90F23F4990}"/>
              </a:ext>
            </a:extLst>
          </p:cNvPr>
          <p:cNvSpPr>
            <a:spLocks/>
          </p:cNvSpPr>
          <p:nvPr/>
        </p:nvSpPr>
        <p:spPr bwMode="auto">
          <a:xfrm>
            <a:off x="7267575" y="5602288"/>
            <a:ext cx="79375" cy="185737"/>
          </a:xfrm>
          <a:custGeom>
            <a:avLst/>
            <a:gdLst>
              <a:gd name="T0" fmla="*/ 2147483646 w 756"/>
              <a:gd name="T1" fmla="*/ 0 h 2184"/>
              <a:gd name="T2" fmla="*/ 2147483646 w 756"/>
              <a:gd name="T3" fmla="*/ 2147483646 h 2184"/>
              <a:gd name="T4" fmla="*/ 0 w 756"/>
              <a:gd name="T5" fmla="*/ 2147483646 h 2184"/>
              <a:gd name="T6" fmla="*/ 2147483646 w 756"/>
              <a:gd name="T7" fmla="*/ 2147483646 h 2184"/>
              <a:gd name="T8" fmla="*/ 2147483646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9" name="Freeform 1002">
            <a:extLst>
              <a:ext uri="{FF2B5EF4-FFF2-40B4-BE49-F238E27FC236}">
                <a16:creationId xmlns:a16="http://schemas.microsoft.com/office/drawing/2014/main" id="{5EF54C83-B0C3-4EB0-8B3A-C09A232540EA}"/>
              </a:ext>
            </a:extLst>
          </p:cNvPr>
          <p:cNvSpPr>
            <a:spLocks/>
          </p:cNvSpPr>
          <p:nvPr/>
        </p:nvSpPr>
        <p:spPr bwMode="auto">
          <a:xfrm>
            <a:off x="7023100" y="5726113"/>
            <a:ext cx="290513" cy="63500"/>
          </a:xfrm>
          <a:custGeom>
            <a:avLst/>
            <a:gdLst>
              <a:gd name="T0" fmla="*/ 2147483646 w 2773"/>
              <a:gd name="T1" fmla="*/ 0 h 738"/>
              <a:gd name="T2" fmla="*/ 0 w 2773"/>
              <a:gd name="T3" fmla="*/ 2147483646 h 738"/>
              <a:gd name="T4" fmla="*/ 2147483646 w 2773"/>
              <a:gd name="T5" fmla="*/ 2147483646 h 738"/>
              <a:gd name="T6" fmla="*/ 2147483646 w 2773"/>
              <a:gd name="T7" fmla="*/ 2147483646 h 738"/>
              <a:gd name="T8" fmla="*/ 2147483646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90" name="Freeform 1003">
            <a:extLst>
              <a:ext uri="{FF2B5EF4-FFF2-40B4-BE49-F238E27FC236}">
                <a16:creationId xmlns:a16="http://schemas.microsoft.com/office/drawing/2014/main" id="{31C09248-0AB5-468A-A419-44B86E34D3BB}"/>
              </a:ext>
            </a:extLst>
          </p:cNvPr>
          <p:cNvSpPr>
            <a:spLocks/>
          </p:cNvSpPr>
          <p:nvPr/>
        </p:nvSpPr>
        <p:spPr bwMode="auto">
          <a:xfrm>
            <a:off x="7275513" y="5603875"/>
            <a:ext cx="74612" cy="187325"/>
          </a:xfrm>
          <a:custGeom>
            <a:avLst/>
            <a:gdLst>
              <a:gd name="T0" fmla="*/ 2147483646 w 637"/>
              <a:gd name="T1" fmla="*/ 0 h 1659"/>
              <a:gd name="T2" fmla="*/ 2147483646 w 637"/>
              <a:gd name="T3" fmla="*/ 0 h 1659"/>
              <a:gd name="T4" fmla="*/ 2147483646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91" name="Freeform 1004">
            <a:extLst>
              <a:ext uri="{FF2B5EF4-FFF2-40B4-BE49-F238E27FC236}">
                <a16:creationId xmlns:a16="http://schemas.microsoft.com/office/drawing/2014/main" id="{861344D5-AE3A-48B3-B87A-308818DBE452}"/>
              </a:ext>
            </a:extLst>
          </p:cNvPr>
          <p:cNvSpPr>
            <a:spLocks/>
          </p:cNvSpPr>
          <p:nvPr/>
        </p:nvSpPr>
        <p:spPr bwMode="auto">
          <a:xfrm>
            <a:off x="7023100" y="5735638"/>
            <a:ext cx="258763" cy="61912"/>
          </a:xfrm>
          <a:custGeom>
            <a:avLst/>
            <a:gdLst>
              <a:gd name="T0" fmla="*/ 0 w 2216"/>
              <a:gd name="T1" fmla="*/ 0 h 550"/>
              <a:gd name="T2" fmla="*/ 2147483646 w 2216"/>
              <a:gd name="T3" fmla="*/ 2147483646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6692" name="Group 1005">
            <a:extLst>
              <a:ext uri="{FF2B5EF4-FFF2-40B4-BE49-F238E27FC236}">
                <a16:creationId xmlns:a16="http://schemas.microsoft.com/office/drawing/2014/main" id="{17C86673-693F-4269-9544-56FF1542074E}"/>
              </a:ext>
            </a:extLst>
          </p:cNvPr>
          <p:cNvGrpSpPr>
            <a:grpSpLocks/>
          </p:cNvGrpSpPr>
          <p:nvPr/>
        </p:nvGrpSpPr>
        <p:grpSpPr bwMode="auto">
          <a:xfrm>
            <a:off x="7019925" y="5800725"/>
            <a:ext cx="87313" cy="38100"/>
            <a:chOff x="1740" y="2642"/>
            <a:chExt cx="752" cy="327"/>
          </a:xfrm>
        </p:grpSpPr>
        <p:sp>
          <p:nvSpPr>
            <p:cNvPr id="26877" name="Freeform 1006">
              <a:extLst>
                <a:ext uri="{FF2B5EF4-FFF2-40B4-BE49-F238E27FC236}">
                  <a16:creationId xmlns:a16="http://schemas.microsoft.com/office/drawing/2014/main" id="{C033189D-AA40-42BD-BEF0-D9AB3AAD9FE9}"/>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78" name="Freeform 1007">
              <a:extLst>
                <a:ext uri="{FF2B5EF4-FFF2-40B4-BE49-F238E27FC236}">
                  <a16:creationId xmlns:a16="http://schemas.microsoft.com/office/drawing/2014/main" id="{B5F6D4EF-4601-4610-80C4-79EFA4887C0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79" name="Freeform 1008">
              <a:extLst>
                <a:ext uri="{FF2B5EF4-FFF2-40B4-BE49-F238E27FC236}">
                  <a16:creationId xmlns:a16="http://schemas.microsoft.com/office/drawing/2014/main" id="{AB5E1015-FEB3-48B0-BC07-3047AB33906D}"/>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80" name="Freeform 1009">
              <a:extLst>
                <a:ext uri="{FF2B5EF4-FFF2-40B4-BE49-F238E27FC236}">
                  <a16:creationId xmlns:a16="http://schemas.microsoft.com/office/drawing/2014/main" id="{3F41C79B-6467-4287-9E27-F64BF541D39A}"/>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81" name="Freeform 1010">
              <a:extLst>
                <a:ext uri="{FF2B5EF4-FFF2-40B4-BE49-F238E27FC236}">
                  <a16:creationId xmlns:a16="http://schemas.microsoft.com/office/drawing/2014/main" id="{0C245377-4CA4-46DE-A99E-9C85AF205A3F}"/>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82" name="Freeform 1011">
              <a:extLst>
                <a:ext uri="{FF2B5EF4-FFF2-40B4-BE49-F238E27FC236}">
                  <a16:creationId xmlns:a16="http://schemas.microsoft.com/office/drawing/2014/main" id="{86F9C1B3-9FDE-4357-8013-2029B18FAA6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6693" name="Freeform 1012">
            <a:extLst>
              <a:ext uri="{FF2B5EF4-FFF2-40B4-BE49-F238E27FC236}">
                <a16:creationId xmlns:a16="http://schemas.microsoft.com/office/drawing/2014/main" id="{EFFF2709-1B98-457F-A70F-75BF7FA5BC62}"/>
              </a:ext>
            </a:extLst>
          </p:cNvPr>
          <p:cNvSpPr>
            <a:spLocks/>
          </p:cNvSpPr>
          <p:nvPr/>
        </p:nvSpPr>
        <p:spPr bwMode="auto">
          <a:xfrm>
            <a:off x="7169150" y="5807075"/>
            <a:ext cx="106363" cy="80963"/>
          </a:xfrm>
          <a:custGeom>
            <a:avLst/>
            <a:gdLst>
              <a:gd name="T0" fmla="*/ 2147483646 w 990"/>
              <a:gd name="T1" fmla="*/ 2147483646 h 792"/>
              <a:gd name="T2" fmla="*/ 2147483646 w 990"/>
              <a:gd name="T3" fmla="*/ 0 h 792"/>
              <a:gd name="T4" fmla="*/ 2147483646 w 990"/>
              <a:gd name="T5" fmla="*/ 2147483646 h 792"/>
              <a:gd name="T6" fmla="*/ 0 w 990"/>
              <a:gd name="T7" fmla="*/ 2147483646 h 792"/>
              <a:gd name="T8" fmla="*/ 2147483646 w 990"/>
              <a:gd name="T9" fmla="*/ 214748364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94" name="Freeform 1013">
            <a:extLst>
              <a:ext uri="{FF2B5EF4-FFF2-40B4-BE49-F238E27FC236}">
                <a16:creationId xmlns:a16="http://schemas.microsoft.com/office/drawing/2014/main" id="{A37EB91A-B036-4C00-B1F9-7F527ABF1BE4}"/>
              </a:ext>
            </a:extLst>
          </p:cNvPr>
          <p:cNvSpPr>
            <a:spLocks/>
          </p:cNvSpPr>
          <p:nvPr/>
        </p:nvSpPr>
        <p:spPr bwMode="auto">
          <a:xfrm>
            <a:off x="6897688" y="5813425"/>
            <a:ext cx="271462" cy="73025"/>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95" name="Freeform 1014">
            <a:extLst>
              <a:ext uri="{FF2B5EF4-FFF2-40B4-BE49-F238E27FC236}">
                <a16:creationId xmlns:a16="http://schemas.microsoft.com/office/drawing/2014/main" id="{8E0955ED-4983-4C90-BEB5-28FC005668CD}"/>
              </a:ext>
            </a:extLst>
          </p:cNvPr>
          <p:cNvSpPr>
            <a:spLocks/>
          </p:cNvSpPr>
          <p:nvPr/>
        </p:nvSpPr>
        <p:spPr bwMode="auto">
          <a:xfrm>
            <a:off x="6899275" y="5799138"/>
            <a:ext cx="1588" cy="15875"/>
          </a:xfrm>
          <a:custGeom>
            <a:avLst/>
            <a:gdLst>
              <a:gd name="T0" fmla="*/ 2147483646 w 26"/>
              <a:gd name="T1" fmla="*/ 2147483646 h 147"/>
              <a:gd name="T2" fmla="*/ 2147483646 w 26"/>
              <a:gd name="T3" fmla="*/ 2147483646 h 147"/>
              <a:gd name="T4" fmla="*/ 0 w 26"/>
              <a:gd name="T5" fmla="*/ 2147483646 h 147"/>
              <a:gd name="T6" fmla="*/ 2147483646 w 26"/>
              <a:gd name="T7" fmla="*/ 0 h 147"/>
              <a:gd name="T8" fmla="*/ 2147483646 w 26"/>
              <a:gd name="T9" fmla="*/ 2147483646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96" name="Freeform 1015">
            <a:extLst>
              <a:ext uri="{FF2B5EF4-FFF2-40B4-BE49-F238E27FC236}">
                <a16:creationId xmlns:a16="http://schemas.microsoft.com/office/drawing/2014/main" id="{125685CE-FB73-43AC-BE3C-07980FA28791}"/>
              </a:ext>
            </a:extLst>
          </p:cNvPr>
          <p:cNvSpPr>
            <a:spLocks/>
          </p:cNvSpPr>
          <p:nvPr/>
        </p:nvSpPr>
        <p:spPr bwMode="auto">
          <a:xfrm>
            <a:off x="6899275" y="5738813"/>
            <a:ext cx="125413" cy="61912"/>
          </a:xfrm>
          <a:custGeom>
            <a:avLst/>
            <a:gdLst>
              <a:gd name="T0" fmla="*/ 2147483646 w 1176"/>
              <a:gd name="T1" fmla="*/ 0 h 606"/>
              <a:gd name="T2" fmla="*/ 0 w 1176"/>
              <a:gd name="T3" fmla="*/ 2147483646 h 606"/>
              <a:gd name="T4" fmla="*/ 2147483646 w 1176"/>
              <a:gd name="T5" fmla="*/ 2147483646 h 606"/>
              <a:gd name="T6" fmla="*/ 2147483646 w 1176"/>
              <a:gd name="T7" fmla="*/ 2147483646 h 606"/>
              <a:gd name="T8" fmla="*/ 214748364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97" name="Freeform 1016">
            <a:extLst>
              <a:ext uri="{FF2B5EF4-FFF2-40B4-BE49-F238E27FC236}">
                <a16:creationId xmlns:a16="http://schemas.microsoft.com/office/drawing/2014/main" id="{CB54D750-B9A9-4680-B143-C4CDEE6ABDD1}"/>
              </a:ext>
            </a:extLst>
          </p:cNvPr>
          <p:cNvSpPr>
            <a:spLocks/>
          </p:cNvSpPr>
          <p:nvPr/>
        </p:nvSpPr>
        <p:spPr bwMode="auto">
          <a:xfrm>
            <a:off x="6907213" y="5802313"/>
            <a:ext cx="257175" cy="71437"/>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98" name="Freeform 1017">
            <a:extLst>
              <a:ext uri="{FF2B5EF4-FFF2-40B4-BE49-F238E27FC236}">
                <a16:creationId xmlns:a16="http://schemas.microsoft.com/office/drawing/2014/main" id="{DD2CA0FF-1E88-4FF6-9434-8C68F961EA43}"/>
              </a:ext>
            </a:extLst>
          </p:cNvPr>
          <p:cNvSpPr>
            <a:spLocks/>
          </p:cNvSpPr>
          <p:nvPr/>
        </p:nvSpPr>
        <p:spPr bwMode="auto">
          <a:xfrm flipV="1">
            <a:off x="7164388" y="5797550"/>
            <a:ext cx="104775" cy="74613"/>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26699" name="Picture 1018" descr="laptop_keyboard">
            <a:extLst>
              <a:ext uri="{FF2B5EF4-FFF2-40B4-BE49-F238E27FC236}">
                <a16:creationId xmlns:a16="http://schemas.microsoft.com/office/drawing/2014/main" id="{0725B22F-ED7C-452C-9F8A-F68357B7810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rot="109064" flipH="1">
            <a:off x="5581650" y="3290888"/>
            <a:ext cx="363538"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700" name="Freeform 1019">
            <a:extLst>
              <a:ext uri="{FF2B5EF4-FFF2-40B4-BE49-F238E27FC236}">
                <a16:creationId xmlns:a16="http://schemas.microsoft.com/office/drawing/2014/main" id="{5FCC20A9-9B1C-4C7B-B3B7-A7EB0A5DA3F8}"/>
              </a:ext>
            </a:extLst>
          </p:cNvPr>
          <p:cNvSpPr>
            <a:spLocks/>
          </p:cNvSpPr>
          <p:nvPr/>
        </p:nvSpPr>
        <p:spPr bwMode="auto">
          <a:xfrm>
            <a:off x="5702300" y="3135313"/>
            <a:ext cx="292100" cy="207962"/>
          </a:xfrm>
          <a:custGeom>
            <a:avLst/>
            <a:gdLst>
              <a:gd name="T0" fmla="*/ 2147483646 w 2982"/>
              <a:gd name="T1" fmla="*/ 0 h 2442"/>
              <a:gd name="T2" fmla="*/ 0 w 2982"/>
              <a:gd name="T3" fmla="*/ 2147483646 h 2442"/>
              <a:gd name="T4" fmla="*/ 2147483646 w 2982"/>
              <a:gd name="T5" fmla="*/ 2147483646 h 2442"/>
              <a:gd name="T6" fmla="*/ 2147483646 w 2982"/>
              <a:gd name="T7" fmla="*/ 2147483646 h 2442"/>
              <a:gd name="T8" fmla="*/ 214748364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26701" name="Picture 1020" descr="screen">
            <a:extLst>
              <a:ext uri="{FF2B5EF4-FFF2-40B4-BE49-F238E27FC236}">
                <a16:creationId xmlns:a16="http://schemas.microsoft.com/office/drawing/2014/main" id="{72AD0286-E1D2-49C6-A7C4-729466E679A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16588" y="3140075"/>
            <a:ext cx="2667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702" name="Freeform 1021">
            <a:extLst>
              <a:ext uri="{FF2B5EF4-FFF2-40B4-BE49-F238E27FC236}">
                <a16:creationId xmlns:a16="http://schemas.microsoft.com/office/drawing/2014/main" id="{4945AC6D-AC92-42A9-90D6-9BA7F8A52331}"/>
              </a:ext>
            </a:extLst>
          </p:cNvPr>
          <p:cNvSpPr>
            <a:spLocks/>
          </p:cNvSpPr>
          <p:nvPr/>
        </p:nvSpPr>
        <p:spPr bwMode="auto">
          <a:xfrm>
            <a:off x="5756275" y="3128963"/>
            <a:ext cx="247650" cy="39687"/>
          </a:xfrm>
          <a:custGeom>
            <a:avLst/>
            <a:gdLst>
              <a:gd name="T0" fmla="*/ 2147483646 w 2528"/>
              <a:gd name="T1" fmla="*/ 0 h 455"/>
              <a:gd name="T2" fmla="*/ 2147483646 w 2528"/>
              <a:gd name="T3" fmla="*/ 2147483646 h 455"/>
              <a:gd name="T4" fmla="*/ 2147483646 w 2528"/>
              <a:gd name="T5" fmla="*/ 2147483646 h 455"/>
              <a:gd name="T6" fmla="*/ 0 w 2528"/>
              <a:gd name="T7" fmla="*/ 2147483646 h 455"/>
              <a:gd name="T8" fmla="*/ 2147483646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03" name="Freeform 1022">
            <a:extLst>
              <a:ext uri="{FF2B5EF4-FFF2-40B4-BE49-F238E27FC236}">
                <a16:creationId xmlns:a16="http://schemas.microsoft.com/office/drawing/2014/main" id="{4FA3620F-EEEB-41C9-ACBB-3CE2B9E84BE2}"/>
              </a:ext>
            </a:extLst>
          </p:cNvPr>
          <p:cNvSpPr>
            <a:spLocks/>
          </p:cNvSpPr>
          <p:nvPr/>
        </p:nvSpPr>
        <p:spPr bwMode="auto">
          <a:xfrm>
            <a:off x="5700713" y="3128963"/>
            <a:ext cx="68262" cy="161925"/>
          </a:xfrm>
          <a:custGeom>
            <a:avLst/>
            <a:gdLst>
              <a:gd name="T0" fmla="*/ 2147483646 w 702"/>
              <a:gd name="T1" fmla="*/ 0 h 1893"/>
              <a:gd name="T2" fmla="*/ 0 w 702"/>
              <a:gd name="T3" fmla="*/ 2147483646 h 1893"/>
              <a:gd name="T4" fmla="*/ 2147483646 w 702"/>
              <a:gd name="T5" fmla="*/ 2147483646 h 1893"/>
              <a:gd name="T6" fmla="*/ 2147483646 w 702"/>
              <a:gd name="T7" fmla="*/ 2147483646 h 1893"/>
              <a:gd name="T8" fmla="*/ 214748364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04" name="Freeform 1023">
            <a:extLst>
              <a:ext uri="{FF2B5EF4-FFF2-40B4-BE49-F238E27FC236}">
                <a16:creationId xmlns:a16="http://schemas.microsoft.com/office/drawing/2014/main" id="{C4071DF0-5E88-4B86-86BE-D64663CB5E32}"/>
              </a:ext>
            </a:extLst>
          </p:cNvPr>
          <p:cNvSpPr>
            <a:spLocks/>
          </p:cNvSpPr>
          <p:nvPr/>
        </p:nvSpPr>
        <p:spPr bwMode="auto">
          <a:xfrm>
            <a:off x="5927725" y="3157538"/>
            <a:ext cx="74613" cy="185737"/>
          </a:xfrm>
          <a:custGeom>
            <a:avLst/>
            <a:gdLst>
              <a:gd name="T0" fmla="*/ 2147483646 w 756"/>
              <a:gd name="T1" fmla="*/ 0 h 2184"/>
              <a:gd name="T2" fmla="*/ 2147483646 w 756"/>
              <a:gd name="T3" fmla="*/ 2147483646 h 2184"/>
              <a:gd name="T4" fmla="*/ 0 w 756"/>
              <a:gd name="T5" fmla="*/ 2147483646 h 2184"/>
              <a:gd name="T6" fmla="*/ 2147483646 w 756"/>
              <a:gd name="T7" fmla="*/ 2147483646 h 2184"/>
              <a:gd name="T8" fmla="*/ 2147483646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05" name="Freeform 1024">
            <a:extLst>
              <a:ext uri="{FF2B5EF4-FFF2-40B4-BE49-F238E27FC236}">
                <a16:creationId xmlns:a16="http://schemas.microsoft.com/office/drawing/2014/main" id="{0629D1D9-2845-4BF1-A280-23DBF7E9A04F}"/>
              </a:ext>
            </a:extLst>
          </p:cNvPr>
          <p:cNvSpPr>
            <a:spLocks/>
          </p:cNvSpPr>
          <p:nvPr/>
        </p:nvSpPr>
        <p:spPr bwMode="auto">
          <a:xfrm>
            <a:off x="5699125" y="3281363"/>
            <a:ext cx="271463" cy="63500"/>
          </a:xfrm>
          <a:custGeom>
            <a:avLst/>
            <a:gdLst>
              <a:gd name="T0" fmla="*/ 2147483646 w 2773"/>
              <a:gd name="T1" fmla="*/ 0 h 738"/>
              <a:gd name="T2" fmla="*/ 0 w 2773"/>
              <a:gd name="T3" fmla="*/ 2147483646 h 738"/>
              <a:gd name="T4" fmla="*/ 2147483646 w 2773"/>
              <a:gd name="T5" fmla="*/ 2147483646 h 738"/>
              <a:gd name="T6" fmla="*/ 2147483646 w 2773"/>
              <a:gd name="T7" fmla="*/ 2147483646 h 738"/>
              <a:gd name="T8" fmla="*/ 2147483646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06" name="Freeform 1025">
            <a:extLst>
              <a:ext uri="{FF2B5EF4-FFF2-40B4-BE49-F238E27FC236}">
                <a16:creationId xmlns:a16="http://schemas.microsoft.com/office/drawing/2014/main" id="{60996FC7-D335-4F13-AC6A-5726A01B93D7}"/>
              </a:ext>
            </a:extLst>
          </p:cNvPr>
          <p:cNvSpPr>
            <a:spLocks/>
          </p:cNvSpPr>
          <p:nvPr/>
        </p:nvSpPr>
        <p:spPr bwMode="auto">
          <a:xfrm>
            <a:off x="5935663" y="3159125"/>
            <a:ext cx="69850" cy="187325"/>
          </a:xfrm>
          <a:custGeom>
            <a:avLst/>
            <a:gdLst>
              <a:gd name="T0" fmla="*/ 2147483646 w 637"/>
              <a:gd name="T1" fmla="*/ 0 h 1659"/>
              <a:gd name="T2" fmla="*/ 2147483646 w 637"/>
              <a:gd name="T3" fmla="*/ 0 h 1659"/>
              <a:gd name="T4" fmla="*/ 2147483646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07" name="Freeform 1026">
            <a:extLst>
              <a:ext uri="{FF2B5EF4-FFF2-40B4-BE49-F238E27FC236}">
                <a16:creationId xmlns:a16="http://schemas.microsoft.com/office/drawing/2014/main" id="{2F34026A-43EE-4092-B0F9-E9420E1A664A}"/>
              </a:ext>
            </a:extLst>
          </p:cNvPr>
          <p:cNvSpPr>
            <a:spLocks/>
          </p:cNvSpPr>
          <p:nvPr/>
        </p:nvSpPr>
        <p:spPr bwMode="auto">
          <a:xfrm>
            <a:off x="5699125" y="3290888"/>
            <a:ext cx="242888" cy="61912"/>
          </a:xfrm>
          <a:custGeom>
            <a:avLst/>
            <a:gdLst>
              <a:gd name="T0" fmla="*/ 0 w 2216"/>
              <a:gd name="T1" fmla="*/ 0 h 550"/>
              <a:gd name="T2" fmla="*/ 2147483646 w 2216"/>
              <a:gd name="T3" fmla="*/ 2147483646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6708" name="Group 1027">
            <a:extLst>
              <a:ext uri="{FF2B5EF4-FFF2-40B4-BE49-F238E27FC236}">
                <a16:creationId xmlns:a16="http://schemas.microsoft.com/office/drawing/2014/main" id="{F90D0B0E-94BE-4A4E-94B8-9211E280AE37}"/>
              </a:ext>
            </a:extLst>
          </p:cNvPr>
          <p:cNvGrpSpPr>
            <a:grpSpLocks/>
          </p:cNvGrpSpPr>
          <p:nvPr/>
        </p:nvGrpSpPr>
        <p:grpSpPr bwMode="auto">
          <a:xfrm>
            <a:off x="5695950" y="3355975"/>
            <a:ext cx="80963" cy="38100"/>
            <a:chOff x="1740" y="2642"/>
            <a:chExt cx="752" cy="327"/>
          </a:xfrm>
        </p:grpSpPr>
        <p:sp>
          <p:nvSpPr>
            <p:cNvPr id="26871" name="Freeform 1028">
              <a:extLst>
                <a:ext uri="{FF2B5EF4-FFF2-40B4-BE49-F238E27FC236}">
                  <a16:creationId xmlns:a16="http://schemas.microsoft.com/office/drawing/2014/main" id="{038F3800-2309-4C36-9D40-BD3891867C49}"/>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72" name="Freeform 1029">
              <a:extLst>
                <a:ext uri="{FF2B5EF4-FFF2-40B4-BE49-F238E27FC236}">
                  <a16:creationId xmlns:a16="http://schemas.microsoft.com/office/drawing/2014/main" id="{575922C0-F51F-4D49-ACAA-4251FFD95998}"/>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73" name="Freeform 1030">
              <a:extLst>
                <a:ext uri="{FF2B5EF4-FFF2-40B4-BE49-F238E27FC236}">
                  <a16:creationId xmlns:a16="http://schemas.microsoft.com/office/drawing/2014/main" id="{D48D2524-B2A9-49A1-9DC8-9D841C77514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74" name="Freeform 1031">
              <a:extLst>
                <a:ext uri="{FF2B5EF4-FFF2-40B4-BE49-F238E27FC236}">
                  <a16:creationId xmlns:a16="http://schemas.microsoft.com/office/drawing/2014/main" id="{8ACB358C-6BE2-40E6-9A43-1D853AC15629}"/>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75" name="Freeform 1032">
              <a:extLst>
                <a:ext uri="{FF2B5EF4-FFF2-40B4-BE49-F238E27FC236}">
                  <a16:creationId xmlns:a16="http://schemas.microsoft.com/office/drawing/2014/main" id="{395109B7-C94F-4D20-9096-997A518F005D}"/>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76" name="Freeform 1033">
              <a:extLst>
                <a:ext uri="{FF2B5EF4-FFF2-40B4-BE49-F238E27FC236}">
                  <a16:creationId xmlns:a16="http://schemas.microsoft.com/office/drawing/2014/main" id="{0776416F-A2B0-4414-97A9-2F8956F480C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6709" name="Freeform 1034">
            <a:extLst>
              <a:ext uri="{FF2B5EF4-FFF2-40B4-BE49-F238E27FC236}">
                <a16:creationId xmlns:a16="http://schemas.microsoft.com/office/drawing/2014/main" id="{5482AC5D-CA8B-4E4A-BC27-A8FD178ABD46}"/>
              </a:ext>
            </a:extLst>
          </p:cNvPr>
          <p:cNvSpPr>
            <a:spLocks/>
          </p:cNvSpPr>
          <p:nvPr/>
        </p:nvSpPr>
        <p:spPr bwMode="auto">
          <a:xfrm>
            <a:off x="5835650" y="3362325"/>
            <a:ext cx="100013" cy="80963"/>
          </a:xfrm>
          <a:custGeom>
            <a:avLst/>
            <a:gdLst>
              <a:gd name="T0" fmla="*/ 2147483646 w 990"/>
              <a:gd name="T1" fmla="*/ 2147483646 h 792"/>
              <a:gd name="T2" fmla="*/ 2147483646 w 990"/>
              <a:gd name="T3" fmla="*/ 0 h 792"/>
              <a:gd name="T4" fmla="*/ 2147483646 w 990"/>
              <a:gd name="T5" fmla="*/ 2147483646 h 792"/>
              <a:gd name="T6" fmla="*/ 0 w 990"/>
              <a:gd name="T7" fmla="*/ 2147483646 h 792"/>
              <a:gd name="T8" fmla="*/ 2147483646 w 990"/>
              <a:gd name="T9" fmla="*/ 214748364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10" name="Freeform 1035">
            <a:extLst>
              <a:ext uri="{FF2B5EF4-FFF2-40B4-BE49-F238E27FC236}">
                <a16:creationId xmlns:a16="http://schemas.microsoft.com/office/drawing/2014/main" id="{5C4625B4-A676-4558-B593-C0A71DD5BD01}"/>
              </a:ext>
            </a:extLst>
          </p:cNvPr>
          <p:cNvSpPr>
            <a:spLocks/>
          </p:cNvSpPr>
          <p:nvPr/>
        </p:nvSpPr>
        <p:spPr bwMode="auto">
          <a:xfrm>
            <a:off x="5583238" y="3368675"/>
            <a:ext cx="254000" cy="73025"/>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11" name="Freeform 1036">
            <a:extLst>
              <a:ext uri="{FF2B5EF4-FFF2-40B4-BE49-F238E27FC236}">
                <a16:creationId xmlns:a16="http://schemas.microsoft.com/office/drawing/2014/main" id="{CE54B9A6-C88B-4EF0-9E94-5211C975CE4D}"/>
              </a:ext>
            </a:extLst>
          </p:cNvPr>
          <p:cNvSpPr>
            <a:spLocks/>
          </p:cNvSpPr>
          <p:nvPr/>
        </p:nvSpPr>
        <p:spPr bwMode="auto">
          <a:xfrm>
            <a:off x="5583238" y="3354388"/>
            <a:ext cx="1587" cy="15875"/>
          </a:xfrm>
          <a:custGeom>
            <a:avLst/>
            <a:gdLst>
              <a:gd name="T0" fmla="*/ 2147483646 w 26"/>
              <a:gd name="T1" fmla="*/ 2147483646 h 147"/>
              <a:gd name="T2" fmla="*/ 2147483646 w 26"/>
              <a:gd name="T3" fmla="*/ 2147483646 h 147"/>
              <a:gd name="T4" fmla="*/ 0 w 26"/>
              <a:gd name="T5" fmla="*/ 2147483646 h 147"/>
              <a:gd name="T6" fmla="*/ 2147483646 w 26"/>
              <a:gd name="T7" fmla="*/ 0 h 147"/>
              <a:gd name="T8" fmla="*/ 2147483646 w 26"/>
              <a:gd name="T9" fmla="*/ 2147483646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12" name="Freeform 1037">
            <a:extLst>
              <a:ext uri="{FF2B5EF4-FFF2-40B4-BE49-F238E27FC236}">
                <a16:creationId xmlns:a16="http://schemas.microsoft.com/office/drawing/2014/main" id="{BC9F0747-D0C7-456A-B6BC-4AF58873AF00}"/>
              </a:ext>
            </a:extLst>
          </p:cNvPr>
          <p:cNvSpPr>
            <a:spLocks/>
          </p:cNvSpPr>
          <p:nvPr/>
        </p:nvSpPr>
        <p:spPr bwMode="auto">
          <a:xfrm>
            <a:off x="5583238" y="3294063"/>
            <a:ext cx="117475" cy="61912"/>
          </a:xfrm>
          <a:custGeom>
            <a:avLst/>
            <a:gdLst>
              <a:gd name="T0" fmla="*/ 2147483646 w 1176"/>
              <a:gd name="T1" fmla="*/ 0 h 606"/>
              <a:gd name="T2" fmla="*/ 0 w 1176"/>
              <a:gd name="T3" fmla="*/ 2147483646 h 606"/>
              <a:gd name="T4" fmla="*/ 2147483646 w 1176"/>
              <a:gd name="T5" fmla="*/ 2147483646 h 606"/>
              <a:gd name="T6" fmla="*/ 2147483646 w 1176"/>
              <a:gd name="T7" fmla="*/ 2147483646 h 606"/>
              <a:gd name="T8" fmla="*/ 214748364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13" name="Freeform 1038">
            <a:extLst>
              <a:ext uri="{FF2B5EF4-FFF2-40B4-BE49-F238E27FC236}">
                <a16:creationId xmlns:a16="http://schemas.microsoft.com/office/drawing/2014/main" id="{FC4B19E1-BA31-404A-907D-73F06F5CBDD9}"/>
              </a:ext>
            </a:extLst>
          </p:cNvPr>
          <p:cNvSpPr>
            <a:spLocks/>
          </p:cNvSpPr>
          <p:nvPr/>
        </p:nvSpPr>
        <p:spPr bwMode="auto">
          <a:xfrm>
            <a:off x="5591175" y="3357563"/>
            <a:ext cx="241300" cy="71437"/>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14" name="Freeform 1039">
            <a:extLst>
              <a:ext uri="{FF2B5EF4-FFF2-40B4-BE49-F238E27FC236}">
                <a16:creationId xmlns:a16="http://schemas.microsoft.com/office/drawing/2014/main" id="{244F039D-960C-4D23-851C-9B9F4959C594}"/>
              </a:ext>
            </a:extLst>
          </p:cNvPr>
          <p:cNvSpPr>
            <a:spLocks/>
          </p:cNvSpPr>
          <p:nvPr/>
        </p:nvSpPr>
        <p:spPr bwMode="auto">
          <a:xfrm flipV="1">
            <a:off x="5830888" y="3352800"/>
            <a:ext cx="98425" cy="74613"/>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6715" name="Group 1040">
            <a:extLst>
              <a:ext uri="{FF2B5EF4-FFF2-40B4-BE49-F238E27FC236}">
                <a16:creationId xmlns:a16="http://schemas.microsoft.com/office/drawing/2014/main" id="{AB6F5DC1-9531-4252-B67E-6B88EC9F7190}"/>
              </a:ext>
            </a:extLst>
          </p:cNvPr>
          <p:cNvGrpSpPr>
            <a:grpSpLocks/>
          </p:cNvGrpSpPr>
          <p:nvPr/>
        </p:nvGrpSpPr>
        <p:grpSpPr bwMode="auto">
          <a:xfrm flipH="1">
            <a:off x="5940425" y="3222625"/>
            <a:ext cx="414338" cy="373063"/>
            <a:chOff x="2839" y="3501"/>
            <a:chExt cx="755" cy="803"/>
          </a:xfrm>
        </p:grpSpPr>
        <p:pic>
          <p:nvPicPr>
            <p:cNvPr id="26869" name="Picture 1041" descr="desktop_computer_stylized_medium">
              <a:extLst>
                <a:ext uri="{FF2B5EF4-FFF2-40B4-BE49-F238E27FC236}">
                  <a16:creationId xmlns:a16="http://schemas.microsoft.com/office/drawing/2014/main" id="{BFF07CC3-D61A-42A7-94E1-AFEAADB697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870" name="Freeform 1042">
              <a:extLst>
                <a:ext uri="{FF2B5EF4-FFF2-40B4-BE49-F238E27FC236}">
                  <a16:creationId xmlns:a16="http://schemas.microsoft.com/office/drawing/2014/main" id="{F7FA9356-B64C-4DA0-AC12-2C0A01A735A0}"/>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pic>
        <p:nvPicPr>
          <p:cNvPr id="26716" name="Picture 1043" descr="laptop_keyboard">
            <a:extLst>
              <a:ext uri="{FF2B5EF4-FFF2-40B4-BE49-F238E27FC236}">
                <a16:creationId xmlns:a16="http://schemas.microsoft.com/office/drawing/2014/main" id="{DA0CFFC2-DAFD-4903-A67E-EEC615571F5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09064" flipH="1">
            <a:off x="7329488" y="5672138"/>
            <a:ext cx="388937"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717" name="Freeform 1044">
            <a:extLst>
              <a:ext uri="{FF2B5EF4-FFF2-40B4-BE49-F238E27FC236}">
                <a16:creationId xmlns:a16="http://schemas.microsoft.com/office/drawing/2014/main" id="{A0A59024-4CD5-493C-BCE3-1807B4FB64DF}"/>
              </a:ext>
            </a:extLst>
          </p:cNvPr>
          <p:cNvSpPr>
            <a:spLocks/>
          </p:cNvSpPr>
          <p:nvPr/>
        </p:nvSpPr>
        <p:spPr bwMode="auto">
          <a:xfrm>
            <a:off x="7458075" y="5516563"/>
            <a:ext cx="312738" cy="207962"/>
          </a:xfrm>
          <a:custGeom>
            <a:avLst/>
            <a:gdLst>
              <a:gd name="T0" fmla="*/ 2147483646 w 2982"/>
              <a:gd name="T1" fmla="*/ 0 h 2442"/>
              <a:gd name="T2" fmla="*/ 0 w 2982"/>
              <a:gd name="T3" fmla="*/ 2147483646 h 2442"/>
              <a:gd name="T4" fmla="*/ 2147483646 w 2982"/>
              <a:gd name="T5" fmla="*/ 2147483646 h 2442"/>
              <a:gd name="T6" fmla="*/ 2147483646 w 2982"/>
              <a:gd name="T7" fmla="*/ 2147483646 h 2442"/>
              <a:gd name="T8" fmla="*/ 214748364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26718" name="Picture 1045" descr="screen">
            <a:extLst>
              <a:ext uri="{FF2B5EF4-FFF2-40B4-BE49-F238E27FC236}">
                <a16:creationId xmlns:a16="http://schemas.microsoft.com/office/drawing/2014/main" id="{A5A92262-64FE-45F7-A7E7-D3EF2BD0C9F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73950" y="5521325"/>
            <a:ext cx="28416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719" name="Freeform 1046">
            <a:extLst>
              <a:ext uri="{FF2B5EF4-FFF2-40B4-BE49-F238E27FC236}">
                <a16:creationId xmlns:a16="http://schemas.microsoft.com/office/drawing/2014/main" id="{A089D582-82D5-436D-A506-7722CB0DB4C4}"/>
              </a:ext>
            </a:extLst>
          </p:cNvPr>
          <p:cNvSpPr>
            <a:spLocks/>
          </p:cNvSpPr>
          <p:nvPr/>
        </p:nvSpPr>
        <p:spPr bwMode="auto">
          <a:xfrm>
            <a:off x="7515225" y="5510213"/>
            <a:ext cx="265113" cy="39687"/>
          </a:xfrm>
          <a:custGeom>
            <a:avLst/>
            <a:gdLst>
              <a:gd name="T0" fmla="*/ 2147483646 w 2528"/>
              <a:gd name="T1" fmla="*/ 0 h 455"/>
              <a:gd name="T2" fmla="*/ 2147483646 w 2528"/>
              <a:gd name="T3" fmla="*/ 2147483646 h 455"/>
              <a:gd name="T4" fmla="*/ 2147483646 w 2528"/>
              <a:gd name="T5" fmla="*/ 2147483646 h 455"/>
              <a:gd name="T6" fmla="*/ 0 w 2528"/>
              <a:gd name="T7" fmla="*/ 2147483646 h 455"/>
              <a:gd name="T8" fmla="*/ 2147483646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0" name="Freeform 1047">
            <a:extLst>
              <a:ext uri="{FF2B5EF4-FFF2-40B4-BE49-F238E27FC236}">
                <a16:creationId xmlns:a16="http://schemas.microsoft.com/office/drawing/2014/main" id="{8A52F54B-7F47-4D7F-A709-8D453C329C5B}"/>
              </a:ext>
            </a:extLst>
          </p:cNvPr>
          <p:cNvSpPr>
            <a:spLocks/>
          </p:cNvSpPr>
          <p:nvPr/>
        </p:nvSpPr>
        <p:spPr bwMode="auto">
          <a:xfrm>
            <a:off x="7456488" y="5510213"/>
            <a:ext cx="73025" cy="161925"/>
          </a:xfrm>
          <a:custGeom>
            <a:avLst/>
            <a:gdLst>
              <a:gd name="T0" fmla="*/ 2147483646 w 702"/>
              <a:gd name="T1" fmla="*/ 0 h 1893"/>
              <a:gd name="T2" fmla="*/ 0 w 702"/>
              <a:gd name="T3" fmla="*/ 2147483646 h 1893"/>
              <a:gd name="T4" fmla="*/ 2147483646 w 702"/>
              <a:gd name="T5" fmla="*/ 2147483646 h 1893"/>
              <a:gd name="T6" fmla="*/ 2147483646 w 702"/>
              <a:gd name="T7" fmla="*/ 2147483646 h 1893"/>
              <a:gd name="T8" fmla="*/ 214748364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1" name="Freeform 1048">
            <a:extLst>
              <a:ext uri="{FF2B5EF4-FFF2-40B4-BE49-F238E27FC236}">
                <a16:creationId xmlns:a16="http://schemas.microsoft.com/office/drawing/2014/main" id="{5F642D36-62BE-487F-8303-9113ED5C8817}"/>
              </a:ext>
            </a:extLst>
          </p:cNvPr>
          <p:cNvSpPr>
            <a:spLocks/>
          </p:cNvSpPr>
          <p:nvPr/>
        </p:nvSpPr>
        <p:spPr bwMode="auto">
          <a:xfrm>
            <a:off x="7699375" y="5538788"/>
            <a:ext cx="79375" cy="185737"/>
          </a:xfrm>
          <a:custGeom>
            <a:avLst/>
            <a:gdLst>
              <a:gd name="T0" fmla="*/ 2147483646 w 756"/>
              <a:gd name="T1" fmla="*/ 0 h 2184"/>
              <a:gd name="T2" fmla="*/ 2147483646 w 756"/>
              <a:gd name="T3" fmla="*/ 2147483646 h 2184"/>
              <a:gd name="T4" fmla="*/ 0 w 756"/>
              <a:gd name="T5" fmla="*/ 2147483646 h 2184"/>
              <a:gd name="T6" fmla="*/ 2147483646 w 756"/>
              <a:gd name="T7" fmla="*/ 2147483646 h 2184"/>
              <a:gd name="T8" fmla="*/ 2147483646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2" name="Freeform 1049">
            <a:extLst>
              <a:ext uri="{FF2B5EF4-FFF2-40B4-BE49-F238E27FC236}">
                <a16:creationId xmlns:a16="http://schemas.microsoft.com/office/drawing/2014/main" id="{DA5231D7-886A-473D-94B3-E1DCF879FD0F}"/>
              </a:ext>
            </a:extLst>
          </p:cNvPr>
          <p:cNvSpPr>
            <a:spLocks/>
          </p:cNvSpPr>
          <p:nvPr/>
        </p:nvSpPr>
        <p:spPr bwMode="auto">
          <a:xfrm>
            <a:off x="7454900" y="5662613"/>
            <a:ext cx="290513" cy="63500"/>
          </a:xfrm>
          <a:custGeom>
            <a:avLst/>
            <a:gdLst>
              <a:gd name="T0" fmla="*/ 2147483646 w 2773"/>
              <a:gd name="T1" fmla="*/ 0 h 738"/>
              <a:gd name="T2" fmla="*/ 0 w 2773"/>
              <a:gd name="T3" fmla="*/ 2147483646 h 738"/>
              <a:gd name="T4" fmla="*/ 2147483646 w 2773"/>
              <a:gd name="T5" fmla="*/ 2147483646 h 738"/>
              <a:gd name="T6" fmla="*/ 2147483646 w 2773"/>
              <a:gd name="T7" fmla="*/ 2147483646 h 738"/>
              <a:gd name="T8" fmla="*/ 2147483646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3" name="Freeform 1050">
            <a:extLst>
              <a:ext uri="{FF2B5EF4-FFF2-40B4-BE49-F238E27FC236}">
                <a16:creationId xmlns:a16="http://schemas.microsoft.com/office/drawing/2014/main" id="{ACB6E990-553C-416E-860E-E46216BD7D63}"/>
              </a:ext>
            </a:extLst>
          </p:cNvPr>
          <p:cNvSpPr>
            <a:spLocks/>
          </p:cNvSpPr>
          <p:nvPr/>
        </p:nvSpPr>
        <p:spPr bwMode="auto">
          <a:xfrm>
            <a:off x="7707313" y="5540375"/>
            <a:ext cx="74612" cy="187325"/>
          </a:xfrm>
          <a:custGeom>
            <a:avLst/>
            <a:gdLst>
              <a:gd name="T0" fmla="*/ 2147483646 w 637"/>
              <a:gd name="T1" fmla="*/ 0 h 1659"/>
              <a:gd name="T2" fmla="*/ 2147483646 w 637"/>
              <a:gd name="T3" fmla="*/ 0 h 1659"/>
              <a:gd name="T4" fmla="*/ 2147483646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4" name="Freeform 1051">
            <a:extLst>
              <a:ext uri="{FF2B5EF4-FFF2-40B4-BE49-F238E27FC236}">
                <a16:creationId xmlns:a16="http://schemas.microsoft.com/office/drawing/2014/main" id="{DB0181B5-9708-4A49-8BE0-F3121FDE460B}"/>
              </a:ext>
            </a:extLst>
          </p:cNvPr>
          <p:cNvSpPr>
            <a:spLocks/>
          </p:cNvSpPr>
          <p:nvPr/>
        </p:nvSpPr>
        <p:spPr bwMode="auto">
          <a:xfrm>
            <a:off x="7454900" y="5672138"/>
            <a:ext cx="258763" cy="61912"/>
          </a:xfrm>
          <a:custGeom>
            <a:avLst/>
            <a:gdLst>
              <a:gd name="T0" fmla="*/ 0 w 2216"/>
              <a:gd name="T1" fmla="*/ 0 h 550"/>
              <a:gd name="T2" fmla="*/ 2147483646 w 2216"/>
              <a:gd name="T3" fmla="*/ 2147483646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6725" name="Group 1052">
            <a:extLst>
              <a:ext uri="{FF2B5EF4-FFF2-40B4-BE49-F238E27FC236}">
                <a16:creationId xmlns:a16="http://schemas.microsoft.com/office/drawing/2014/main" id="{01BDB843-C2E0-49B4-A3A3-7190EAD8C064}"/>
              </a:ext>
            </a:extLst>
          </p:cNvPr>
          <p:cNvGrpSpPr>
            <a:grpSpLocks/>
          </p:cNvGrpSpPr>
          <p:nvPr/>
        </p:nvGrpSpPr>
        <p:grpSpPr bwMode="auto">
          <a:xfrm>
            <a:off x="7451725" y="5737225"/>
            <a:ext cx="87313" cy="38100"/>
            <a:chOff x="1740" y="2642"/>
            <a:chExt cx="752" cy="327"/>
          </a:xfrm>
        </p:grpSpPr>
        <p:sp>
          <p:nvSpPr>
            <p:cNvPr id="26863" name="Freeform 1053">
              <a:extLst>
                <a:ext uri="{FF2B5EF4-FFF2-40B4-BE49-F238E27FC236}">
                  <a16:creationId xmlns:a16="http://schemas.microsoft.com/office/drawing/2014/main" id="{40E33BD4-6AE4-42FA-86A9-2E4546E6B40A}"/>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64" name="Freeform 1054">
              <a:extLst>
                <a:ext uri="{FF2B5EF4-FFF2-40B4-BE49-F238E27FC236}">
                  <a16:creationId xmlns:a16="http://schemas.microsoft.com/office/drawing/2014/main" id="{D51853DE-725B-4DC9-8DCE-60A66B8B69D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65" name="Freeform 1055">
              <a:extLst>
                <a:ext uri="{FF2B5EF4-FFF2-40B4-BE49-F238E27FC236}">
                  <a16:creationId xmlns:a16="http://schemas.microsoft.com/office/drawing/2014/main" id="{D5B6D68F-10E2-44DE-AC19-6D8E8AEC61F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66" name="Freeform 1056">
              <a:extLst>
                <a:ext uri="{FF2B5EF4-FFF2-40B4-BE49-F238E27FC236}">
                  <a16:creationId xmlns:a16="http://schemas.microsoft.com/office/drawing/2014/main" id="{EDBA5CAB-AAB0-4C3D-B0F7-EEC27A3AA21C}"/>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67" name="Freeform 1057">
              <a:extLst>
                <a:ext uri="{FF2B5EF4-FFF2-40B4-BE49-F238E27FC236}">
                  <a16:creationId xmlns:a16="http://schemas.microsoft.com/office/drawing/2014/main" id="{34EF1EE8-7540-4FFD-B8E5-A0DA3394A4E5}"/>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868" name="Freeform 1058">
              <a:extLst>
                <a:ext uri="{FF2B5EF4-FFF2-40B4-BE49-F238E27FC236}">
                  <a16:creationId xmlns:a16="http://schemas.microsoft.com/office/drawing/2014/main" id="{F75F3752-8ACF-4628-8F9F-F9873310987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6726" name="Freeform 1059">
            <a:extLst>
              <a:ext uri="{FF2B5EF4-FFF2-40B4-BE49-F238E27FC236}">
                <a16:creationId xmlns:a16="http://schemas.microsoft.com/office/drawing/2014/main" id="{9B406062-55E4-4DFF-92FB-CAE281A27266}"/>
              </a:ext>
            </a:extLst>
          </p:cNvPr>
          <p:cNvSpPr>
            <a:spLocks/>
          </p:cNvSpPr>
          <p:nvPr/>
        </p:nvSpPr>
        <p:spPr bwMode="auto">
          <a:xfrm>
            <a:off x="7600950" y="5743575"/>
            <a:ext cx="106363" cy="80963"/>
          </a:xfrm>
          <a:custGeom>
            <a:avLst/>
            <a:gdLst>
              <a:gd name="T0" fmla="*/ 2147483646 w 990"/>
              <a:gd name="T1" fmla="*/ 2147483646 h 792"/>
              <a:gd name="T2" fmla="*/ 2147483646 w 990"/>
              <a:gd name="T3" fmla="*/ 0 h 792"/>
              <a:gd name="T4" fmla="*/ 2147483646 w 990"/>
              <a:gd name="T5" fmla="*/ 2147483646 h 792"/>
              <a:gd name="T6" fmla="*/ 0 w 990"/>
              <a:gd name="T7" fmla="*/ 2147483646 h 792"/>
              <a:gd name="T8" fmla="*/ 2147483646 w 990"/>
              <a:gd name="T9" fmla="*/ 214748364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7" name="Freeform 1060">
            <a:extLst>
              <a:ext uri="{FF2B5EF4-FFF2-40B4-BE49-F238E27FC236}">
                <a16:creationId xmlns:a16="http://schemas.microsoft.com/office/drawing/2014/main" id="{4C72BC5B-735D-42FE-BC33-1F8C74EA2134}"/>
              </a:ext>
            </a:extLst>
          </p:cNvPr>
          <p:cNvSpPr>
            <a:spLocks/>
          </p:cNvSpPr>
          <p:nvPr/>
        </p:nvSpPr>
        <p:spPr bwMode="auto">
          <a:xfrm>
            <a:off x="7329488" y="5749925"/>
            <a:ext cx="271462" cy="73025"/>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8" name="Freeform 1061">
            <a:extLst>
              <a:ext uri="{FF2B5EF4-FFF2-40B4-BE49-F238E27FC236}">
                <a16:creationId xmlns:a16="http://schemas.microsoft.com/office/drawing/2014/main" id="{6E7B01E4-6389-4C0C-A9B8-758BE8680D60}"/>
              </a:ext>
            </a:extLst>
          </p:cNvPr>
          <p:cNvSpPr>
            <a:spLocks/>
          </p:cNvSpPr>
          <p:nvPr/>
        </p:nvSpPr>
        <p:spPr bwMode="auto">
          <a:xfrm>
            <a:off x="7331075" y="5735638"/>
            <a:ext cx="1588" cy="15875"/>
          </a:xfrm>
          <a:custGeom>
            <a:avLst/>
            <a:gdLst>
              <a:gd name="T0" fmla="*/ 2147483646 w 26"/>
              <a:gd name="T1" fmla="*/ 2147483646 h 147"/>
              <a:gd name="T2" fmla="*/ 2147483646 w 26"/>
              <a:gd name="T3" fmla="*/ 2147483646 h 147"/>
              <a:gd name="T4" fmla="*/ 0 w 26"/>
              <a:gd name="T5" fmla="*/ 2147483646 h 147"/>
              <a:gd name="T6" fmla="*/ 2147483646 w 26"/>
              <a:gd name="T7" fmla="*/ 0 h 147"/>
              <a:gd name="T8" fmla="*/ 2147483646 w 26"/>
              <a:gd name="T9" fmla="*/ 2147483646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9" name="Freeform 1062">
            <a:extLst>
              <a:ext uri="{FF2B5EF4-FFF2-40B4-BE49-F238E27FC236}">
                <a16:creationId xmlns:a16="http://schemas.microsoft.com/office/drawing/2014/main" id="{F24DC49D-4375-4E1B-9CBD-A4F95D89B806}"/>
              </a:ext>
            </a:extLst>
          </p:cNvPr>
          <p:cNvSpPr>
            <a:spLocks/>
          </p:cNvSpPr>
          <p:nvPr/>
        </p:nvSpPr>
        <p:spPr bwMode="auto">
          <a:xfrm>
            <a:off x="7331075" y="5675313"/>
            <a:ext cx="125413" cy="61912"/>
          </a:xfrm>
          <a:custGeom>
            <a:avLst/>
            <a:gdLst>
              <a:gd name="T0" fmla="*/ 2147483646 w 1176"/>
              <a:gd name="T1" fmla="*/ 0 h 606"/>
              <a:gd name="T2" fmla="*/ 0 w 1176"/>
              <a:gd name="T3" fmla="*/ 2147483646 h 606"/>
              <a:gd name="T4" fmla="*/ 2147483646 w 1176"/>
              <a:gd name="T5" fmla="*/ 2147483646 h 606"/>
              <a:gd name="T6" fmla="*/ 2147483646 w 1176"/>
              <a:gd name="T7" fmla="*/ 2147483646 h 606"/>
              <a:gd name="T8" fmla="*/ 214748364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0" name="Freeform 1063">
            <a:extLst>
              <a:ext uri="{FF2B5EF4-FFF2-40B4-BE49-F238E27FC236}">
                <a16:creationId xmlns:a16="http://schemas.microsoft.com/office/drawing/2014/main" id="{8E80F666-36B2-43FE-BEB9-43027D3456F2}"/>
              </a:ext>
            </a:extLst>
          </p:cNvPr>
          <p:cNvSpPr>
            <a:spLocks/>
          </p:cNvSpPr>
          <p:nvPr/>
        </p:nvSpPr>
        <p:spPr bwMode="auto">
          <a:xfrm>
            <a:off x="7339013" y="5738813"/>
            <a:ext cx="257175" cy="71437"/>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1" name="Freeform 1064">
            <a:extLst>
              <a:ext uri="{FF2B5EF4-FFF2-40B4-BE49-F238E27FC236}">
                <a16:creationId xmlns:a16="http://schemas.microsoft.com/office/drawing/2014/main" id="{0DF9F51E-154F-4EC3-BA3A-9CC6BDC8F5FE}"/>
              </a:ext>
            </a:extLst>
          </p:cNvPr>
          <p:cNvSpPr>
            <a:spLocks/>
          </p:cNvSpPr>
          <p:nvPr/>
        </p:nvSpPr>
        <p:spPr bwMode="auto">
          <a:xfrm flipV="1">
            <a:off x="7596188" y="5734050"/>
            <a:ext cx="104775" cy="74613"/>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6732" name="Group 1065">
            <a:extLst>
              <a:ext uri="{FF2B5EF4-FFF2-40B4-BE49-F238E27FC236}">
                <a16:creationId xmlns:a16="http://schemas.microsoft.com/office/drawing/2014/main" id="{4F2B653E-5257-4DE4-9DD0-3EDF91B8EF19}"/>
              </a:ext>
            </a:extLst>
          </p:cNvPr>
          <p:cNvGrpSpPr>
            <a:grpSpLocks/>
          </p:cNvGrpSpPr>
          <p:nvPr/>
        </p:nvGrpSpPr>
        <p:grpSpPr bwMode="auto">
          <a:xfrm>
            <a:off x="6351588" y="2493963"/>
            <a:ext cx="390525" cy="169862"/>
            <a:chOff x="4650" y="1129"/>
            <a:chExt cx="246" cy="95"/>
          </a:xfrm>
        </p:grpSpPr>
        <p:sp>
          <p:nvSpPr>
            <p:cNvPr id="26855" name="Oval 407">
              <a:extLst>
                <a:ext uri="{FF2B5EF4-FFF2-40B4-BE49-F238E27FC236}">
                  <a16:creationId xmlns:a16="http://schemas.microsoft.com/office/drawing/2014/main" id="{B6616FAE-3B7D-4985-A653-7ACCF1ECF024}"/>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56" name="Rectangle 410">
              <a:extLst>
                <a:ext uri="{FF2B5EF4-FFF2-40B4-BE49-F238E27FC236}">
                  <a16:creationId xmlns:a16="http://schemas.microsoft.com/office/drawing/2014/main" id="{1CF7F808-72BF-4D5E-AA33-1F897EC1463F}"/>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57" name="Oval 411">
              <a:extLst>
                <a:ext uri="{FF2B5EF4-FFF2-40B4-BE49-F238E27FC236}">
                  <a16:creationId xmlns:a16="http://schemas.microsoft.com/office/drawing/2014/main" id="{DC7A3A3B-E54C-429F-843C-AA970BE6D9F4}"/>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858" name="Group 1069">
              <a:extLst>
                <a:ext uri="{FF2B5EF4-FFF2-40B4-BE49-F238E27FC236}">
                  <a16:creationId xmlns:a16="http://schemas.microsoft.com/office/drawing/2014/main" id="{0A465F9E-EE80-48B9-819B-1EF31BA312B0}"/>
                </a:ext>
              </a:extLst>
            </p:cNvPr>
            <p:cNvGrpSpPr>
              <a:grpSpLocks/>
            </p:cNvGrpSpPr>
            <p:nvPr/>
          </p:nvGrpSpPr>
          <p:grpSpPr bwMode="auto">
            <a:xfrm>
              <a:off x="4699" y="1145"/>
              <a:ext cx="138" cy="29"/>
              <a:chOff x="2468" y="1332"/>
              <a:chExt cx="310" cy="60"/>
            </a:xfrm>
          </p:grpSpPr>
          <p:sp>
            <p:nvSpPr>
              <p:cNvPr id="26861" name="Freeform 1070">
                <a:extLst>
                  <a:ext uri="{FF2B5EF4-FFF2-40B4-BE49-F238E27FC236}">
                    <a16:creationId xmlns:a16="http://schemas.microsoft.com/office/drawing/2014/main" id="{3AD28944-B21C-4F95-B7DD-BFBC8CD5F77E}"/>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62" name="Freeform 1071">
                <a:extLst>
                  <a:ext uri="{FF2B5EF4-FFF2-40B4-BE49-F238E27FC236}">
                    <a16:creationId xmlns:a16="http://schemas.microsoft.com/office/drawing/2014/main" id="{82C0E692-950B-4A4B-B672-AD0ED3ED945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859" name="Line 1072">
              <a:extLst>
                <a:ext uri="{FF2B5EF4-FFF2-40B4-BE49-F238E27FC236}">
                  <a16:creationId xmlns:a16="http://schemas.microsoft.com/office/drawing/2014/main" id="{B951E012-DC2C-4036-87FA-9433390B5347}"/>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60" name="Line 1073">
              <a:extLst>
                <a:ext uri="{FF2B5EF4-FFF2-40B4-BE49-F238E27FC236}">
                  <a16:creationId xmlns:a16="http://schemas.microsoft.com/office/drawing/2014/main" id="{02326747-76B9-4F42-A9B5-38C6EC9FF174}"/>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733" name="Group 1074">
            <a:extLst>
              <a:ext uri="{FF2B5EF4-FFF2-40B4-BE49-F238E27FC236}">
                <a16:creationId xmlns:a16="http://schemas.microsoft.com/office/drawing/2014/main" id="{29BAEDA1-A6E9-4104-82DA-0838F9E1725D}"/>
              </a:ext>
            </a:extLst>
          </p:cNvPr>
          <p:cNvGrpSpPr>
            <a:grpSpLocks/>
          </p:cNvGrpSpPr>
          <p:nvPr/>
        </p:nvGrpSpPr>
        <p:grpSpPr bwMode="auto">
          <a:xfrm>
            <a:off x="6051550" y="3641725"/>
            <a:ext cx="390525" cy="169863"/>
            <a:chOff x="4650" y="1129"/>
            <a:chExt cx="246" cy="95"/>
          </a:xfrm>
        </p:grpSpPr>
        <p:sp>
          <p:nvSpPr>
            <p:cNvPr id="26847" name="Oval 407">
              <a:extLst>
                <a:ext uri="{FF2B5EF4-FFF2-40B4-BE49-F238E27FC236}">
                  <a16:creationId xmlns:a16="http://schemas.microsoft.com/office/drawing/2014/main" id="{B8BA769D-1D03-46E0-8A1D-3D762DF6481F}"/>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48" name="Rectangle 410">
              <a:extLst>
                <a:ext uri="{FF2B5EF4-FFF2-40B4-BE49-F238E27FC236}">
                  <a16:creationId xmlns:a16="http://schemas.microsoft.com/office/drawing/2014/main" id="{45D909C8-052E-4875-8F9E-66B956517300}"/>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49" name="Oval 411">
              <a:extLst>
                <a:ext uri="{FF2B5EF4-FFF2-40B4-BE49-F238E27FC236}">
                  <a16:creationId xmlns:a16="http://schemas.microsoft.com/office/drawing/2014/main" id="{D1A804BF-AA2C-4F48-9F36-B066AD4D7148}"/>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850" name="Group 1078">
              <a:extLst>
                <a:ext uri="{FF2B5EF4-FFF2-40B4-BE49-F238E27FC236}">
                  <a16:creationId xmlns:a16="http://schemas.microsoft.com/office/drawing/2014/main" id="{E30B9CE5-3421-4AB2-8C2C-9D7AAF0A5F77}"/>
                </a:ext>
              </a:extLst>
            </p:cNvPr>
            <p:cNvGrpSpPr>
              <a:grpSpLocks/>
            </p:cNvGrpSpPr>
            <p:nvPr/>
          </p:nvGrpSpPr>
          <p:grpSpPr bwMode="auto">
            <a:xfrm>
              <a:off x="4699" y="1145"/>
              <a:ext cx="138" cy="29"/>
              <a:chOff x="2468" y="1332"/>
              <a:chExt cx="310" cy="60"/>
            </a:xfrm>
          </p:grpSpPr>
          <p:sp>
            <p:nvSpPr>
              <p:cNvPr id="26853" name="Freeform 1079">
                <a:extLst>
                  <a:ext uri="{FF2B5EF4-FFF2-40B4-BE49-F238E27FC236}">
                    <a16:creationId xmlns:a16="http://schemas.microsoft.com/office/drawing/2014/main" id="{B7AAD6AE-D9A2-40B4-891D-360B2BA6796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54" name="Freeform 1080">
                <a:extLst>
                  <a:ext uri="{FF2B5EF4-FFF2-40B4-BE49-F238E27FC236}">
                    <a16:creationId xmlns:a16="http://schemas.microsoft.com/office/drawing/2014/main" id="{38CA483F-C7EE-4272-B294-28054ABD371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851" name="Line 1081">
              <a:extLst>
                <a:ext uri="{FF2B5EF4-FFF2-40B4-BE49-F238E27FC236}">
                  <a16:creationId xmlns:a16="http://schemas.microsoft.com/office/drawing/2014/main" id="{66171F4F-5AAF-4CFC-AEB8-0D339146ECF1}"/>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52" name="Line 1082">
              <a:extLst>
                <a:ext uri="{FF2B5EF4-FFF2-40B4-BE49-F238E27FC236}">
                  <a16:creationId xmlns:a16="http://schemas.microsoft.com/office/drawing/2014/main" id="{C05EE52D-C969-4DAC-B705-59D3C120EB72}"/>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734" name="Group 1083">
            <a:extLst>
              <a:ext uri="{FF2B5EF4-FFF2-40B4-BE49-F238E27FC236}">
                <a16:creationId xmlns:a16="http://schemas.microsoft.com/office/drawing/2014/main" id="{53B15902-CDFC-4AD7-95D4-0C45CE86AFBC}"/>
              </a:ext>
            </a:extLst>
          </p:cNvPr>
          <p:cNvGrpSpPr>
            <a:grpSpLocks/>
          </p:cNvGrpSpPr>
          <p:nvPr/>
        </p:nvGrpSpPr>
        <p:grpSpPr bwMode="auto">
          <a:xfrm>
            <a:off x="5529263" y="3016250"/>
            <a:ext cx="519112" cy="128588"/>
            <a:chOff x="2199" y="955"/>
            <a:chExt cx="2547" cy="506"/>
          </a:xfrm>
        </p:grpSpPr>
        <p:sp>
          <p:nvSpPr>
            <p:cNvPr id="26841" name="Freeform 1084">
              <a:extLst>
                <a:ext uri="{FF2B5EF4-FFF2-40B4-BE49-F238E27FC236}">
                  <a16:creationId xmlns:a16="http://schemas.microsoft.com/office/drawing/2014/main" id="{7792CCD8-DE80-4C64-AB76-3D474B94FAC7}"/>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42" name="Freeform 1085">
              <a:extLst>
                <a:ext uri="{FF2B5EF4-FFF2-40B4-BE49-F238E27FC236}">
                  <a16:creationId xmlns:a16="http://schemas.microsoft.com/office/drawing/2014/main" id="{8342CEEB-548C-4FF1-A1DB-21522A27E401}"/>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43" name="Freeform 1086">
              <a:extLst>
                <a:ext uri="{FF2B5EF4-FFF2-40B4-BE49-F238E27FC236}">
                  <a16:creationId xmlns:a16="http://schemas.microsoft.com/office/drawing/2014/main" id="{91BFA577-C618-46B2-99C1-49C24045B3F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44" name="Freeform 1087">
              <a:extLst>
                <a:ext uri="{FF2B5EF4-FFF2-40B4-BE49-F238E27FC236}">
                  <a16:creationId xmlns:a16="http://schemas.microsoft.com/office/drawing/2014/main" id="{597D5F08-A250-4357-B7F8-3B2E2677F534}"/>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45" name="Freeform 1088">
              <a:extLst>
                <a:ext uri="{FF2B5EF4-FFF2-40B4-BE49-F238E27FC236}">
                  <a16:creationId xmlns:a16="http://schemas.microsoft.com/office/drawing/2014/main" id="{BD4B2D5B-8FB4-42CD-84FE-AD9D52C96E39}"/>
                </a:ext>
              </a:extLst>
            </p:cNvPr>
            <p:cNvSpPr>
              <a:spLocks/>
            </p:cNvSpPr>
            <p:nvPr/>
          </p:nvSpPr>
          <p:spPr bwMode="auto">
            <a:xfrm>
              <a:off x="3646" y="997"/>
              <a:ext cx="660" cy="336"/>
            </a:xfrm>
            <a:custGeom>
              <a:avLst/>
              <a:gdLst>
                <a:gd name="T0" fmla="*/ 741 w 646"/>
                <a:gd name="T1" fmla="*/ 17741 h 300"/>
                <a:gd name="T2" fmla="*/ 1056 w 646"/>
                <a:gd name="T3" fmla="*/ 14979 h 300"/>
                <a:gd name="T4" fmla="*/ 1313 w 646"/>
                <a:gd name="T5" fmla="*/ 11319 h 300"/>
                <a:gd name="T6" fmla="*/ 1356 w 646"/>
                <a:gd name="T7" fmla="*/ 6335 h 300"/>
                <a:gd name="T8" fmla="*/ 994 w 646"/>
                <a:gd name="T9" fmla="*/ 353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46" name="Freeform 1089">
              <a:extLst>
                <a:ext uri="{FF2B5EF4-FFF2-40B4-BE49-F238E27FC236}">
                  <a16:creationId xmlns:a16="http://schemas.microsoft.com/office/drawing/2014/main" id="{379D0CD7-6522-4DE7-BEF2-614936FB08D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6735" name="Group 1090">
            <a:extLst>
              <a:ext uri="{FF2B5EF4-FFF2-40B4-BE49-F238E27FC236}">
                <a16:creationId xmlns:a16="http://schemas.microsoft.com/office/drawing/2014/main" id="{9F6B22AE-D019-47FE-AD91-274676A0FA8C}"/>
              </a:ext>
            </a:extLst>
          </p:cNvPr>
          <p:cNvGrpSpPr>
            <a:grpSpLocks/>
          </p:cNvGrpSpPr>
          <p:nvPr/>
        </p:nvGrpSpPr>
        <p:grpSpPr bwMode="auto">
          <a:xfrm>
            <a:off x="6248400" y="4852988"/>
            <a:ext cx="617538" cy="247650"/>
            <a:chOff x="2356" y="1300"/>
            <a:chExt cx="555" cy="194"/>
          </a:xfrm>
        </p:grpSpPr>
        <p:sp>
          <p:nvSpPr>
            <p:cNvPr id="26833" name="Oval 407">
              <a:extLst>
                <a:ext uri="{FF2B5EF4-FFF2-40B4-BE49-F238E27FC236}">
                  <a16:creationId xmlns:a16="http://schemas.microsoft.com/office/drawing/2014/main" id="{760CF4E7-AC58-4145-8DC1-250561DF9C80}"/>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34" name="Rectangle 410">
              <a:extLst>
                <a:ext uri="{FF2B5EF4-FFF2-40B4-BE49-F238E27FC236}">
                  <a16:creationId xmlns:a16="http://schemas.microsoft.com/office/drawing/2014/main" id="{1F3B018B-2208-4802-A568-1E53B433E184}"/>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35" name="Oval 411">
              <a:extLst>
                <a:ext uri="{FF2B5EF4-FFF2-40B4-BE49-F238E27FC236}">
                  <a16:creationId xmlns:a16="http://schemas.microsoft.com/office/drawing/2014/main" id="{C191B623-BE1D-4487-90A1-98D63BBBB074}"/>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836" name="Group 1094">
              <a:extLst>
                <a:ext uri="{FF2B5EF4-FFF2-40B4-BE49-F238E27FC236}">
                  <a16:creationId xmlns:a16="http://schemas.microsoft.com/office/drawing/2014/main" id="{85ABD672-C646-44E9-AD62-BF6055CD94E8}"/>
                </a:ext>
              </a:extLst>
            </p:cNvPr>
            <p:cNvGrpSpPr>
              <a:grpSpLocks/>
            </p:cNvGrpSpPr>
            <p:nvPr/>
          </p:nvGrpSpPr>
          <p:grpSpPr bwMode="auto">
            <a:xfrm>
              <a:off x="2468" y="1332"/>
              <a:ext cx="310" cy="60"/>
              <a:chOff x="2468" y="1332"/>
              <a:chExt cx="310" cy="60"/>
            </a:xfrm>
          </p:grpSpPr>
          <p:sp>
            <p:nvSpPr>
              <p:cNvPr id="26839" name="Freeform 1095">
                <a:extLst>
                  <a:ext uri="{FF2B5EF4-FFF2-40B4-BE49-F238E27FC236}">
                    <a16:creationId xmlns:a16="http://schemas.microsoft.com/office/drawing/2014/main" id="{92C4F972-F349-4180-A680-BD4353966F83}"/>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40" name="Freeform 1096">
                <a:extLst>
                  <a:ext uri="{FF2B5EF4-FFF2-40B4-BE49-F238E27FC236}">
                    <a16:creationId xmlns:a16="http://schemas.microsoft.com/office/drawing/2014/main" id="{4824972A-F2D7-477F-B78E-74EFB76B45F3}"/>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837" name="Line 1097">
              <a:extLst>
                <a:ext uri="{FF2B5EF4-FFF2-40B4-BE49-F238E27FC236}">
                  <a16:creationId xmlns:a16="http://schemas.microsoft.com/office/drawing/2014/main" id="{0AFBB2F3-6E39-4BD5-86D3-6EFC5A3D747A}"/>
                </a:ext>
              </a:extLst>
            </p:cNvPr>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38" name="Line 1098">
              <a:extLst>
                <a:ext uri="{FF2B5EF4-FFF2-40B4-BE49-F238E27FC236}">
                  <a16:creationId xmlns:a16="http://schemas.microsoft.com/office/drawing/2014/main" id="{7FC74740-500A-442D-8217-71BB4469E362}"/>
                </a:ext>
              </a:extLst>
            </p:cNvPr>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736" name="Group 1099">
            <a:extLst>
              <a:ext uri="{FF2B5EF4-FFF2-40B4-BE49-F238E27FC236}">
                <a16:creationId xmlns:a16="http://schemas.microsoft.com/office/drawing/2014/main" id="{5B53F996-342C-43DC-B0B1-5AE220DCEEF7}"/>
              </a:ext>
            </a:extLst>
          </p:cNvPr>
          <p:cNvGrpSpPr>
            <a:grpSpLocks/>
          </p:cNvGrpSpPr>
          <p:nvPr/>
        </p:nvGrpSpPr>
        <p:grpSpPr bwMode="auto">
          <a:xfrm>
            <a:off x="6969125" y="4510088"/>
            <a:ext cx="617538" cy="247650"/>
            <a:chOff x="2356" y="1300"/>
            <a:chExt cx="555" cy="194"/>
          </a:xfrm>
        </p:grpSpPr>
        <p:sp>
          <p:nvSpPr>
            <p:cNvPr id="26825" name="Oval 407">
              <a:extLst>
                <a:ext uri="{FF2B5EF4-FFF2-40B4-BE49-F238E27FC236}">
                  <a16:creationId xmlns:a16="http://schemas.microsoft.com/office/drawing/2014/main" id="{8029E732-2E7A-426E-9E30-C0930E8FF6DD}"/>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26" name="Rectangle 410">
              <a:extLst>
                <a:ext uri="{FF2B5EF4-FFF2-40B4-BE49-F238E27FC236}">
                  <a16:creationId xmlns:a16="http://schemas.microsoft.com/office/drawing/2014/main" id="{CE2BACE3-4B87-4650-891B-F2BBB62B997B}"/>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27" name="Oval 411">
              <a:extLst>
                <a:ext uri="{FF2B5EF4-FFF2-40B4-BE49-F238E27FC236}">
                  <a16:creationId xmlns:a16="http://schemas.microsoft.com/office/drawing/2014/main" id="{9470A08A-DC80-48D1-8E97-14E763819F4B}"/>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828" name="Group 1103">
              <a:extLst>
                <a:ext uri="{FF2B5EF4-FFF2-40B4-BE49-F238E27FC236}">
                  <a16:creationId xmlns:a16="http://schemas.microsoft.com/office/drawing/2014/main" id="{F2C81BFB-3CFF-48C0-8F20-0C492F467539}"/>
                </a:ext>
              </a:extLst>
            </p:cNvPr>
            <p:cNvGrpSpPr>
              <a:grpSpLocks/>
            </p:cNvGrpSpPr>
            <p:nvPr/>
          </p:nvGrpSpPr>
          <p:grpSpPr bwMode="auto">
            <a:xfrm>
              <a:off x="2468" y="1332"/>
              <a:ext cx="310" cy="60"/>
              <a:chOff x="2468" y="1332"/>
              <a:chExt cx="310" cy="60"/>
            </a:xfrm>
          </p:grpSpPr>
          <p:sp>
            <p:nvSpPr>
              <p:cNvPr id="26831" name="Freeform 1104">
                <a:extLst>
                  <a:ext uri="{FF2B5EF4-FFF2-40B4-BE49-F238E27FC236}">
                    <a16:creationId xmlns:a16="http://schemas.microsoft.com/office/drawing/2014/main" id="{E4C9613A-0A2E-4E0B-BA56-77CC192F24F7}"/>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32" name="Freeform 1105">
                <a:extLst>
                  <a:ext uri="{FF2B5EF4-FFF2-40B4-BE49-F238E27FC236}">
                    <a16:creationId xmlns:a16="http://schemas.microsoft.com/office/drawing/2014/main" id="{C6A4CDCA-3D1F-4291-8FD1-B872C48428A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829" name="Line 1106">
              <a:extLst>
                <a:ext uri="{FF2B5EF4-FFF2-40B4-BE49-F238E27FC236}">
                  <a16:creationId xmlns:a16="http://schemas.microsoft.com/office/drawing/2014/main" id="{939A91C6-EADC-4E4C-A1BA-680FA0803B5B}"/>
                </a:ext>
              </a:extLst>
            </p:cNvPr>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30" name="Line 1107">
              <a:extLst>
                <a:ext uri="{FF2B5EF4-FFF2-40B4-BE49-F238E27FC236}">
                  <a16:creationId xmlns:a16="http://schemas.microsoft.com/office/drawing/2014/main" id="{EBDAB5BA-1364-4218-B17B-AA1B2BB52C4C}"/>
                </a:ext>
              </a:extLst>
            </p:cNvPr>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737" name="Group 1108">
            <a:extLst>
              <a:ext uri="{FF2B5EF4-FFF2-40B4-BE49-F238E27FC236}">
                <a16:creationId xmlns:a16="http://schemas.microsoft.com/office/drawing/2014/main" id="{E044D134-2578-45AE-98EF-2DF927B6875A}"/>
              </a:ext>
            </a:extLst>
          </p:cNvPr>
          <p:cNvGrpSpPr>
            <a:grpSpLocks/>
          </p:cNvGrpSpPr>
          <p:nvPr/>
        </p:nvGrpSpPr>
        <p:grpSpPr bwMode="auto">
          <a:xfrm>
            <a:off x="7585075" y="4811713"/>
            <a:ext cx="617538" cy="247650"/>
            <a:chOff x="2356" y="1300"/>
            <a:chExt cx="555" cy="194"/>
          </a:xfrm>
        </p:grpSpPr>
        <p:sp>
          <p:nvSpPr>
            <p:cNvPr id="26817" name="Oval 407">
              <a:extLst>
                <a:ext uri="{FF2B5EF4-FFF2-40B4-BE49-F238E27FC236}">
                  <a16:creationId xmlns:a16="http://schemas.microsoft.com/office/drawing/2014/main" id="{395CDCF1-1D95-4BC8-9641-C997134F23DD}"/>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18" name="Rectangle 410">
              <a:extLst>
                <a:ext uri="{FF2B5EF4-FFF2-40B4-BE49-F238E27FC236}">
                  <a16:creationId xmlns:a16="http://schemas.microsoft.com/office/drawing/2014/main" id="{C7796ECB-B606-409A-9FBD-B46188D8360F}"/>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19" name="Oval 411">
              <a:extLst>
                <a:ext uri="{FF2B5EF4-FFF2-40B4-BE49-F238E27FC236}">
                  <a16:creationId xmlns:a16="http://schemas.microsoft.com/office/drawing/2014/main" id="{80C8170A-6E5C-4C8B-A567-B57057BB68D4}"/>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820" name="Group 1112">
              <a:extLst>
                <a:ext uri="{FF2B5EF4-FFF2-40B4-BE49-F238E27FC236}">
                  <a16:creationId xmlns:a16="http://schemas.microsoft.com/office/drawing/2014/main" id="{73A1F5C1-DE7D-4FEB-A201-F8400D2BC234}"/>
                </a:ext>
              </a:extLst>
            </p:cNvPr>
            <p:cNvGrpSpPr>
              <a:grpSpLocks/>
            </p:cNvGrpSpPr>
            <p:nvPr/>
          </p:nvGrpSpPr>
          <p:grpSpPr bwMode="auto">
            <a:xfrm>
              <a:off x="2468" y="1332"/>
              <a:ext cx="310" cy="60"/>
              <a:chOff x="2468" y="1332"/>
              <a:chExt cx="310" cy="60"/>
            </a:xfrm>
          </p:grpSpPr>
          <p:sp>
            <p:nvSpPr>
              <p:cNvPr id="26823" name="Freeform 1113">
                <a:extLst>
                  <a:ext uri="{FF2B5EF4-FFF2-40B4-BE49-F238E27FC236}">
                    <a16:creationId xmlns:a16="http://schemas.microsoft.com/office/drawing/2014/main" id="{3E92068C-51E7-479F-98FD-A7CC17AE5EB3}"/>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24" name="Freeform 1114">
                <a:extLst>
                  <a:ext uri="{FF2B5EF4-FFF2-40B4-BE49-F238E27FC236}">
                    <a16:creationId xmlns:a16="http://schemas.microsoft.com/office/drawing/2014/main" id="{01DC75C3-9A35-4542-908F-53D20D6290C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821" name="Line 1115">
              <a:extLst>
                <a:ext uri="{FF2B5EF4-FFF2-40B4-BE49-F238E27FC236}">
                  <a16:creationId xmlns:a16="http://schemas.microsoft.com/office/drawing/2014/main" id="{683BD823-3968-4A75-821A-9233DF7FE9F5}"/>
                </a:ext>
              </a:extLst>
            </p:cNvPr>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22" name="Line 1116">
              <a:extLst>
                <a:ext uri="{FF2B5EF4-FFF2-40B4-BE49-F238E27FC236}">
                  <a16:creationId xmlns:a16="http://schemas.microsoft.com/office/drawing/2014/main" id="{AEDA2200-9FCE-4338-9AB0-C899981D03E2}"/>
                </a:ext>
              </a:extLst>
            </p:cNvPr>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738" name="Freeform 1118">
            <a:extLst>
              <a:ext uri="{FF2B5EF4-FFF2-40B4-BE49-F238E27FC236}">
                <a16:creationId xmlns:a16="http://schemas.microsoft.com/office/drawing/2014/main" id="{1A7E1711-CDDE-4ABB-BE2B-BC54CACCF2DC}"/>
              </a:ext>
            </a:extLst>
          </p:cNvPr>
          <p:cNvSpPr>
            <a:spLocks/>
          </p:cNvSpPr>
          <p:nvPr/>
        </p:nvSpPr>
        <p:spPr bwMode="auto">
          <a:xfrm>
            <a:off x="7004050" y="3527425"/>
            <a:ext cx="1314450" cy="674688"/>
          </a:xfrm>
          <a:custGeom>
            <a:avLst/>
            <a:gdLst>
              <a:gd name="T0" fmla="*/ 2147483646 w 828"/>
              <a:gd name="T1" fmla="*/ 2147483646 h 425"/>
              <a:gd name="T2" fmla="*/ 2147483646 w 828"/>
              <a:gd name="T3" fmla="*/ 2147483646 h 425"/>
              <a:gd name="T4" fmla="*/ 2147483646 w 828"/>
              <a:gd name="T5" fmla="*/ 2147483646 h 425"/>
              <a:gd name="T6" fmla="*/ 2147483646 w 828"/>
              <a:gd name="T7" fmla="*/ 2147483646 h 425"/>
              <a:gd name="T8" fmla="*/ 2147483646 w 828"/>
              <a:gd name="T9" fmla="*/ 2147483646 h 425"/>
              <a:gd name="T10" fmla="*/ 2147483646 w 828"/>
              <a:gd name="T11" fmla="*/ 2147483646 h 425"/>
              <a:gd name="T12" fmla="*/ 2147483646 w 828"/>
              <a:gd name="T13" fmla="*/ 2147483646 h 425"/>
              <a:gd name="T14" fmla="*/ 2147483646 w 828"/>
              <a:gd name="T15" fmla="*/ 2147483646 h 425"/>
              <a:gd name="T16" fmla="*/ 2147483646 w 828"/>
              <a:gd name="T17" fmla="*/ 2147483646 h 425"/>
              <a:gd name="T18" fmla="*/ 2147483646 w 828"/>
              <a:gd name="T19" fmla="*/ 2147483646 h 425"/>
              <a:gd name="T20" fmla="*/ 2147483646 w 828"/>
              <a:gd name="T21" fmla="*/ 2147483646 h 425"/>
              <a:gd name="T22" fmla="*/ 2147483646 w 828"/>
              <a:gd name="T23" fmla="*/ 2147483646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9" name="Freeform 1119">
            <a:extLst>
              <a:ext uri="{FF2B5EF4-FFF2-40B4-BE49-F238E27FC236}">
                <a16:creationId xmlns:a16="http://schemas.microsoft.com/office/drawing/2014/main" id="{8E6C1F5D-B60E-4C5C-8461-9AE8218EE4BC}"/>
              </a:ext>
            </a:extLst>
          </p:cNvPr>
          <p:cNvSpPr>
            <a:spLocks/>
          </p:cNvSpPr>
          <p:nvPr/>
        </p:nvSpPr>
        <p:spPr bwMode="auto">
          <a:xfrm>
            <a:off x="7023100" y="2001838"/>
            <a:ext cx="1730375" cy="1125537"/>
          </a:xfrm>
          <a:custGeom>
            <a:avLst/>
            <a:gdLst>
              <a:gd name="T0" fmla="*/ 2147483646 w 765"/>
              <a:gd name="T1" fmla="*/ 2147483646 h 459"/>
              <a:gd name="T2" fmla="*/ 2147483646 w 765"/>
              <a:gd name="T3" fmla="*/ 2147483646 h 459"/>
              <a:gd name="T4" fmla="*/ 2147483646 w 765"/>
              <a:gd name="T5" fmla="*/ 2147483646 h 459"/>
              <a:gd name="T6" fmla="*/ 2147483646 w 765"/>
              <a:gd name="T7" fmla="*/ 2147483646 h 459"/>
              <a:gd name="T8" fmla="*/ 2147483646 w 765"/>
              <a:gd name="T9" fmla="*/ 2147483646 h 459"/>
              <a:gd name="T10" fmla="*/ 2147483646 w 765"/>
              <a:gd name="T11" fmla="*/ 2147483646 h 459"/>
              <a:gd name="T12" fmla="*/ 2147483646 w 765"/>
              <a:gd name="T13" fmla="*/ 2147483646 h 459"/>
              <a:gd name="T14" fmla="*/ 2147483646 w 765"/>
              <a:gd name="T15" fmla="*/ 2147483646 h 459"/>
              <a:gd name="T16" fmla="*/ 2147483646 w 765"/>
              <a:gd name="T17" fmla="*/ 2147483646 h 459"/>
              <a:gd name="T18" fmla="*/ 2147483646 w 765"/>
              <a:gd name="T19" fmla="*/ 2147483646 h 459"/>
              <a:gd name="T20" fmla="*/ 2147483646 w 765"/>
              <a:gd name="T21" fmla="*/ 2147483646 h 459"/>
              <a:gd name="T22" fmla="*/ 2147483646 w 765"/>
              <a:gd name="T23" fmla="*/ 2147483646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40" name="Line 1120">
            <a:extLst>
              <a:ext uri="{FF2B5EF4-FFF2-40B4-BE49-F238E27FC236}">
                <a16:creationId xmlns:a16="http://schemas.microsoft.com/office/drawing/2014/main" id="{D6B63749-0272-4BC0-9CC9-9EED65B0CB3C}"/>
              </a:ext>
            </a:extLst>
          </p:cNvPr>
          <p:cNvSpPr>
            <a:spLocks noChangeShapeType="1"/>
          </p:cNvSpPr>
          <p:nvPr/>
        </p:nvSpPr>
        <p:spPr bwMode="auto">
          <a:xfrm>
            <a:off x="7396163" y="3813175"/>
            <a:ext cx="163512" cy="1206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41" name="Line 1121">
            <a:extLst>
              <a:ext uri="{FF2B5EF4-FFF2-40B4-BE49-F238E27FC236}">
                <a16:creationId xmlns:a16="http://schemas.microsoft.com/office/drawing/2014/main" id="{221684C8-94E6-4D4C-BE0E-0B82C1BAEF10}"/>
              </a:ext>
            </a:extLst>
          </p:cNvPr>
          <p:cNvSpPr>
            <a:spLocks noChangeShapeType="1"/>
          </p:cNvSpPr>
          <p:nvPr/>
        </p:nvSpPr>
        <p:spPr bwMode="auto">
          <a:xfrm>
            <a:off x="7493000" y="3733800"/>
            <a:ext cx="2794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42" name="Line 1122">
            <a:extLst>
              <a:ext uri="{FF2B5EF4-FFF2-40B4-BE49-F238E27FC236}">
                <a16:creationId xmlns:a16="http://schemas.microsoft.com/office/drawing/2014/main" id="{FA3D5799-BDB7-4534-93C9-6EAE3A803267}"/>
              </a:ext>
            </a:extLst>
          </p:cNvPr>
          <p:cNvSpPr>
            <a:spLocks noChangeShapeType="1"/>
          </p:cNvSpPr>
          <p:nvPr/>
        </p:nvSpPr>
        <p:spPr bwMode="auto">
          <a:xfrm flipV="1">
            <a:off x="7729538" y="3819525"/>
            <a:ext cx="134937" cy="1047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43" name="Line 1123">
            <a:extLst>
              <a:ext uri="{FF2B5EF4-FFF2-40B4-BE49-F238E27FC236}">
                <a16:creationId xmlns:a16="http://schemas.microsoft.com/office/drawing/2014/main" id="{B8FBC393-5617-464B-BC09-5F3858BB0EFF}"/>
              </a:ext>
            </a:extLst>
          </p:cNvPr>
          <p:cNvSpPr>
            <a:spLocks noChangeShapeType="1"/>
          </p:cNvSpPr>
          <p:nvPr/>
        </p:nvSpPr>
        <p:spPr bwMode="auto">
          <a:xfrm flipV="1">
            <a:off x="7577138" y="2492375"/>
            <a:ext cx="123825" cy="873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44" name="Line 1124">
            <a:extLst>
              <a:ext uri="{FF2B5EF4-FFF2-40B4-BE49-F238E27FC236}">
                <a16:creationId xmlns:a16="http://schemas.microsoft.com/office/drawing/2014/main" id="{DE0F19A4-3C2B-4800-A1C2-5B90D956FA99}"/>
              </a:ext>
            </a:extLst>
          </p:cNvPr>
          <p:cNvSpPr>
            <a:spLocks noChangeShapeType="1"/>
          </p:cNvSpPr>
          <p:nvPr/>
        </p:nvSpPr>
        <p:spPr bwMode="auto">
          <a:xfrm flipV="1">
            <a:off x="7577138" y="2562225"/>
            <a:ext cx="263525" cy="2889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45" name="Line 1125">
            <a:extLst>
              <a:ext uri="{FF2B5EF4-FFF2-40B4-BE49-F238E27FC236}">
                <a16:creationId xmlns:a16="http://schemas.microsoft.com/office/drawing/2014/main" id="{43C7E1E0-3601-495C-8758-5A0D60934B54}"/>
              </a:ext>
            </a:extLst>
          </p:cNvPr>
          <p:cNvSpPr>
            <a:spLocks noChangeShapeType="1"/>
          </p:cNvSpPr>
          <p:nvPr/>
        </p:nvSpPr>
        <p:spPr bwMode="auto">
          <a:xfrm>
            <a:off x="7942263" y="2560638"/>
            <a:ext cx="0" cy="1968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46" name="Line 1126">
            <a:extLst>
              <a:ext uri="{FF2B5EF4-FFF2-40B4-BE49-F238E27FC236}">
                <a16:creationId xmlns:a16="http://schemas.microsoft.com/office/drawing/2014/main" id="{8BB3165B-4DFF-4353-B772-0F329DAC5D5E}"/>
              </a:ext>
            </a:extLst>
          </p:cNvPr>
          <p:cNvSpPr>
            <a:spLocks noChangeShapeType="1"/>
          </p:cNvSpPr>
          <p:nvPr/>
        </p:nvSpPr>
        <p:spPr bwMode="auto">
          <a:xfrm>
            <a:off x="7589838" y="2867025"/>
            <a:ext cx="1889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47" name="Line 1127">
            <a:extLst>
              <a:ext uri="{FF2B5EF4-FFF2-40B4-BE49-F238E27FC236}">
                <a16:creationId xmlns:a16="http://schemas.microsoft.com/office/drawing/2014/main" id="{16BD97C9-5551-40B0-B8E8-DD95543B0271}"/>
              </a:ext>
            </a:extLst>
          </p:cNvPr>
          <p:cNvSpPr>
            <a:spLocks noChangeShapeType="1"/>
          </p:cNvSpPr>
          <p:nvPr/>
        </p:nvSpPr>
        <p:spPr bwMode="auto">
          <a:xfrm>
            <a:off x="8150225" y="2857500"/>
            <a:ext cx="1778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48" name="Line 1128">
            <a:extLst>
              <a:ext uri="{FF2B5EF4-FFF2-40B4-BE49-F238E27FC236}">
                <a16:creationId xmlns:a16="http://schemas.microsoft.com/office/drawing/2014/main" id="{BF4BADBC-C4FE-4290-A322-089CA0E42513}"/>
              </a:ext>
            </a:extLst>
          </p:cNvPr>
          <p:cNvSpPr>
            <a:spLocks noChangeShapeType="1"/>
          </p:cNvSpPr>
          <p:nvPr/>
        </p:nvSpPr>
        <p:spPr bwMode="auto">
          <a:xfrm flipH="1">
            <a:off x="7296150" y="2933700"/>
            <a:ext cx="98425" cy="7048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49" name="Line 1129">
            <a:extLst>
              <a:ext uri="{FF2B5EF4-FFF2-40B4-BE49-F238E27FC236}">
                <a16:creationId xmlns:a16="http://schemas.microsoft.com/office/drawing/2014/main" id="{6497B032-6DCF-4C03-8A2B-14A1524139BF}"/>
              </a:ext>
            </a:extLst>
          </p:cNvPr>
          <p:cNvSpPr>
            <a:spLocks noChangeShapeType="1"/>
          </p:cNvSpPr>
          <p:nvPr/>
        </p:nvSpPr>
        <p:spPr bwMode="auto">
          <a:xfrm flipH="1">
            <a:off x="7888288" y="2933700"/>
            <a:ext cx="111125" cy="7270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750" name="Group 1130">
            <a:extLst>
              <a:ext uri="{FF2B5EF4-FFF2-40B4-BE49-F238E27FC236}">
                <a16:creationId xmlns:a16="http://schemas.microsoft.com/office/drawing/2014/main" id="{A3A6B13D-2021-4EB9-BC20-6CE8DA5DC06D}"/>
              </a:ext>
            </a:extLst>
          </p:cNvPr>
          <p:cNvGrpSpPr>
            <a:grpSpLocks/>
          </p:cNvGrpSpPr>
          <p:nvPr/>
        </p:nvGrpSpPr>
        <p:grpSpPr bwMode="auto">
          <a:xfrm>
            <a:off x="7689850" y="2395538"/>
            <a:ext cx="390525" cy="169862"/>
            <a:chOff x="4650" y="1129"/>
            <a:chExt cx="246" cy="95"/>
          </a:xfrm>
        </p:grpSpPr>
        <p:sp>
          <p:nvSpPr>
            <p:cNvPr id="26809" name="Oval 407">
              <a:extLst>
                <a:ext uri="{FF2B5EF4-FFF2-40B4-BE49-F238E27FC236}">
                  <a16:creationId xmlns:a16="http://schemas.microsoft.com/office/drawing/2014/main" id="{D3626481-46D2-456E-897B-9396A87BAFA4}"/>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10" name="Rectangle 410">
              <a:extLst>
                <a:ext uri="{FF2B5EF4-FFF2-40B4-BE49-F238E27FC236}">
                  <a16:creationId xmlns:a16="http://schemas.microsoft.com/office/drawing/2014/main" id="{F7075C17-DDE5-4CA8-9F25-295E1C9BF66B}"/>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11" name="Oval 411">
              <a:extLst>
                <a:ext uri="{FF2B5EF4-FFF2-40B4-BE49-F238E27FC236}">
                  <a16:creationId xmlns:a16="http://schemas.microsoft.com/office/drawing/2014/main" id="{9C36E509-E31A-47BA-BBB2-B206506103D0}"/>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812" name="Group 1134">
              <a:extLst>
                <a:ext uri="{FF2B5EF4-FFF2-40B4-BE49-F238E27FC236}">
                  <a16:creationId xmlns:a16="http://schemas.microsoft.com/office/drawing/2014/main" id="{EE33D608-6968-4014-AF93-9A4225A8FC0E}"/>
                </a:ext>
              </a:extLst>
            </p:cNvPr>
            <p:cNvGrpSpPr>
              <a:grpSpLocks/>
            </p:cNvGrpSpPr>
            <p:nvPr/>
          </p:nvGrpSpPr>
          <p:grpSpPr bwMode="auto">
            <a:xfrm>
              <a:off x="4699" y="1145"/>
              <a:ext cx="138" cy="29"/>
              <a:chOff x="2468" y="1332"/>
              <a:chExt cx="310" cy="60"/>
            </a:xfrm>
          </p:grpSpPr>
          <p:sp>
            <p:nvSpPr>
              <p:cNvPr id="26815" name="Freeform 1135">
                <a:extLst>
                  <a:ext uri="{FF2B5EF4-FFF2-40B4-BE49-F238E27FC236}">
                    <a16:creationId xmlns:a16="http://schemas.microsoft.com/office/drawing/2014/main" id="{178EFC61-9CEE-489D-8A70-63ED0F65D76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16" name="Freeform 1136">
                <a:extLst>
                  <a:ext uri="{FF2B5EF4-FFF2-40B4-BE49-F238E27FC236}">
                    <a16:creationId xmlns:a16="http://schemas.microsoft.com/office/drawing/2014/main" id="{CDBC1E72-0350-40CF-B89A-58FF10EF51E3}"/>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813" name="Line 1137">
              <a:extLst>
                <a:ext uri="{FF2B5EF4-FFF2-40B4-BE49-F238E27FC236}">
                  <a16:creationId xmlns:a16="http://schemas.microsoft.com/office/drawing/2014/main" id="{4D81A1B8-DC11-4C48-BC71-52EA9A96630E}"/>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14" name="Line 1138">
              <a:extLst>
                <a:ext uri="{FF2B5EF4-FFF2-40B4-BE49-F238E27FC236}">
                  <a16:creationId xmlns:a16="http://schemas.microsoft.com/office/drawing/2014/main" id="{5891A44A-30F7-438D-9717-797E71EEB633}"/>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751" name="Group 1139">
            <a:extLst>
              <a:ext uri="{FF2B5EF4-FFF2-40B4-BE49-F238E27FC236}">
                <a16:creationId xmlns:a16="http://schemas.microsoft.com/office/drawing/2014/main" id="{7EDF32CB-7497-4DD9-951C-045148FAF85C}"/>
              </a:ext>
            </a:extLst>
          </p:cNvPr>
          <p:cNvGrpSpPr>
            <a:grpSpLocks/>
          </p:cNvGrpSpPr>
          <p:nvPr/>
        </p:nvGrpSpPr>
        <p:grpSpPr bwMode="auto">
          <a:xfrm>
            <a:off x="7762875" y="2757488"/>
            <a:ext cx="390525" cy="176212"/>
            <a:chOff x="4650" y="1129"/>
            <a:chExt cx="246" cy="95"/>
          </a:xfrm>
        </p:grpSpPr>
        <p:sp>
          <p:nvSpPr>
            <p:cNvPr id="26801" name="Oval 407">
              <a:extLst>
                <a:ext uri="{FF2B5EF4-FFF2-40B4-BE49-F238E27FC236}">
                  <a16:creationId xmlns:a16="http://schemas.microsoft.com/office/drawing/2014/main" id="{A6A23094-CC3B-4B69-8D26-800F4E997807}"/>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02" name="Rectangle 410">
              <a:extLst>
                <a:ext uri="{FF2B5EF4-FFF2-40B4-BE49-F238E27FC236}">
                  <a16:creationId xmlns:a16="http://schemas.microsoft.com/office/drawing/2014/main" id="{26452D5A-BCA7-432D-B1BC-6ED251B4585A}"/>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803" name="Oval 411">
              <a:extLst>
                <a:ext uri="{FF2B5EF4-FFF2-40B4-BE49-F238E27FC236}">
                  <a16:creationId xmlns:a16="http://schemas.microsoft.com/office/drawing/2014/main" id="{1448B065-A2CD-44FF-8445-046943B51D9A}"/>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804" name="Group 1143">
              <a:extLst>
                <a:ext uri="{FF2B5EF4-FFF2-40B4-BE49-F238E27FC236}">
                  <a16:creationId xmlns:a16="http://schemas.microsoft.com/office/drawing/2014/main" id="{2A676CC7-5178-48E6-922A-ADE0BBC6E64A}"/>
                </a:ext>
              </a:extLst>
            </p:cNvPr>
            <p:cNvGrpSpPr>
              <a:grpSpLocks/>
            </p:cNvGrpSpPr>
            <p:nvPr/>
          </p:nvGrpSpPr>
          <p:grpSpPr bwMode="auto">
            <a:xfrm>
              <a:off x="4699" y="1145"/>
              <a:ext cx="138" cy="29"/>
              <a:chOff x="2468" y="1332"/>
              <a:chExt cx="310" cy="60"/>
            </a:xfrm>
          </p:grpSpPr>
          <p:sp>
            <p:nvSpPr>
              <p:cNvPr id="26807" name="Freeform 1144">
                <a:extLst>
                  <a:ext uri="{FF2B5EF4-FFF2-40B4-BE49-F238E27FC236}">
                    <a16:creationId xmlns:a16="http://schemas.microsoft.com/office/drawing/2014/main" id="{49AFC5B8-6906-4288-9BCC-A78A97672AD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08" name="Freeform 1145">
                <a:extLst>
                  <a:ext uri="{FF2B5EF4-FFF2-40B4-BE49-F238E27FC236}">
                    <a16:creationId xmlns:a16="http://schemas.microsoft.com/office/drawing/2014/main" id="{177CBC8E-B95E-486E-971C-836558DAD0E1}"/>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805" name="Line 1146">
              <a:extLst>
                <a:ext uri="{FF2B5EF4-FFF2-40B4-BE49-F238E27FC236}">
                  <a16:creationId xmlns:a16="http://schemas.microsoft.com/office/drawing/2014/main" id="{91611C3F-4991-42A8-A346-51EF0C20121C}"/>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06" name="Line 1147">
              <a:extLst>
                <a:ext uri="{FF2B5EF4-FFF2-40B4-BE49-F238E27FC236}">
                  <a16:creationId xmlns:a16="http://schemas.microsoft.com/office/drawing/2014/main" id="{E888505C-5602-4573-B7F8-070D9EE22B51}"/>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752" name="Group 1148">
            <a:extLst>
              <a:ext uri="{FF2B5EF4-FFF2-40B4-BE49-F238E27FC236}">
                <a16:creationId xmlns:a16="http://schemas.microsoft.com/office/drawing/2014/main" id="{BDBD33D2-5BCF-4BDF-925F-C6B3C6B2A23E}"/>
              </a:ext>
            </a:extLst>
          </p:cNvPr>
          <p:cNvGrpSpPr>
            <a:grpSpLocks/>
          </p:cNvGrpSpPr>
          <p:nvPr/>
        </p:nvGrpSpPr>
        <p:grpSpPr bwMode="auto">
          <a:xfrm>
            <a:off x="7204075" y="2493963"/>
            <a:ext cx="390525" cy="169862"/>
            <a:chOff x="4650" y="1129"/>
            <a:chExt cx="246" cy="95"/>
          </a:xfrm>
        </p:grpSpPr>
        <p:sp>
          <p:nvSpPr>
            <p:cNvPr id="26793" name="Oval 407">
              <a:extLst>
                <a:ext uri="{FF2B5EF4-FFF2-40B4-BE49-F238E27FC236}">
                  <a16:creationId xmlns:a16="http://schemas.microsoft.com/office/drawing/2014/main" id="{F77697EA-E45C-4DFD-BDC6-74C30BFDBE26}"/>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794" name="Rectangle 410">
              <a:extLst>
                <a:ext uri="{FF2B5EF4-FFF2-40B4-BE49-F238E27FC236}">
                  <a16:creationId xmlns:a16="http://schemas.microsoft.com/office/drawing/2014/main" id="{B3B60C53-D4F1-413C-B92F-A70DF5574CAD}"/>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795" name="Oval 411">
              <a:extLst>
                <a:ext uri="{FF2B5EF4-FFF2-40B4-BE49-F238E27FC236}">
                  <a16:creationId xmlns:a16="http://schemas.microsoft.com/office/drawing/2014/main" id="{65533A1C-8A37-43C8-921F-4FDC91B30F97}"/>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796" name="Group 1152">
              <a:extLst>
                <a:ext uri="{FF2B5EF4-FFF2-40B4-BE49-F238E27FC236}">
                  <a16:creationId xmlns:a16="http://schemas.microsoft.com/office/drawing/2014/main" id="{F31B7727-DA51-418B-9062-C507BFF413CC}"/>
                </a:ext>
              </a:extLst>
            </p:cNvPr>
            <p:cNvGrpSpPr>
              <a:grpSpLocks/>
            </p:cNvGrpSpPr>
            <p:nvPr/>
          </p:nvGrpSpPr>
          <p:grpSpPr bwMode="auto">
            <a:xfrm>
              <a:off x="4699" y="1145"/>
              <a:ext cx="138" cy="29"/>
              <a:chOff x="2468" y="1332"/>
              <a:chExt cx="310" cy="60"/>
            </a:xfrm>
          </p:grpSpPr>
          <p:sp>
            <p:nvSpPr>
              <p:cNvPr id="26799" name="Freeform 1153">
                <a:extLst>
                  <a:ext uri="{FF2B5EF4-FFF2-40B4-BE49-F238E27FC236}">
                    <a16:creationId xmlns:a16="http://schemas.microsoft.com/office/drawing/2014/main" id="{39C6FEAE-F69D-4A9D-8038-EA9221F810D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800" name="Freeform 1154">
                <a:extLst>
                  <a:ext uri="{FF2B5EF4-FFF2-40B4-BE49-F238E27FC236}">
                    <a16:creationId xmlns:a16="http://schemas.microsoft.com/office/drawing/2014/main" id="{DC07D1C8-4161-4B80-8241-3E8E09DDFABE}"/>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797" name="Line 1155">
              <a:extLst>
                <a:ext uri="{FF2B5EF4-FFF2-40B4-BE49-F238E27FC236}">
                  <a16:creationId xmlns:a16="http://schemas.microsoft.com/office/drawing/2014/main" id="{ADD02591-9DE1-493E-8AEC-85B8AC210123}"/>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98" name="Line 1156">
              <a:extLst>
                <a:ext uri="{FF2B5EF4-FFF2-40B4-BE49-F238E27FC236}">
                  <a16:creationId xmlns:a16="http://schemas.microsoft.com/office/drawing/2014/main" id="{8CBDC40D-5C74-4BC3-9526-4B2909250730}"/>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753" name="Group 1157">
            <a:extLst>
              <a:ext uri="{FF2B5EF4-FFF2-40B4-BE49-F238E27FC236}">
                <a16:creationId xmlns:a16="http://schemas.microsoft.com/office/drawing/2014/main" id="{779F593A-A98B-4EB7-9EEC-4FAC04BBA1DE}"/>
              </a:ext>
            </a:extLst>
          </p:cNvPr>
          <p:cNvGrpSpPr>
            <a:grpSpLocks/>
          </p:cNvGrpSpPr>
          <p:nvPr/>
        </p:nvGrpSpPr>
        <p:grpSpPr bwMode="auto">
          <a:xfrm>
            <a:off x="7215188" y="2757488"/>
            <a:ext cx="390525" cy="169862"/>
            <a:chOff x="4650" y="1129"/>
            <a:chExt cx="246" cy="95"/>
          </a:xfrm>
        </p:grpSpPr>
        <p:sp>
          <p:nvSpPr>
            <p:cNvPr id="26785" name="Oval 407">
              <a:extLst>
                <a:ext uri="{FF2B5EF4-FFF2-40B4-BE49-F238E27FC236}">
                  <a16:creationId xmlns:a16="http://schemas.microsoft.com/office/drawing/2014/main" id="{2748C17B-6A72-443D-AB44-5D9653BF8BC8}"/>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786" name="Rectangle 410">
              <a:extLst>
                <a:ext uri="{FF2B5EF4-FFF2-40B4-BE49-F238E27FC236}">
                  <a16:creationId xmlns:a16="http://schemas.microsoft.com/office/drawing/2014/main" id="{1F601D87-ED9C-4823-AF84-01859BF0871B}"/>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787" name="Oval 411">
              <a:extLst>
                <a:ext uri="{FF2B5EF4-FFF2-40B4-BE49-F238E27FC236}">
                  <a16:creationId xmlns:a16="http://schemas.microsoft.com/office/drawing/2014/main" id="{916E19B6-B0EB-46E9-9E27-E32C74D34DD1}"/>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788" name="Group 1161">
              <a:extLst>
                <a:ext uri="{FF2B5EF4-FFF2-40B4-BE49-F238E27FC236}">
                  <a16:creationId xmlns:a16="http://schemas.microsoft.com/office/drawing/2014/main" id="{EB329BE1-9F54-42B0-8AB8-875F64E9C807}"/>
                </a:ext>
              </a:extLst>
            </p:cNvPr>
            <p:cNvGrpSpPr>
              <a:grpSpLocks/>
            </p:cNvGrpSpPr>
            <p:nvPr/>
          </p:nvGrpSpPr>
          <p:grpSpPr bwMode="auto">
            <a:xfrm>
              <a:off x="4699" y="1145"/>
              <a:ext cx="138" cy="29"/>
              <a:chOff x="2468" y="1332"/>
              <a:chExt cx="310" cy="60"/>
            </a:xfrm>
          </p:grpSpPr>
          <p:sp>
            <p:nvSpPr>
              <p:cNvPr id="26791" name="Freeform 1162">
                <a:extLst>
                  <a:ext uri="{FF2B5EF4-FFF2-40B4-BE49-F238E27FC236}">
                    <a16:creationId xmlns:a16="http://schemas.microsoft.com/office/drawing/2014/main" id="{64A5B44B-B2D2-484E-AFE8-607A7027214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792" name="Freeform 1163">
                <a:extLst>
                  <a:ext uri="{FF2B5EF4-FFF2-40B4-BE49-F238E27FC236}">
                    <a16:creationId xmlns:a16="http://schemas.microsoft.com/office/drawing/2014/main" id="{33D947DA-860A-4617-8E0A-4DF46383E83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789" name="Line 1164">
              <a:extLst>
                <a:ext uri="{FF2B5EF4-FFF2-40B4-BE49-F238E27FC236}">
                  <a16:creationId xmlns:a16="http://schemas.microsoft.com/office/drawing/2014/main" id="{A673429E-6D84-4F66-BAF0-93AFD01773AF}"/>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90" name="Line 1165">
              <a:extLst>
                <a:ext uri="{FF2B5EF4-FFF2-40B4-BE49-F238E27FC236}">
                  <a16:creationId xmlns:a16="http://schemas.microsoft.com/office/drawing/2014/main" id="{FE99327C-1BEC-4269-BC8E-B801CCC72561}"/>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754" name="Line 1166">
            <a:extLst>
              <a:ext uri="{FF2B5EF4-FFF2-40B4-BE49-F238E27FC236}">
                <a16:creationId xmlns:a16="http://schemas.microsoft.com/office/drawing/2014/main" id="{8C88FAD0-5ECE-451B-8768-EC7504A8FD06}"/>
              </a:ext>
            </a:extLst>
          </p:cNvPr>
          <p:cNvSpPr>
            <a:spLocks noChangeShapeType="1"/>
          </p:cNvSpPr>
          <p:nvPr/>
        </p:nvSpPr>
        <p:spPr bwMode="auto">
          <a:xfrm>
            <a:off x="8358188" y="2855913"/>
            <a:ext cx="177800" cy="0"/>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755" name="Group 1167">
            <a:extLst>
              <a:ext uri="{FF2B5EF4-FFF2-40B4-BE49-F238E27FC236}">
                <a16:creationId xmlns:a16="http://schemas.microsoft.com/office/drawing/2014/main" id="{5FBD0AB7-B96E-439D-8D9A-D8A16644B1AE}"/>
              </a:ext>
            </a:extLst>
          </p:cNvPr>
          <p:cNvGrpSpPr>
            <a:grpSpLocks/>
          </p:cNvGrpSpPr>
          <p:nvPr/>
        </p:nvGrpSpPr>
        <p:grpSpPr bwMode="auto">
          <a:xfrm>
            <a:off x="7400925" y="3911600"/>
            <a:ext cx="485775" cy="203200"/>
            <a:chOff x="4650" y="1129"/>
            <a:chExt cx="246" cy="95"/>
          </a:xfrm>
        </p:grpSpPr>
        <p:sp>
          <p:nvSpPr>
            <p:cNvPr id="26777" name="Oval 407">
              <a:extLst>
                <a:ext uri="{FF2B5EF4-FFF2-40B4-BE49-F238E27FC236}">
                  <a16:creationId xmlns:a16="http://schemas.microsoft.com/office/drawing/2014/main" id="{2B3C4567-C0E7-4DD5-ABAC-D72D55D1D089}"/>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778" name="Rectangle 410">
              <a:extLst>
                <a:ext uri="{FF2B5EF4-FFF2-40B4-BE49-F238E27FC236}">
                  <a16:creationId xmlns:a16="http://schemas.microsoft.com/office/drawing/2014/main" id="{2F1A2BBD-CBD8-4401-AAAD-217BDC32268A}"/>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779" name="Oval 411">
              <a:extLst>
                <a:ext uri="{FF2B5EF4-FFF2-40B4-BE49-F238E27FC236}">
                  <a16:creationId xmlns:a16="http://schemas.microsoft.com/office/drawing/2014/main" id="{E4F237B2-8997-42DD-9DF2-BE09F6BC792A}"/>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780" name="Group 1171">
              <a:extLst>
                <a:ext uri="{FF2B5EF4-FFF2-40B4-BE49-F238E27FC236}">
                  <a16:creationId xmlns:a16="http://schemas.microsoft.com/office/drawing/2014/main" id="{85AEDECC-E5D2-4EB6-83C3-295E3C528D0A}"/>
                </a:ext>
              </a:extLst>
            </p:cNvPr>
            <p:cNvGrpSpPr>
              <a:grpSpLocks/>
            </p:cNvGrpSpPr>
            <p:nvPr/>
          </p:nvGrpSpPr>
          <p:grpSpPr bwMode="auto">
            <a:xfrm>
              <a:off x="4699" y="1145"/>
              <a:ext cx="138" cy="29"/>
              <a:chOff x="2468" y="1332"/>
              <a:chExt cx="310" cy="60"/>
            </a:xfrm>
          </p:grpSpPr>
          <p:sp>
            <p:nvSpPr>
              <p:cNvPr id="26783" name="Freeform 1172">
                <a:extLst>
                  <a:ext uri="{FF2B5EF4-FFF2-40B4-BE49-F238E27FC236}">
                    <a16:creationId xmlns:a16="http://schemas.microsoft.com/office/drawing/2014/main" id="{0A4BABDE-28F9-4287-A284-82D2D072AE7F}"/>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784" name="Freeform 1173">
                <a:extLst>
                  <a:ext uri="{FF2B5EF4-FFF2-40B4-BE49-F238E27FC236}">
                    <a16:creationId xmlns:a16="http://schemas.microsoft.com/office/drawing/2014/main" id="{E31136C4-278A-4319-B804-1C6FA610918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781" name="Line 1174">
              <a:extLst>
                <a:ext uri="{FF2B5EF4-FFF2-40B4-BE49-F238E27FC236}">
                  <a16:creationId xmlns:a16="http://schemas.microsoft.com/office/drawing/2014/main" id="{3FC9AB39-C72D-4B75-9BB8-1E42CE46D2FE}"/>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82" name="Line 1175">
              <a:extLst>
                <a:ext uri="{FF2B5EF4-FFF2-40B4-BE49-F238E27FC236}">
                  <a16:creationId xmlns:a16="http://schemas.microsoft.com/office/drawing/2014/main" id="{F5DD1B7C-14C6-4EA5-A1C2-8F229E32BC60}"/>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756" name="Group 1176">
            <a:extLst>
              <a:ext uri="{FF2B5EF4-FFF2-40B4-BE49-F238E27FC236}">
                <a16:creationId xmlns:a16="http://schemas.microsoft.com/office/drawing/2014/main" id="{0A987EA7-627C-4F75-B88D-7EFF19FBC874}"/>
              </a:ext>
            </a:extLst>
          </p:cNvPr>
          <p:cNvGrpSpPr>
            <a:grpSpLocks/>
          </p:cNvGrpSpPr>
          <p:nvPr/>
        </p:nvGrpSpPr>
        <p:grpSpPr bwMode="auto">
          <a:xfrm>
            <a:off x="7081838" y="3630613"/>
            <a:ext cx="485775" cy="203200"/>
            <a:chOff x="4650" y="1129"/>
            <a:chExt cx="246" cy="95"/>
          </a:xfrm>
        </p:grpSpPr>
        <p:sp>
          <p:nvSpPr>
            <p:cNvPr id="26769" name="Oval 407">
              <a:extLst>
                <a:ext uri="{FF2B5EF4-FFF2-40B4-BE49-F238E27FC236}">
                  <a16:creationId xmlns:a16="http://schemas.microsoft.com/office/drawing/2014/main" id="{7470A54F-5963-4F5C-9D5B-A1FA5BE07254}"/>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770" name="Rectangle 410">
              <a:extLst>
                <a:ext uri="{FF2B5EF4-FFF2-40B4-BE49-F238E27FC236}">
                  <a16:creationId xmlns:a16="http://schemas.microsoft.com/office/drawing/2014/main" id="{1212175C-4238-42A1-BA45-60857A13C53D}"/>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771" name="Oval 411">
              <a:extLst>
                <a:ext uri="{FF2B5EF4-FFF2-40B4-BE49-F238E27FC236}">
                  <a16:creationId xmlns:a16="http://schemas.microsoft.com/office/drawing/2014/main" id="{B2254C7A-37C6-475E-95A5-A86D16ECB286}"/>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772" name="Group 1180">
              <a:extLst>
                <a:ext uri="{FF2B5EF4-FFF2-40B4-BE49-F238E27FC236}">
                  <a16:creationId xmlns:a16="http://schemas.microsoft.com/office/drawing/2014/main" id="{E13AA7B8-E16F-4671-99FA-1038D6E59E09}"/>
                </a:ext>
              </a:extLst>
            </p:cNvPr>
            <p:cNvGrpSpPr>
              <a:grpSpLocks/>
            </p:cNvGrpSpPr>
            <p:nvPr/>
          </p:nvGrpSpPr>
          <p:grpSpPr bwMode="auto">
            <a:xfrm>
              <a:off x="4699" y="1145"/>
              <a:ext cx="138" cy="29"/>
              <a:chOff x="2468" y="1332"/>
              <a:chExt cx="310" cy="60"/>
            </a:xfrm>
          </p:grpSpPr>
          <p:sp>
            <p:nvSpPr>
              <p:cNvPr id="26775" name="Freeform 1181">
                <a:extLst>
                  <a:ext uri="{FF2B5EF4-FFF2-40B4-BE49-F238E27FC236}">
                    <a16:creationId xmlns:a16="http://schemas.microsoft.com/office/drawing/2014/main" id="{4CC45EFA-6069-4E3E-B12A-7F7589170F6E}"/>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776" name="Freeform 1182">
                <a:extLst>
                  <a:ext uri="{FF2B5EF4-FFF2-40B4-BE49-F238E27FC236}">
                    <a16:creationId xmlns:a16="http://schemas.microsoft.com/office/drawing/2014/main" id="{9E540AC7-E52B-4AC4-A943-75DB900CFA5E}"/>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773" name="Line 1183">
              <a:extLst>
                <a:ext uri="{FF2B5EF4-FFF2-40B4-BE49-F238E27FC236}">
                  <a16:creationId xmlns:a16="http://schemas.microsoft.com/office/drawing/2014/main" id="{B57BDBBA-C955-48B7-8A67-44B1E16A7BE8}"/>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74" name="Line 1184">
              <a:extLst>
                <a:ext uri="{FF2B5EF4-FFF2-40B4-BE49-F238E27FC236}">
                  <a16:creationId xmlns:a16="http://schemas.microsoft.com/office/drawing/2014/main" id="{3279094E-9AEA-4623-B1E0-875E2FEB7C08}"/>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6757" name="Group 1185">
            <a:extLst>
              <a:ext uri="{FF2B5EF4-FFF2-40B4-BE49-F238E27FC236}">
                <a16:creationId xmlns:a16="http://schemas.microsoft.com/office/drawing/2014/main" id="{D5F0EC89-1149-45CF-B4BF-6EE810787271}"/>
              </a:ext>
            </a:extLst>
          </p:cNvPr>
          <p:cNvGrpSpPr>
            <a:grpSpLocks/>
          </p:cNvGrpSpPr>
          <p:nvPr/>
        </p:nvGrpSpPr>
        <p:grpSpPr bwMode="auto">
          <a:xfrm>
            <a:off x="7743825" y="3643313"/>
            <a:ext cx="485775" cy="203200"/>
            <a:chOff x="4650" y="1129"/>
            <a:chExt cx="246" cy="95"/>
          </a:xfrm>
        </p:grpSpPr>
        <p:sp>
          <p:nvSpPr>
            <p:cNvPr id="26761" name="Oval 407">
              <a:extLst>
                <a:ext uri="{FF2B5EF4-FFF2-40B4-BE49-F238E27FC236}">
                  <a16:creationId xmlns:a16="http://schemas.microsoft.com/office/drawing/2014/main" id="{30248959-671F-4139-8C00-7F5FECE71C02}"/>
                </a:ext>
              </a:extLst>
            </p:cNvPr>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762" name="Rectangle 410">
              <a:extLst>
                <a:ext uri="{FF2B5EF4-FFF2-40B4-BE49-F238E27FC236}">
                  <a16:creationId xmlns:a16="http://schemas.microsoft.com/office/drawing/2014/main" id="{3F5F307F-6775-4928-A37F-12B366EC0824}"/>
                </a:ext>
              </a:extLst>
            </p:cNvPr>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400">
                <a:latin typeface="Times New Roman" panose="02020603050405020304" pitchFamily="18" charset="0"/>
                <a:ea typeface="MS PGothic" panose="020B0600070205080204" pitchFamily="34" charset="-128"/>
              </a:endParaRPr>
            </a:p>
          </p:txBody>
        </p:sp>
        <p:sp>
          <p:nvSpPr>
            <p:cNvPr id="26763" name="Oval 411">
              <a:extLst>
                <a:ext uri="{FF2B5EF4-FFF2-40B4-BE49-F238E27FC236}">
                  <a16:creationId xmlns:a16="http://schemas.microsoft.com/office/drawing/2014/main" id="{2E54C5DE-C925-488F-99B5-2A74A94B1764}"/>
                </a:ext>
              </a:extLst>
            </p:cNvPr>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2400">
                <a:latin typeface="Times New Roman" panose="02020603050405020304" pitchFamily="18" charset="0"/>
                <a:ea typeface="MS PGothic" panose="020B0600070205080204" pitchFamily="34" charset="-128"/>
              </a:endParaRPr>
            </a:p>
          </p:txBody>
        </p:sp>
        <p:grpSp>
          <p:nvGrpSpPr>
            <p:cNvPr id="26764" name="Group 1189">
              <a:extLst>
                <a:ext uri="{FF2B5EF4-FFF2-40B4-BE49-F238E27FC236}">
                  <a16:creationId xmlns:a16="http://schemas.microsoft.com/office/drawing/2014/main" id="{EAAA9164-D179-48CF-8C7F-F1B653D40180}"/>
                </a:ext>
              </a:extLst>
            </p:cNvPr>
            <p:cNvGrpSpPr>
              <a:grpSpLocks/>
            </p:cNvGrpSpPr>
            <p:nvPr/>
          </p:nvGrpSpPr>
          <p:grpSpPr bwMode="auto">
            <a:xfrm>
              <a:off x="4699" y="1145"/>
              <a:ext cx="138" cy="29"/>
              <a:chOff x="2468" y="1332"/>
              <a:chExt cx="310" cy="60"/>
            </a:xfrm>
          </p:grpSpPr>
          <p:sp>
            <p:nvSpPr>
              <p:cNvPr id="26767" name="Freeform 1190">
                <a:extLst>
                  <a:ext uri="{FF2B5EF4-FFF2-40B4-BE49-F238E27FC236}">
                    <a16:creationId xmlns:a16="http://schemas.microsoft.com/office/drawing/2014/main" id="{BF4E7B43-C5AF-41A6-BC21-88F8AEB0C6B2}"/>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768" name="Freeform 1191">
                <a:extLst>
                  <a:ext uri="{FF2B5EF4-FFF2-40B4-BE49-F238E27FC236}">
                    <a16:creationId xmlns:a16="http://schemas.microsoft.com/office/drawing/2014/main" id="{F796DBB6-BC22-4B7C-ACF1-4D9FA12A3E1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6765" name="Line 1192">
              <a:extLst>
                <a:ext uri="{FF2B5EF4-FFF2-40B4-BE49-F238E27FC236}">
                  <a16:creationId xmlns:a16="http://schemas.microsoft.com/office/drawing/2014/main" id="{4B9C7EE3-03D6-4FDA-BAD5-80F2CB7A8F26}"/>
                </a:ext>
              </a:extLst>
            </p:cNvPr>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66" name="Line 1193">
              <a:extLst>
                <a:ext uri="{FF2B5EF4-FFF2-40B4-BE49-F238E27FC236}">
                  <a16:creationId xmlns:a16="http://schemas.microsoft.com/office/drawing/2014/main" id="{23A0541B-998E-4818-9B3F-68730979C133}"/>
                </a:ext>
              </a:extLst>
            </p:cNvPr>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758" name="Text Box 580">
            <a:extLst>
              <a:ext uri="{FF2B5EF4-FFF2-40B4-BE49-F238E27FC236}">
                <a16:creationId xmlns:a16="http://schemas.microsoft.com/office/drawing/2014/main" id="{39F0452C-5536-4674-B540-B79100BBD643}"/>
              </a:ext>
            </a:extLst>
          </p:cNvPr>
          <p:cNvSpPr txBox="1">
            <a:spLocks noChangeArrowheads="1"/>
          </p:cNvSpPr>
          <p:nvPr/>
        </p:nvSpPr>
        <p:spPr bwMode="auto">
          <a:xfrm>
            <a:off x="7561263" y="2071688"/>
            <a:ext cx="1108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a:ea typeface="MS PGothic" panose="020B0600070205080204" pitchFamily="34" charset="-128"/>
              </a:rPr>
              <a:t>global ISP</a:t>
            </a:r>
          </a:p>
        </p:txBody>
      </p:sp>
      <p:sp>
        <p:nvSpPr>
          <p:cNvPr id="26759" name="Line 1196">
            <a:extLst>
              <a:ext uri="{FF2B5EF4-FFF2-40B4-BE49-F238E27FC236}">
                <a16:creationId xmlns:a16="http://schemas.microsoft.com/office/drawing/2014/main" id="{912C04C9-D2F9-48AF-AAC0-6D91EA930FEB}"/>
              </a:ext>
            </a:extLst>
          </p:cNvPr>
          <p:cNvSpPr>
            <a:spLocks noChangeShapeType="1"/>
          </p:cNvSpPr>
          <p:nvPr/>
        </p:nvSpPr>
        <p:spPr bwMode="auto">
          <a:xfrm flipH="1">
            <a:off x="7335838" y="4103688"/>
            <a:ext cx="223837" cy="4159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6760" name="Line 1197">
            <a:extLst>
              <a:ext uri="{FF2B5EF4-FFF2-40B4-BE49-F238E27FC236}">
                <a16:creationId xmlns:a16="http://schemas.microsoft.com/office/drawing/2014/main" id="{9ADFC3FB-E142-4D57-BDAB-FDA7B8B7B5FF}"/>
              </a:ext>
            </a:extLst>
          </p:cNvPr>
          <p:cNvSpPr>
            <a:spLocks noChangeShapeType="1"/>
          </p:cNvSpPr>
          <p:nvPr/>
        </p:nvSpPr>
        <p:spPr bwMode="auto">
          <a:xfrm>
            <a:off x="6737350" y="2571750"/>
            <a:ext cx="4762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descr="underline_base">
            <a:extLst>
              <a:ext uri="{FF2B5EF4-FFF2-40B4-BE49-F238E27FC236}">
                <a16:creationId xmlns:a16="http://schemas.microsoft.com/office/drawing/2014/main" id="{61C15DBC-F028-453A-863C-079EBBEE8C9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1041400"/>
            <a:ext cx="45704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3">
            <a:extLst>
              <a:ext uri="{FF2B5EF4-FFF2-40B4-BE49-F238E27FC236}">
                <a16:creationId xmlns:a16="http://schemas.microsoft.com/office/drawing/2014/main" id="{33FDCA69-D9FE-40EB-9D15-21FD7A1FAE11}"/>
              </a:ext>
            </a:extLst>
          </p:cNvPr>
          <p:cNvSpPr>
            <a:spLocks noGrp="1"/>
          </p:cNvSpPr>
          <p:nvPr>
            <p:ph idx="1"/>
          </p:nvPr>
        </p:nvSpPr>
        <p:spPr>
          <a:xfrm>
            <a:off x="304800" y="1493838"/>
            <a:ext cx="8229600" cy="4525962"/>
          </a:xfrm>
        </p:spPr>
        <p:txBody>
          <a:bodyPr/>
          <a:lstStyle/>
          <a:p>
            <a:pPr fontAlgn="base">
              <a:lnSpc>
                <a:spcPct val="75000"/>
              </a:lnSpc>
              <a:spcAft>
                <a:spcPct val="0"/>
              </a:spcAft>
            </a:pPr>
            <a:r>
              <a:rPr lang="en-US" altLang="en-US" sz="3200" i="1">
                <a:solidFill>
                  <a:srgbClr val="CC0000"/>
                </a:solidFill>
              </a:rPr>
              <a:t>framing, link access:</a:t>
            </a:r>
            <a:r>
              <a:rPr lang="en-US" altLang="en-US" sz="4000"/>
              <a:t> </a:t>
            </a:r>
          </a:p>
          <a:p>
            <a:pPr lvl="1" fontAlgn="base">
              <a:lnSpc>
                <a:spcPct val="75000"/>
              </a:lnSpc>
              <a:spcAft>
                <a:spcPct val="0"/>
              </a:spcAft>
            </a:pPr>
            <a:r>
              <a:rPr lang="en-US" altLang="en-US" sz="2000"/>
              <a:t>encapsulate datagram into frame, adding header, trailer</a:t>
            </a:r>
          </a:p>
          <a:p>
            <a:pPr lvl="1" fontAlgn="base">
              <a:lnSpc>
                <a:spcPct val="75000"/>
              </a:lnSpc>
              <a:spcAft>
                <a:spcPct val="0"/>
              </a:spcAft>
            </a:pPr>
            <a:r>
              <a:rPr lang="en-US" altLang="en-US" sz="2000"/>
              <a:t>channel access if shared medium</a:t>
            </a:r>
          </a:p>
          <a:p>
            <a:pPr lvl="1" fontAlgn="base">
              <a:lnSpc>
                <a:spcPct val="75000"/>
              </a:lnSpc>
              <a:spcAft>
                <a:spcPct val="0"/>
              </a:spcAft>
            </a:pPr>
            <a:r>
              <a:rPr lang="ja-JP" altLang="en-US" sz="2000"/>
              <a:t>“</a:t>
            </a:r>
            <a:r>
              <a:rPr lang="en-US" altLang="ja-JP" sz="2000"/>
              <a:t>MAC</a:t>
            </a:r>
            <a:r>
              <a:rPr lang="ja-JP" altLang="en-US" sz="2000"/>
              <a:t>”</a:t>
            </a:r>
            <a:r>
              <a:rPr lang="en-US" altLang="ja-JP" sz="2000"/>
              <a:t> addresses used in frame headers to identify source, dest  </a:t>
            </a:r>
          </a:p>
          <a:p>
            <a:pPr lvl="2">
              <a:lnSpc>
                <a:spcPct val="90000"/>
              </a:lnSpc>
            </a:pPr>
            <a:r>
              <a:rPr lang="en-US" altLang="en-US" sz="3200"/>
              <a:t>different from IP address!</a:t>
            </a:r>
          </a:p>
          <a:p>
            <a:pPr fontAlgn="base">
              <a:lnSpc>
                <a:spcPct val="75000"/>
              </a:lnSpc>
              <a:spcAft>
                <a:spcPct val="0"/>
              </a:spcAft>
            </a:pPr>
            <a:r>
              <a:rPr lang="en-US" altLang="en-US" sz="3200" i="1">
                <a:solidFill>
                  <a:srgbClr val="CC0000"/>
                </a:solidFill>
              </a:rPr>
              <a:t>reliable delivery between adjacent nodes</a:t>
            </a:r>
          </a:p>
          <a:p>
            <a:pPr lvl="1" fontAlgn="base">
              <a:lnSpc>
                <a:spcPct val="75000"/>
              </a:lnSpc>
              <a:spcAft>
                <a:spcPct val="0"/>
              </a:spcAft>
            </a:pPr>
            <a:r>
              <a:rPr lang="en-US" altLang="en-US" sz="2000"/>
              <a:t>seldom used on low bit-error link (fiber, some twisted pair)</a:t>
            </a:r>
          </a:p>
          <a:p>
            <a:pPr lvl="1" fontAlgn="base">
              <a:lnSpc>
                <a:spcPct val="75000"/>
              </a:lnSpc>
              <a:spcAft>
                <a:spcPct val="0"/>
              </a:spcAft>
            </a:pPr>
            <a:r>
              <a:rPr lang="en-US" altLang="en-US" sz="2000"/>
              <a:t>wireless links: high error rates</a:t>
            </a:r>
          </a:p>
        </p:txBody>
      </p:sp>
      <p:sp>
        <p:nvSpPr>
          <p:cNvPr id="6149" name="Rectangle 2">
            <a:extLst>
              <a:ext uri="{FF2B5EF4-FFF2-40B4-BE49-F238E27FC236}">
                <a16:creationId xmlns:a16="http://schemas.microsoft.com/office/drawing/2014/main" id="{54B5A13F-43E0-4D13-8507-19E2A8AB5B17}"/>
              </a:ext>
            </a:extLst>
          </p:cNvPr>
          <p:cNvSpPr>
            <a:spLocks noGrp="1" noChangeArrowheads="1"/>
          </p:cNvSpPr>
          <p:nvPr>
            <p:ph type="title" idx="4294967295"/>
          </p:nvPr>
        </p:nvSpPr>
        <p:spPr>
          <a:xfrm>
            <a:off x="0" y="228600"/>
            <a:ext cx="6176963" cy="1143000"/>
          </a:xfrm>
        </p:spPr>
        <p:txBody>
          <a:bodyPr/>
          <a:lstStyle/>
          <a:p>
            <a:pPr>
              <a:defRPr/>
            </a:pPr>
            <a:r>
              <a:rPr lang="en-US">
                <a:ea typeface="ＭＳ Ｐゴシック" charset="0"/>
                <a:cs typeface="+mj-cs"/>
              </a:rPr>
              <a:t>Link layer services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7" descr="underline_base">
            <a:extLst>
              <a:ext uri="{FF2B5EF4-FFF2-40B4-BE49-F238E27FC236}">
                <a16:creationId xmlns:a16="http://schemas.microsoft.com/office/drawing/2014/main" id="{B76CF3B0-D4F5-48EF-9C50-66A654EF688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713" y="1028700"/>
            <a:ext cx="5942012"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3">
            <a:extLst>
              <a:ext uri="{FF2B5EF4-FFF2-40B4-BE49-F238E27FC236}">
                <a16:creationId xmlns:a16="http://schemas.microsoft.com/office/drawing/2014/main" id="{493283FD-0DC0-4D59-9F56-CE3BD38EFE56}"/>
              </a:ext>
            </a:extLst>
          </p:cNvPr>
          <p:cNvSpPr>
            <a:spLocks noGrp="1" noChangeArrowheads="1"/>
          </p:cNvSpPr>
          <p:nvPr>
            <p:ph idx="1"/>
          </p:nvPr>
        </p:nvSpPr>
        <p:spPr>
          <a:xfrm>
            <a:off x="304800" y="1493838"/>
            <a:ext cx="8229600" cy="4525962"/>
          </a:xfrm>
        </p:spPr>
        <p:txBody>
          <a:bodyPr>
            <a:normAutofit lnSpcReduction="10000"/>
          </a:bodyPr>
          <a:lstStyle/>
          <a:p>
            <a:pPr>
              <a:buFont typeface="Wingdings" charset="0"/>
              <a:buChar char="v"/>
              <a:defRPr/>
            </a:pPr>
            <a:r>
              <a:rPr lang="en-US" i="1" dirty="0">
                <a:solidFill>
                  <a:srgbClr val="CC0000"/>
                </a:solidFill>
                <a:ea typeface="ＭＳ Ｐゴシック" charset="0"/>
                <a:cs typeface="+mn-cs"/>
              </a:rPr>
              <a:t>flow control:</a:t>
            </a:r>
            <a:r>
              <a:rPr lang="en-US" dirty="0">
                <a:solidFill>
                  <a:srgbClr val="CC0000"/>
                </a:solidFill>
                <a:ea typeface="ＭＳ Ｐゴシック" charset="0"/>
                <a:cs typeface="+mn-cs"/>
              </a:rPr>
              <a:t> </a:t>
            </a:r>
          </a:p>
          <a:p>
            <a:pPr lvl="1">
              <a:buFont typeface="Wingdings" charset="0"/>
              <a:buChar char="§"/>
              <a:defRPr/>
            </a:pPr>
            <a:r>
              <a:rPr lang="en-US" sz="2000" dirty="0">
                <a:ea typeface="ＭＳ Ｐゴシック" charset="0"/>
              </a:rPr>
              <a:t>pacing between adjacent sending and receiving nodes</a:t>
            </a:r>
            <a:endParaRPr lang="en-US" dirty="0">
              <a:ea typeface="ＭＳ Ｐゴシック" charset="0"/>
            </a:endParaRPr>
          </a:p>
          <a:p>
            <a:pPr>
              <a:buFont typeface="Wingdings" charset="0"/>
              <a:buChar char="v"/>
              <a:defRPr/>
            </a:pPr>
            <a:r>
              <a:rPr lang="en-US" i="1" dirty="0">
                <a:solidFill>
                  <a:srgbClr val="CC0000"/>
                </a:solidFill>
                <a:ea typeface="ＭＳ Ｐゴシック" charset="0"/>
                <a:cs typeface="+mn-cs"/>
              </a:rPr>
              <a:t>error detection</a:t>
            </a:r>
            <a:r>
              <a:rPr lang="en-US" dirty="0">
                <a:solidFill>
                  <a:srgbClr val="CC0000"/>
                </a:solidFill>
                <a:ea typeface="ＭＳ Ｐゴシック" charset="0"/>
                <a:cs typeface="+mn-cs"/>
              </a:rPr>
              <a:t>: </a:t>
            </a:r>
          </a:p>
          <a:p>
            <a:pPr lvl="1">
              <a:buFont typeface="Wingdings" charset="0"/>
              <a:buChar char="§"/>
              <a:defRPr/>
            </a:pPr>
            <a:r>
              <a:rPr lang="en-US" sz="2000" dirty="0">
                <a:ea typeface="ＭＳ Ｐゴシック" charset="0"/>
              </a:rPr>
              <a:t>errors caused by signal attenuation, noise. </a:t>
            </a:r>
          </a:p>
          <a:p>
            <a:pPr lvl="1">
              <a:buFont typeface="Wingdings" charset="0"/>
              <a:buChar char="§"/>
              <a:defRPr/>
            </a:pPr>
            <a:r>
              <a:rPr lang="en-US" sz="2000" dirty="0">
                <a:ea typeface="ＭＳ Ｐゴシック" charset="0"/>
              </a:rPr>
              <a:t>receiver detects presence of errors: </a:t>
            </a:r>
          </a:p>
          <a:p>
            <a:pPr lvl="2">
              <a:defRPr/>
            </a:pPr>
            <a:r>
              <a:rPr lang="en-US" dirty="0">
                <a:ea typeface="ＭＳ Ｐゴシック" charset="0"/>
              </a:rPr>
              <a:t>signals sender for retransmission or drops frame </a:t>
            </a:r>
          </a:p>
          <a:p>
            <a:pPr>
              <a:buFont typeface="Wingdings" charset="0"/>
              <a:buChar char="v"/>
              <a:defRPr/>
            </a:pPr>
            <a:r>
              <a:rPr lang="en-US" i="1" dirty="0">
                <a:solidFill>
                  <a:srgbClr val="CC0000"/>
                </a:solidFill>
                <a:ea typeface="ＭＳ Ｐゴシック" charset="0"/>
                <a:cs typeface="+mn-cs"/>
              </a:rPr>
              <a:t>error correction:</a:t>
            </a:r>
            <a:r>
              <a:rPr lang="en-US" dirty="0">
                <a:ea typeface="ＭＳ Ｐゴシック" charset="0"/>
                <a:cs typeface="+mn-cs"/>
              </a:rPr>
              <a:t> </a:t>
            </a:r>
          </a:p>
          <a:p>
            <a:pPr lvl="1">
              <a:buFont typeface="Wingdings" charset="0"/>
              <a:buChar char="§"/>
              <a:defRPr/>
            </a:pPr>
            <a:r>
              <a:rPr lang="en-US" sz="2000" dirty="0">
                <a:ea typeface="ＭＳ Ｐゴシック" charset="0"/>
              </a:rPr>
              <a:t>receiver identifies </a:t>
            </a:r>
            <a:r>
              <a:rPr lang="en-US" sz="2000" i="1" dirty="0">
                <a:solidFill>
                  <a:srgbClr val="CC0000"/>
                </a:solidFill>
                <a:ea typeface="ＭＳ Ｐゴシック" charset="0"/>
              </a:rPr>
              <a:t>and corrects</a:t>
            </a:r>
            <a:r>
              <a:rPr lang="en-US" sz="2000" dirty="0">
                <a:ea typeface="ＭＳ Ｐゴシック" charset="0"/>
              </a:rPr>
              <a:t> bit error(s) without resorting to retransmission</a:t>
            </a:r>
            <a:endParaRPr lang="en-US" dirty="0">
              <a:ea typeface="ＭＳ Ｐゴシック" charset="0"/>
            </a:endParaRPr>
          </a:p>
          <a:p>
            <a:pPr>
              <a:buFont typeface="Wingdings" charset="0"/>
              <a:buChar char="v"/>
              <a:defRPr/>
            </a:pPr>
            <a:r>
              <a:rPr lang="en-US" i="1" dirty="0">
                <a:solidFill>
                  <a:srgbClr val="CC0000"/>
                </a:solidFill>
                <a:ea typeface="ＭＳ Ｐゴシック" charset="0"/>
                <a:cs typeface="+mn-cs"/>
              </a:rPr>
              <a:t>half-duplex and full-duplex</a:t>
            </a:r>
            <a:endParaRPr lang="en-US" dirty="0">
              <a:solidFill>
                <a:srgbClr val="CC0000"/>
              </a:solidFill>
              <a:ea typeface="ＭＳ Ｐゴシック" charset="0"/>
              <a:cs typeface="+mn-cs"/>
            </a:endParaRPr>
          </a:p>
          <a:p>
            <a:pPr lvl="1">
              <a:buFont typeface="Wingdings" charset="0"/>
              <a:buChar char="§"/>
              <a:defRPr/>
            </a:pPr>
            <a:r>
              <a:rPr lang="en-US" sz="2000" dirty="0">
                <a:ea typeface="ＭＳ Ｐゴシック" charset="0"/>
              </a:rPr>
              <a:t>with half duplex, nodes at both ends of link can transmit, but not at same time</a:t>
            </a:r>
            <a:endParaRPr lang="en-US" dirty="0">
              <a:ea typeface="ＭＳ Ｐゴシック" charset="0"/>
            </a:endParaRPr>
          </a:p>
        </p:txBody>
      </p:sp>
      <p:sp>
        <p:nvSpPr>
          <p:cNvPr id="7174" name="Rectangle 6">
            <a:extLst>
              <a:ext uri="{FF2B5EF4-FFF2-40B4-BE49-F238E27FC236}">
                <a16:creationId xmlns:a16="http://schemas.microsoft.com/office/drawing/2014/main" id="{9E1FF3F5-7134-408D-A9F1-CEA142A3DE25}"/>
              </a:ext>
            </a:extLst>
          </p:cNvPr>
          <p:cNvSpPr>
            <a:spLocks noGrp="1" noChangeArrowheads="1"/>
          </p:cNvSpPr>
          <p:nvPr>
            <p:ph type="title" idx="4294967295"/>
          </p:nvPr>
        </p:nvSpPr>
        <p:spPr>
          <a:xfrm>
            <a:off x="0" y="228600"/>
            <a:ext cx="6176963" cy="1143000"/>
          </a:xfrm>
        </p:spPr>
        <p:txBody>
          <a:bodyPr/>
          <a:lstStyle/>
          <a:p>
            <a:pPr>
              <a:defRPr/>
            </a:pPr>
            <a:r>
              <a:rPr lang="en-US" dirty="0">
                <a:ea typeface="ＭＳ Ｐゴシック" charset="0"/>
                <a:cs typeface="+mj-cs"/>
              </a:rPr>
              <a:t>Link layer services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268" name="Freeform 92">
            <a:extLst>
              <a:ext uri="{FF2B5EF4-FFF2-40B4-BE49-F238E27FC236}">
                <a16:creationId xmlns:a16="http://schemas.microsoft.com/office/drawing/2014/main" id="{35B18A7D-4616-427C-9735-B2192F67A508}"/>
              </a:ext>
            </a:extLst>
          </p:cNvPr>
          <p:cNvSpPr>
            <a:spLocks/>
          </p:cNvSpPr>
          <p:nvPr/>
        </p:nvSpPr>
        <p:spPr bwMode="auto">
          <a:xfrm>
            <a:off x="5656263" y="2616200"/>
            <a:ext cx="2308225" cy="3028950"/>
          </a:xfrm>
          <a:custGeom>
            <a:avLst/>
            <a:gdLst>
              <a:gd name="T0" fmla="*/ 0 w 1454"/>
              <a:gd name="T1" fmla="*/ 2147483647 h 1908"/>
              <a:gd name="T2" fmla="*/ 50403125 w 1454"/>
              <a:gd name="T3" fmla="*/ 2147483647 h 1908"/>
              <a:gd name="T4" fmla="*/ 708164700 w 1454"/>
              <a:gd name="T5" fmla="*/ 0 h 1908"/>
              <a:gd name="T6" fmla="*/ 2147483647 w 1454"/>
              <a:gd name="T7" fmla="*/ 758567825 h 1908"/>
              <a:gd name="T8" fmla="*/ 2147483647 w 1454"/>
              <a:gd name="T9" fmla="*/ 2147483647 h 1908"/>
              <a:gd name="T10" fmla="*/ 624998750 w 1454"/>
              <a:gd name="T11" fmla="*/ 2147483647 h 1908"/>
              <a:gd name="T12" fmla="*/ 0 w 1454"/>
              <a:gd name="T13" fmla="*/ 2147483647 h 19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54" h="1908">
                <a:moveTo>
                  <a:pt x="0" y="1728"/>
                </a:moveTo>
                <a:cubicBezTo>
                  <a:pt x="15" y="1684"/>
                  <a:pt x="4" y="1697"/>
                  <a:pt x="20" y="1681"/>
                </a:cubicBezTo>
                <a:lnTo>
                  <a:pt x="281" y="0"/>
                </a:lnTo>
                <a:lnTo>
                  <a:pt x="1246" y="301"/>
                </a:lnTo>
                <a:lnTo>
                  <a:pt x="1454" y="1493"/>
                </a:lnTo>
                <a:lnTo>
                  <a:pt x="248" y="1908"/>
                </a:lnTo>
                <a:lnTo>
                  <a:pt x="0" y="1728"/>
                </a:lnTo>
                <a:close/>
              </a:path>
            </a:pathLst>
          </a:custGeom>
          <a:gradFill rotWithShape="1">
            <a:gsLst>
              <a:gs pos="0">
                <a:srgbClr val="000099"/>
              </a:gs>
              <a:gs pos="50000">
                <a:schemeClr val="bg1"/>
              </a:gs>
              <a:gs pos="100000">
                <a:srgbClr val="000099"/>
              </a:gs>
            </a:gsLst>
            <a:lin ang="18900000" scaled="1"/>
          </a:gradFill>
          <a:ln w="9525" cap="flat" cmpd="sng">
            <a:noFill/>
            <a:prstDash val="solid"/>
            <a:round/>
            <a:headEnd/>
            <a:tailEnd/>
          </a:ln>
          <a:effectLst/>
        </p:spPr>
        <p:txBody>
          <a:bodyPr wrap="none"/>
          <a:lstStyle/>
          <a:p>
            <a:pPr>
              <a:defRPr/>
            </a:pPr>
            <a:endParaRPr lang="en-US"/>
          </a:p>
        </p:txBody>
      </p:sp>
      <p:sp>
        <p:nvSpPr>
          <p:cNvPr id="32771" name="Rectangle 3">
            <a:extLst>
              <a:ext uri="{FF2B5EF4-FFF2-40B4-BE49-F238E27FC236}">
                <a16:creationId xmlns:a16="http://schemas.microsoft.com/office/drawing/2014/main" id="{03B95BD3-36C4-49D8-BD87-25E772705289}"/>
              </a:ext>
            </a:extLst>
          </p:cNvPr>
          <p:cNvSpPr>
            <a:spLocks noGrp="1"/>
          </p:cNvSpPr>
          <p:nvPr>
            <p:ph idx="1"/>
          </p:nvPr>
        </p:nvSpPr>
        <p:spPr>
          <a:xfrm>
            <a:off x="304800" y="1493838"/>
            <a:ext cx="4627563" cy="4525962"/>
          </a:xfrm>
        </p:spPr>
        <p:txBody>
          <a:bodyPr/>
          <a:lstStyle/>
          <a:p>
            <a:pPr fontAlgn="base">
              <a:spcAft>
                <a:spcPct val="0"/>
              </a:spcAft>
              <a:buFont typeface="Arial" pitchFamily="34" charset="0"/>
              <a:buChar char="•"/>
            </a:pPr>
            <a:r>
              <a:rPr lang="en-US" altLang="en-US"/>
              <a:t>In each and every host</a:t>
            </a:r>
          </a:p>
          <a:p>
            <a:pPr fontAlgn="base">
              <a:spcAft>
                <a:spcPct val="0"/>
              </a:spcAft>
              <a:buFont typeface="Arial" pitchFamily="34" charset="0"/>
              <a:buChar char="•"/>
            </a:pPr>
            <a:r>
              <a:rPr lang="en-US" altLang="en-US"/>
              <a:t>Link layer is sofware implemented in </a:t>
            </a:r>
            <a:r>
              <a:rPr lang="ja-JP" altLang="en-US"/>
              <a:t>“</a:t>
            </a:r>
            <a:r>
              <a:rPr lang="en-US" altLang="ja-JP"/>
              <a:t>adaptor</a:t>
            </a:r>
            <a:r>
              <a:rPr lang="ja-JP" altLang="en-US"/>
              <a:t>”</a:t>
            </a:r>
            <a:r>
              <a:rPr lang="en-US" altLang="ja-JP"/>
              <a:t> (aka </a:t>
            </a:r>
            <a:r>
              <a:rPr lang="en-US" altLang="ja-JP" i="1">
                <a:solidFill>
                  <a:srgbClr val="CC0000"/>
                </a:solidFill>
              </a:rPr>
              <a:t>network interface card</a:t>
            </a:r>
            <a:r>
              <a:rPr lang="en-US" altLang="ja-JP"/>
              <a:t> NIC) or on a chip</a:t>
            </a:r>
          </a:p>
          <a:p>
            <a:pPr lvl="1" fontAlgn="base">
              <a:spcAft>
                <a:spcPct val="0"/>
              </a:spcAft>
            </a:pPr>
            <a:r>
              <a:rPr lang="en-US" altLang="en-US"/>
              <a:t>Ethernet card, 802.11 card; Ethernet chipset</a:t>
            </a:r>
          </a:p>
          <a:p>
            <a:pPr lvl="1" fontAlgn="base">
              <a:spcAft>
                <a:spcPct val="0"/>
              </a:spcAft>
            </a:pPr>
            <a:r>
              <a:rPr lang="en-US" altLang="en-US"/>
              <a:t>implements link, physical layer</a:t>
            </a:r>
          </a:p>
          <a:p>
            <a:pPr fontAlgn="base">
              <a:spcAft>
                <a:spcPct val="0"/>
              </a:spcAft>
              <a:buFont typeface="Arial" pitchFamily="34" charset="0"/>
              <a:buChar char="•"/>
            </a:pPr>
            <a:r>
              <a:rPr lang="en-US" altLang="en-US"/>
              <a:t>Attaches into host</a:t>
            </a:r>
            <a:r>
              <a:rPr lang="ja-JP" altLang="en-US"/>
              <a:t>’</a:t>
            </a:r>
            <a:r>
              <a:rPr lang="en-US" altLang="ja-JP"/>
              <a:t>s system buses</a:t>
            </a:r>
          </a:p>
          <a:p>
            <a:pPr fontAlgn="base">
              <a:spcAft>
                <a:spcPct val="0"/>
              </a:spcAft>
              <a:buFont typeface="Arial" pitchFamily="34" charset="0"/>
              <a:buChar char="•"/>
            </a:pPr>
            <a:r>
              <a:rPr lang="en-US" altLang="en-US"/>
              <a:t>Combination of hardware, software, firmware</a:t>
            </a:r>
          </a:p>
          <a:p>
            <a:pPr lvl="1" fontAlgn="base">
              <a:spcAft>
                <a:spcPct val="0"/>
              </a:spcAft>
            </a:pPr>
            <a:endParaRPr lang="en-US" altLang="en-US"/>
          </a:p>
        </p:txBody>
      </p:sp>
      <p:sp>
        <p:nvSpPr>
          <p:cNvPr id="8198" name="Rectangle 2">
            <a:extLst>
              <a:ext uri="{FF2B5EF4-FFF2-40B4-BE49-F238E27FC236}">
                <a16:creationId xmlns:a16="http://schemas.microsoft.com/office/drawing/2014/main" id="{3C5F1509-024B-4C8C-8479-69C2179EC4A3}"/>
              </a:ext>
            </a:extLst>
          </p:cNvPr>
          <p:cNvSpPr>
            <a:spLocks noGrp="1" noChangeArrowheads="1"/>
          </p:cNvSpPr>
          <p:nvPr>
            <p:ph type="title" idx="4294967295"/>
          </p:nvPr>
        </p:nvSpPr>
        <p:spPr>
          <a:xfrm>
            <a:off x="0" y="100013"/>
            <a:ext cx="8251825" cy="1143000"/>
          </a:xfrm>
        </p:spPr>
        <p:txBody>
          <a:bodyPr>
            <a:normAutofit fontScale="90000"/>
          </a:bodyPr>
          <a:lstStyle/>
          <a:p>
            <a:pPr>
              <a:defRPr/>
            </a:pPr>
            <a:r>
              <a:rPr lang="en-US">
                <a:ea typeface="ＭＳ Ｐゴシック" charset="0"/>
                <a:cs typeface="+mj-cs"/>
              </a:rPr>
              <a:t>Where is the link layer implemented?</a:t>
            </a:r>
          </a:p>
        </p:txBody>
      </p:sp>
      <p:sp>
        <p:nvSpPr>
          <p:cNvPr id="32773" name="Rectangle 42">
            <a:extLst>
              <a:ext uri="{FF2B5EF4-FFF2-40B4-BE49-F238E27FC236}">
                <a16:creationId xmlns:a16="http://schemas.microsoft.com/office/drawing/2014/main" id="{61E2B83F-3D42-476C-B567-6C07DB1C6DB3}"/>
              </a:ext>
            </a:extLst>
          </p:cNvPr>
          <p:cNvSpPr>
            <a:spLocks noChangeArrowheads="1"/>
          </p:cNvSpPr>
          <p:nvPr/>
        </p:nvSpPr>
        <p:spPr bwMode="auto">
          <a:xfrm>
            <a:off x="6129338" y="2614613"/>
            <a:ext cx="1836737" cy="2401887"/>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2774" name="Rectangle 44">
            <a:extLst>
              <a:ext uri="{FF2B5EF4-FFF2-40B4-BE49-F238E27FC236}">
                <a16:creationId xmlns:a16="http://schemas.microsoft.com/office/drawing/2014/main" id="{1F1A644F-955E-4734-A7F3-21733D5443DA}"/>
              </a:ext>
            </a:extLst>
          </p:cNvPr>
          <p:cNvSpPr>
            <a:spLocks noChangeArrowheads="1"/>
          </p:cNvSpPr>
          <p:nvPr/>
        </p:nvSpPr>
        <p:spPr bwMode="auto">
          <a:xfrm>
            <a:off x="6578600" y="4552950"/>
            <a:ext cx="666750" cy="282575"/>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2775" name="Rectangle 45">
            <a:extLst>
              <a:ext uri="{FF2B5EF4-FFF2-40B4-BE49-F238E27FC236}">
                <a16:creationId xmlns:a16="http://schemas.microsoft.com/office/drawing/2014/main" id="{946C4771-A7F6-4286-9847-40B623AD000C}"/>
              </a:ext>
            </a:extLst>
          </p:cNvPr>
          <p:cNvSpPr>
            <a:spLocks noChangeArrowheads="1"/>
          </p:cNvSpPr>
          <p:nvPr/>
        </p:nvSpPr>
        <p:spPr bwMode="auto">
          <a:xfrm>
            <a:off x="6578600" y="3965575"/>
            <a:ext cx="657225" cy="519113"/>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200">
                <a:ea typeface="MS PGothic" panose="020B0600070205080204" pitchFamily="34" charset="-128"/>
              </a:rPr>
              <a:t>controller</a:t>
            </a:r>
          </a:p>
        </p:txBody>
      </p:sp>
      <p:sp>
        <p:nvSpPr>
          <p:cNvPr id="32776" name="Text Box 46">
            <a:extLst>
              <a:ext uri="{FF2B5EF4-FFF2-40B4-BE49-F238E27FC236}">
                <a16:creationId xmlns:a16="http://schemas.microsoft.com/office/drawing/2014/main" id="{1F29EB54-B259-4B2A-A92A-16B17ED63EA9}"/>
              </a:ext>
            </a:extLst>
          </p:cNvPr>
          <p:cNvSpPr txBox="1">
            <a:spLocks noChangeArrowheads="1"/>
          </p:cNvSpPr>
          <p:nvPr/>
        </p:nvSpPr>
        <p:spPr bwMode="auto">
          <a:xfrm>
            <a:off x="6384925" y="4562475"/>
            <a:ext cx="1036638"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200">
                <a:ea typeface="MS PGothic" panose="020B0600070205080204" pitchFamily="34" charset="-128"/>
              </a:rPr>
              <a:t>physical</a:t>
            </a:r>
          </a:p>
          <a:p>
            <a:pPr algn="ctr" eaLnBrk="1" hangingPunct="1">
              <a:spcBef>
                <a:spcPct val="0"/>
              </a:spcBef>
              <a:buFontTx/>
              <a:buNone/>
            </a:pPr>
            <a:r>
              <a:rPr lang="en-US" altLang="en-US" sz="1200">
                <a:ea typeface="MS PGothic" panose="020B0600070205080204" pitchFamily="34" charset="-128"/>
              </a:rPr>
              <a:t>transmission</a:t>
            </a:r>
          </a:p>
        </p:txBody>
      </p:sp>
      <p:sp>
        <p:nvSpPr>
          <p:cNvPr id="32777" name="Freeform 47">
            <a:extLst>
              <a:ext uri="{FF2B5EF4-FFF2-40B4-BE49-F238E27FC236}">
                <a16:creationId xmlns:a16="http://schemas.microsoft.com/office/drawing/2014/main" id="{8C4DDF8C-E8B1-4130-838B-D258D558FDBA}"/>
              </a:ext>
            </a:extLst>
          </p:cNvPr>
          <p:cNvSpPr>
            <a:spLocks/>
          </p:cNvSpPr>
          <p:nvPr/>
        </p:nvSpPr>
        <p:spPr bwMode="auto">
          <a:xfrm>
            <a:off x="6630988" y="3484563"/>
            <a:ext cx="200025" cy="460375"/>
          </a:xfrm>
          <a:custGeom>
            <a:avLst/>
            <a:gdLst>
              <a:gd name="T0" fmla="*/ 0 w 361"/>
              <a:gd name="T1" fmla="*/ 0 h 478"/>
              <a:gd name="T2" fmla="*/ 0 w 361"/>
              <a:gd name="T3" fmla="*/ 2147483646 h 478"/>
              <a:gd name="T4" fmla="*/ 2147483646 w 361"/>
              <a:gd name="T5" fmla="*/ 2147483646 h 478"/>
              <a:gd name="T6" fmla="*/ 2147483646 w 361"/>
              <a:gd name="T7" fmla="*/ 2147483646 h 478"/>
              <a:gd name="T8" fmla="*/ 0 60000 65536"/>
              <a:gd name="T9" fmla="*/ 0 60000 65536"/>
              <a:gd name="T10" fmla="*/ 0 60000 65536"/>
              <a:gd name="T11" fmla="*/ 0 60000 65536"/>
              <a:gd name="T12" fmla="*/ 0 w 361"/>
              <a:gd name="T13" fmla="*/ 0 h 478"/>
              <a:gd name="T14" fmla="*/ 361 w 361"/>
              <a:gd name="T15" fmla="*/ 478 h 478"/>
            </a:gdLst>
            <a:ahLst/>
            <a:cxnLst>
              <a:cxn ang="T8">
                <a:pos x="T0" y="T1"/>
              </a:cxn>
              <a:cxn ang="T9">
                <a:pos x="T2" y="T3"/>
              </a:cxn>
              <a:cxn ang="T10">
                <a:pos x="T4" y="T5"/>
              </a:cxn>
              <a:cxn ang="T11">
                <a:pos x="T6" y="T7"/>
              </a:cxn>
            </a:cxnLst>
            <a:rect l="T12" t="T13" r="T14" b="T15"/>
            <a:pathLst>
              <a:path w="361" h="478">
                <a:moveTo>
                  <a:pt x="0" y="0"/>
                </a:moveTo>
                <a:lnTo>
                  <a:pt x="0" y="230"/>
                </a:lnTo>
                <a:lnTo>
                  <a:pt x="361" y="230"/>
                </a:lnTo>
                <a:lnTo>
                  <a:pt x="359" y="478"/>
                </a:lnTo>
              </a:path>
            </a:pathLst>
          </a:custGeom>
          <a:noFill/>
          <a:ln w="38100" cmpd="sng">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778" name="Line 48">
            <a:extLst>
              <a:ext uri="{FF2B5EF4-FFF2-40B4-BE49-F238E27FC236}">
                <a16:creationId xmlns:a16="http://schemas.microsoft.com/office/drawing/2014/main" id="{1DDF65FB-5366-4A39-9A36-C820C2E5C43D}"/>
              </a:ext>
            </a:extLst>
          </p:cNvPr>
          <p:cNvSpPr>
            <a:spLocks noChangeShapeType="1"/>
          </p:cNvSpPr>
          <p:nvPr/>
        </p:nvSpPr>
        <p:spPr bwMode="auto">
          <a:xfrm>
            <a:off x="6496050" y="3657600"/>
            <a:ext cx="1358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9" name="Line 49">
            <a:extLst>
              <a:ext uri="{FF2B5EF4-FFF2-40B4-BE49-F238E27FC236}">
                <a16:creationId xmlns:a16="http://schemas.microsoft.com/office/drawing/2014/main" id="{50BF13ED-F2C9-4872-B1D3-5E75A1C8ADC0}"/>
              </a:ext>
            </a:extLst>
          </p:cNvPr>
          <p:cNvSpPr>
            <a:spLocks noChangeShapeType="1"/>
          </p:cNvSpPr>
          <p:nvPr/>
        </p:nvSpPr>
        <p:spPr bwMode="auto">
          <a:xfrm flipV="1">
            <a:off x="6891338" y="3665538"/>
            <a:ext cx="0" cy="300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0" name="Rectangle 50">
            <a:extLst>
              <a:ext uri="{FF2B5EF4-FFF2-40B4-BE49-F238E27FC236}">
                <a16:creationId xmlns:a16="http://schemas.microsoft.com/office/drawing/2014/main" id="{5CE2E457-56FC-45E9-9168-C387506D725D}"/>
              </a:ext>
            </a:extLst>
          </p:cNvPr>
          <p:cNvSpPr>
            <a:spLocks noChangeArrowheads="1"/>
          </p:cNvSpPr>
          <p:nvPr/>
        </p:nvSpPr>
        <p:spPr bwMode="auto">
          <a:xfrm>
            <a:off x="6384925" y="2967038"/>
            <a:ext cx="657225" cy="519112"/>
          </a:xfrm>
          <a:prstGeom prst="rect">
            <a:avLst/>
          </a:prstGeom>
          <a:solidFill>
            <a:schemeClr val="bg1"/>
          </a:solidFill>
          <a:ln w="28575">
            <a:solidFill>
              <a:srgbClr val="FF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200">
                <a:ea typeface="MS PGothic" panose="020B0600070205080204" pitchFamily="34" charset="-128"/>
              </a:rPr>
              <a:t>cpu</a:t>
            </a:r>
          </a:p>
        </p:txBody>
      </p:sp>
      <p:sp>
        <p:nvSpPr>
          <p:cNvPr id="32781" name="Rectangle 51">
            <a:extLst>
              <a:ext uri="{FF2B5EF4-FFF2-40B4-BE49-F238E27FC236}">
                <a16:creationId xmlns:a16="http://schemas.microsoft.com/office/drawing/2014/main" id="{10BC3A85-D177-47B4-8D3B-134B6C6BD921}"/>
              </a:ext>
            </a:extLst>
          </p:cNvPr>
          <p:cNvSpPr>
            <a:spLocks noChangeArrowheads="1"/>
          </p:cNvSpPr>
          <p:nvPr/>
        </p:nvSpPr>
        <p:spPr bwMode="auto">
          <a:xfrm>
            <a:off x="7204075" y="2968625"/>
            <a:ext cx="657225" cy="519113"/>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200">
                <a:ea typeface="MS PGothic" panose="020B0600070205080204" pitchFamily="34" charset="-128"/>
              </a:rPr>
              <a:t>memory</a:t>
            </a:r>
          </a:p>
        </p:txBody>
      </p:sp>
      <p:sp>
        <p:nvSpPr>
          <p:cNvPr id="32782" name="Line 52">
            <a:extLst>
              <a:ext uri="{FF2B5EF4-FFF2-40B4-BE49-F238E27FC236}">
                <a16:creationId xmlns:a16="http://schemas.microsoft.com/office/drawing/2014/main" id="{7EFB58EB-4E94-481E-8C35-C699BB2C6B7B}"/>
              </a:ext>
            </a:extLst>
          </p:cNvPr>
          <p:cNvSpPr>
            <a:spLocks noChangeShapeType="1"/>
          </p:cNvSpPr>
          <p:nvPr/>
        </p:nvSpPr>
        <p:spPr bwMode="auto">
          <a:xfrm flipH="1" flipV="1">
            <a:off x="6688138" y="3487738"/>
            <a:ext cx="1587" cy="169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3" name="Line 53">
            <a:extLst>
              <a:ext uri="{FF2B5EF4-FFF2-40B4-BE49-F238E27FC236}">
                <a16:creationId xmlns:a16="http://schemas.microsoft.com/office/drawing/2014/main" id="{C76BAF65-6C63-4E53-A1E5-70E0CD674904}"/>
              </a:ext>
            </a:extLst>
          </p:cNvPr>
          <p:cNvSpPr>
            <a:spLocks noChangeShapeType="1"/>
          </p:cNvSpPr>
          <p:nvPr/>
        </p:nvSpPr>
        <p:spPr bwMode="auto">
          <a:xfrm flipH="1" flipV="1">
            <a:off x="7561263" y="3489325"/>
            <a:ext cx="1587" cy="171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4" name="Text Box 54">
            <a:extLst>
              <a:ext uri="{FF2B5EF4-FFF2-40B4-BE49-F238E27FC236}">
                <a16:creationId xmlns:a16="http://schemas.microsoft.com/office/drawing/2014/main" id="{11537CD7-95BA-4791-83A3-DA4830660B66}"/>
              </a:ext>
            </a:extLst>
          </p:cNvPr>
          <p:cNvSpPr txBox="1">
            <a:spLocks noChangeArrowheads="1"/>
          </p:cNvSpPr>
          <p:nvPr/>
        </p:nvSpPr>
        <p:spPr bwMode="auto">
          <a:xfrm>
            <a:off x="8008938" y="3786188"/>
            <a:ext cx="879475"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ea typeface="MS PGothic" panose="020B0600070205080204" pitchFamily="34" charset="-128"/>
              </a:rPr>
              <a:t>host </a:t>
            </a:r>
          </a:p>
          <a:p>
            <a:pPr eaLnBrk="1" hangingPunct="1">
              <a:spcBef>
                <a:spcPct val="0"/>
              </a:spcBef>
              <a:buFontTx/>
              <a:buNone/>
            </a:pPr>
            <a:r>
              <a:rPr lang="en-US" altLang="en-US" sz="1200">
                <a:ea typeface="MS PGothic" panose="020B0600070205080204" pitchFamily="34" charset="-128"/>
              </a:rPr>
              <a:t>bus </a:t>
            </a:r>
          </a:p>
          <a:p>
            <a:pPr eaLnBrk="1" hangingPunct="1">
              <a:spcBef>
                <a:spcPct val="0"/>
              </a:spcBef>
              <a:buFontTx/>
              <a:buNone/>
            </a:pPr>
            <a:r>
              <a:rPr lang="en-US" altLang="en-US" sz="1200">
                <a:ea typeface="MS PGothic" panose="020B0600070205080204" pitchFamily="34" charset="-128"/>
              </a:rPr>
              <a:t>(e.g., PCI)</a:t>
            </a:r>
          </a:p>
        </p:txBody>
      </p:sp>
      <p:sp>
        <p:nvSpPr>
          <p:cNvPr id="32785" name="Line 55">
            <a:extLst>
              <a:ext uri="{FF2B5EF4-FFF2-40B4-BE49-F238E27FC236}">
                <a16:creationId xmlns:a16="http://schemas.microsoft.com/office/drawing/2014/main" id="{5CA880DB-62D6-4920-A9D1-00AA10B4CFE5}"/>
              </a:ext>
            </a:extLst>
          </p:cNvPr>
          <p:cNvSpPr>
            <a:spLocks noChangeShapeType="1"/>
          </p:cNvSpPr>
          <p:nvPr/>
        </p:nvSpPr>
        <p:spPr bwMode="auto">
          <a:xfrm flipH="1">
            <a:off x="6891338" y="4273550"/>
            <a:ext cx="12700" cy="339725"/>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6" name="Line 56">
            <a:extLst>
              <a:ext uri="{FF2B5EF4-FFF2-40B4-BE49-F238E27FC236}">
                <a16:creationId xmlns:a16="http://schemas.microsoft.com/office/drawing/2014/main" id="{E6B33EBD-2558-4029-8EDF-826D1BEB917E}"/>
              </a:ext>
            </a:extLst>
          </p:cNvPr>
          <p:cNvSpPr>
            <a:spLocks noChangeShapeType="1"/>
          </p:cNvSpPr>
          <p:nvPr/>
        </p:nvSpPr>
        <p:spPr bwMode="auto">
          <a:xfrm>
            <a:off x="6889750" y="4806950"/>
            <a:ext cx="0" cy="366713"/>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7" name="Line 57">
            <a:extLst>
              <a:ext uri="{FF2B5EF4-FFF2-40B4-BE49-F238E27FC236}">
                <a16:creationId xmlns:a16="http://schemas.microsoft.com/office/drawing/2014/main" id="{C114D840-79E4-4421-9819-4751C47B88D3}"/>
              </a:ext>
            </a:extLst>
          </p:cNvPr>
          <p:cNvSpPr>
            <a:spLocks noChangeShapeType="1"/>
          </p:cNvSpPr>
          <p:nvPr/>
        </p:nvSpPr>
        <p:spPr bwMode="auto">
          <a:xfrm flipH="1" flipV="1">
            <a:off x="7686675" y="3662363"/>
            <a:ext cx="382588" cy="2682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8" name="Text Box 58">
            <a:extLst>
              <a:ext uri="{FF2B5EF4-FFF2-40B4-BE49-F238E27FC236}">
                <a16:creationId xmlns:a16="http://schemas.microsoft.com/office/drawing/2014/main" id="{0BBB7FB9-C709-47E9-A67A-F35C51F90319}"/>
              </a:ext>
            </a:extLst>
          </p:cNvPr>
          <p:cNvSpPr txBox="1">
            <a:spLocks noChangeArrowheads="1"/>
          </p:cNvSpPr>
          <p:nvPr/>
        </p:nvSpPr>
        <p:spPr bwMode="auto">
          <a:xfrm>
            <a:off x="7296150" y="5356225"/>
            <a:ext cx="1273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ea typeface="MS PGothic" panose="020B0600070205080204" pitchFamily="34" charset="-128"/>
              </a:rPr>
              <a:t>network adapter</a:t>
            </a:r>
          </a:p>
          <a:p>
            <a:pPr eaLnBrk="1" hangingPunct="1">
              <a:spcBef>
                <a:spcPct val="0"/>
              </a:spcBef>
              <a:buFontTx/>
              <a:buNone/>
            </a:pPr>
            <a:r>
              <a:rPr lang="en-US" altLang="en-US" sz="1200">
                <a:ea typeface="MS PGothic" panose="020B0600070205080204" pitchFamily="34" charset="-128"/>
              </a:rPr>
              <a:t>card</a:t>
            </a:r>
          </a:p>
        </p:txBody>
      </p:sp>
      <p:sp>
        <p:nvSpPr>
          <p:cNvPr id="32789" name="Line 59">
            <a:extLst>
              <a:ext uri="{FF2B5EF4-FFF2-40B4-BE49-F238E27FC236}">
                <a16:creationId xmlns:a16="http://schemas.microsoft.com/office/drawing/2014/main" id="{594B3E63-8A7A-40DD-A006-F3776A56D870}"/>
              </a:ext>
            </a:extLst>
          </p:cNvPr>
          <p:cNvSpPr>
            <a:spLocks noChangeShapeType="1"/>
          </p:cNvSpPr>
          <p:nvPr/>
        </p:nvSpPr>
        <p:spPr bwMode="auto">
          <a:xfrm flipH="1" flipV="1">
            <a:off x="7504113" y="4679950"/>
            <a:ext cx="271462" cy="750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0" name="Rectangle 43">
            <a:extLst>
              <a:ext uri="{FF2B5EF4-FFF2-40B4-BE49-F238E27FC236}">
                <a16:creationId xmlns:a16="http://schemas.microsoft.com/office/drawing/2014/main" id="{827A5238-3654-45CC-B3D0-AD4185C96933}"/>
              </a:ext>
            </a:extLst>
          </p:cNvPr>
          <p:cNvSpPr>
            <a:spLocks noChangeArrowheads="1"/>
          </p:cNvSpPr>
          <p:nvPr/>
        </p:nvSpPr>
        <p:spPr bwMode="auto">
          <a:xfrm>
            <a:off x="6351588" y="3854450"/>
            <a:ext cx="1122362" cy="1082675"/>
          </a:xfrm>
          <a:prstGeom prst="rect">
            <a:avLst/>
          </a:prstGeom>
          <a:noFill/>
          <a:ln w="2857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nvGrpSpPr>
          <p:cNvPr id="2" name="Group 84">
            <a:extLst>
              <a:ext uri="{FF2B5EF4-FFF2-40B4-BE49-F238E27FC236}">
                <a16:creationId xmlns:a16="http://schemas.microsoft.com/office/drawing/2014/main" id="{6E9BFB86-4E7E-4A43-A079-DE017AFE2B1E}"/>
              </a:ext>
            </a:extLst>
          </p:cNvPr>
          <p:cNvGrpSpPr>
            <a:grpSpLocks/>
          </p:cNvGrpSpPr>
          <p:nvPr/>
        </p:nvGrpSpPr>
        <p:grpSpPr bwMode="auto">
          <a:xfrm>
            <a:off x="5091113" y="2743200"/>
            <a:ext cx="1466850" cy="2065338"/>
            <a:chOff x="2691" y="1728"/>
            <a:chExt cx="924" cy="1301"/>
          </a:xfrm>
        </p:grpSpPr>
        <p:sp>
          <p:nvSpPr>
            <p:cNvPr id="32797" name="Freeform 62">
              <a:extLst>
                <a:ext uri="{FF2B5EF4-FFF2-40B4-BE49-F238E27FC236}">
                  <a16:creationId xmlns:a16="http://schemas.microsoft.com/office/drawing/2014/main" id="{5D95D1B9-333D-4CDA-BF98-EE2851407420}"/>
                </a:ext>
              </a:extLst>
            </p:cNvPr>
            <p:cNvSpPr>
              <a:spLocks/>
            </p:cNvSpPr>
            <p:nvPr/>
          </p:nvSpPr>
          <p:spPr bwMode="auto">
            <a:xfrm>
              <a:off x="3225" y="2509"/>
              <a:ext cx="390" cy="520"/>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T15" fmla="*/ 0 w 390"/>
                <a:gd name="T16" fmla="*/ 0 h 520"/>
                <a:gd name="T17" fmla="*/ 390 w 390"/>
                <a:gd name="T18" fmla="*/ 520 h 520"/>
              </a:gdLst>
              <a:ahLst/>
              <a:cxnLst>
                <a:cxn ang="T10">
                  <a:pos x="T0" y="T1"/>
                </a:cxn>
                <a:cxn ang="T11">
                  <a:pos x="T2" y="T3"/>
                </a:cxn>
                <a:cxn ang="T12">
                  <a:pos x="T4" y="T5"/>
                </a:cxn>
                <a:cxn ang="T13">
                  <a:pos x="T6" y="T7"/>
                </a:cxn>
                <a:cxn ang="T14">
                  <a:pos x="T8" y="T9"/>
                </a:cxn>
              </a:cxnLst>
              <a:rect l="T15" t="T16" r="T17" b="T18"/>
              <a:pathLst>
                <a:path w="390" h="520">
                  <a:moveTo>
                    <a:pt x="390" y="0"/>
                  </a:moveTo>
                  <a:lnTo>
                    <a:pt x="0" y="221"/>
                  </a:lnTo>
                  <a:lnTo>
                    <a:pt x="3" y="433"/>
                  </a:lnTo>
                  <a:lnTo>
                    <a:pt x="388" y="520"/>
                  </a:lnTo>
                  <a:lnTo>
                    <a:pt x="390" y="0"/>
                  </a:lnTo>
                  <a:close/>
                </a:path>
              </a:pathLst>
            </a:custGeom>
            <a:gradFill rotWithShape="1">
              <a:gsLst>
                <a:gs pos="0">
                  <a:srgbClr val="FF0000"/>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8" name="Freeform 63">
              <a:extLst>
                <a:ext uri="{FF2B5EF4-FFF2-40B4-BE49-F238E27FC236}">
                  <a16:creationId xmlns:a16="http://schemas.microsoft.com/office/drawing/2014/main" id="{7ED5BA72-7858-4EC6-9F9F-278383B32635}"/>
                </a:ext>
              </a:extLst>
            </p:cNvPr>
            <p:cNvSpPr>
              <a:spLocks/>
            </p:cNvSpPr>
            <p:nvPr/>
          </p:nvSpPr>
          <p:spPr bwMode="auto">
            <a:xfrm>
              <a:off x="3222" y="1767"/>
              <a:ext cx="275" cy="44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 name="T15" fmla="*/ 0 w 275"/>
                <a:gd name="T16" fmla="*/ 0 h 443"/>
                <a:gd name="T17" fmla="*/ 275 w 275"/>
                <a:gd name="T18" fmla="*/ 443 h 443"/>
              </a:gdLst>
              <a:ahLst/>
              <a:cxnLst>
                <a:cxn ang="T10">
                  <a:pos x="T0" y="T1"/>
                </a:cxn>
                <a:cxn ang="T11">
                  <a:pos x="T2" y="T3"/>
                </a:cxn>
                <a:cxn ang="T12">
                  <a:pos x="T4" y="T5"/>
                </a:cxn>
                <a:cxn ang="T13">
                  <a:pos x="T6" y="T7"/>
                </a:cxn>
                <a:cxn ang="T14">
                  <a:pos x="T8" y="T9"/>
                </a:cxn>
              </a:cxnLst>
              <a:rect l="T15" t="T16" r="T17" b="T18"/>
              <a:pathLst>
                <a:path w="275" h="443">
                  <a:moveTo>
                    <a:pt x="264" y="108"/>
                  </a:moveTo>
                  <a:lnTo>
                    <a:pt x="0" y="0"/>
                  </a:lnTo>
                  <a:lnTo>
                    <a:pt x="2" y="443"/>
                  </a:lnTo>
                  <a:lnTo>
                    <a:pt x="275" y="412"/>
                  </a:lnTo>
                  <a:lnTo>
                    <a:pt x="264" y="108"/>
                  </a:lnTo>
                  <a:close/>
                </a:path>
              </a:pathLst>
            </a:custGeom>
            <a:gradFill rotWithShape="1">
              <a:gsLst>
                <a:gs pos="0">
                  <a:srgbClr val="FF0000"/>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9" name="Rectangle 64">
              <a:extLst>
                <a:ext uri="{FF2B5EF4-FFF2-40B4-BE49-F238E27FC236}">
                  <a16:creationId xmlns:a16="http://schemas.microsoft.com/office/drawing/2014/main" id="{450ECE17-2B65-4C55-BA38-3D3B30CFE180}"/>
                </a:ext>
              </a:extLst>
            </p:cNvPr>
            <p:cNvSpPr>
              <a:spLocks noChangeArrowheads="1"/>
            </p:cNvSpPr>
            <p:nvPr/>
          </p:nvSpPr>
          <p:spPr bwMode="auto">
            <a:xfrm>
              <a:off x="2737" y="1775"/>
              <a:ext cx="489" cy="523"/>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2800" name="Text Box 65">
              <a:extLst>
                <a:ext uri="{FF2B5EF4-FFF2-40B4-BE49-F238E27FC236}">
                  <a16:creationId xmlns:a16="http://schemas.microsoft.com/office/drawing/2014/main" id="{0FCF645A-A7D3-48FA-98F2-D00457B29438}"/>
                </a:ext>
              </a:extLst>
            </p:cNvPr>
            <p:cNvSpPr txBox="1">
              <a:spLocks noChangeArrowheads="1"/>
            </p:cNvSpPr>
            <p:nvPr/>
          </p:nvSpPr>
          <p:spPr bwMode="auto">
            <a:xfrm>
              <a:off x="2691" y="1728"/>
              <a:ext cx="57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200">
                  <a:ea typeface="MS PGothic" panose="020B0600070205080204" pitchFamily="34" charset="-128"/>
                </a:rPr>
                <a:t>application</a:t>
              </a:r>
            </a:p>
            <a:p>
              <a:pPr algn="ctr" eaLnBrk="1" hangingPunct="1">
                <a:spcBef>
                  <a:spcPct val="0"/>
                </a:spcBef>
                <a:buFontTx/>
                <a:buNone/>
              </a:pPr>
              <a:r>
                <a:rPr lang="en-US" altLang="en-US" sz="1200">
                  <a:ea typeface="MS PGothic" panose="020B0600070205080204" pitchFamily="34" charset="-128"/>
                </a:rPr>
                <a:t>transport</a:t>
              </a:r>
            </a:p>
            <a:p>
              <a:pPr algn="ctr" eaLnBrk="1" hangingPunct="1">
                <a:spcBef>
                  <a:spcPct val="0"/>
                </a:spcBef>
                <a:buFontTx/>
                <a:buNone/>
              </a:pPr>
              <a:r>
                <a:rPr lang="en-US" altLang="en-US" sz="1200">
                  <a:ea typeface="MS PGothic" panose="020B0600070205080204" pitchFamily="34" charset="-128"/>
                </a:rPr>
                <a:t>network</a:t>
              </a:r>
            </a:p>
            <a:p>
              <a:pPr algn="ctr" eaLnBrk="1" hangingPunct="1">
                <a:spcBef>
                  <a:spcPct val="0"/>
                </a:spcBef>
                <a:buFontTx/>
                <a:buNone/>
              </a:pPr>
              <a:r>
                <a:rPr lang="en-US" altLang="en-US" sz="1200">
                  <a:ea typeface="MS PGothic" panose="020B0600070205080204" pitchFamily="34" charset="-128"/>
                </a:rPr>
                <a:t>link</a:t>
              </a:r>
            </a:p>
          </p:txBody>
        </p:sp>
        <p:sp>
          <p:nvSpPr>
            <p:cNvPr id="32801" name="Line 66">
              <a:extLst>
                <a:ext uri="{FF2B5EF4-FFF2-40B4-BE49-F238E27FC236}">
                  <a16:creationId xmlns:a16="http://schemas.microsoft.com/office/drawing/2014/main" id="{EC541587-5A4C-4016-BFE5-D9DD854BE7C0}"/>
                </a:ext>
              </a:extLst>
            </p:cNvPr>
            <p:cNvSpPr>
              <a:spLocks noChangeShapeType="1"/>
            </p:cNvSpPr>
            <p:nvPr/>
          </p:nvSpPr>
          <p:spPr bwMode="auto">
            <a:xfrm>
              <a:off x="2737" y="1886"/>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2" name="Line 67">
              <a:extLst>
                <a:ext uri="{FF2B5EF4-FFF2-40B4-BE49-F238E27FC236}">
                  <a16:creationId xmlns:a16="http://schemas.microsoft.com/office/drawing/2014/main" id="{FC59CF20-6EF3-45A1-88C2-E2F69A189B4D}"/>
                </a:ext>
              </a:extLst>
            </p:cNvPr>
            <p:cNvSpPr>
              <a:spLocks noChangeShapeType="1"/>
            </p:cNvSpPr>
            <p:nvPr/>
          </p:nvSpPr>
          <p:spPr bwMode="auto">
            <a:xfrm>
              <a:off x="2737" y="1991"/>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3" name="Line 68">
              <a:extLst>
                <a:ext uri="{FF2B5EF4-FFF2-40B4-BE49-F238E27FC236}">
                  <a16:creationId xmlns:a16="http://schemas.microsoft.com/office/drawing/2014/main" id="{CF70FC3E-F95D-4125-B8CD-C2C0B8164733}"/>
                </a:ext>
              </a:extLst>
            </p:cNvPr>
            <p:cNvSpPr>
              <a:spLocks noChangeShapeType="1"/>
            </p:cNvSpPr>
            <p:nvPr/>
          </p:nvSpPr>
          <p:spPr bwMode="auto">
            <a:xfrm>
              <a:off x="2735" y="2098"/>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4" name="Line 69">
              <a:extLst>
                <a:ext uri="{FF2B5EF4-FFF2-40B4-BE49-F238E27FC236}">
                  <a16:creationId xmlns:a16="http://schemas.microsoft.com/office/drawing/2014/main" id="{2D54BFAD-E754-47BB-9EBC-549B25F622EB}"/>
                </a:ext>
              </a:extLst>
            </p:cNvPr>
            <p:cNvSpPr>
              <a:spLocks noChangeShapeType="1"/>
            </p:cNvSpPr>
            <p:nvPr/>
          </p:nvSpPr>
          <p:spPr bwMode="auto">
            <a:xfrm>
              <a:off x="2738" y="2206"/>
              <a:ext cx="484"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5" name="Rectangle 70">
              <a:extLst>
                <a:ext uri="{FF2B5EF4-FFF2-40B4-BE49-F238E27FC236}">
                  <a16:creationId xmlns:a16="http://schemas.microsoft.com/office/drawing/2014/main" id="{B7F55C3B-E4C0-47BD-8E58-8CAFEE0C605A}"/>
                </a:ext>
              </a:extLst>
            </p:cNvPr>
            <p:cNvSpPr>
              <a:spLocks noChangeArrowheads="1"/>
            </p:cNvSpPr>
            <p:nvPr/>
          </p:nvSpPr>
          <p:spPr bwMode="auto">
            <a:xfrm>
              <a:off x="2695" y="2212"/>
              <a:ext cx="552" cy="11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2806" name="Line 71">
              <a:extLst>
                <a:ext uri="{FF2B5EF4-FFF2-40B4-BE49-F238E27FC236}">
                  <a16:creationId xmlns:a16="http://schemas.microsoft.com/office/drawing/2014/main" id="{B53FB66F-1065-4ECD-9E2B-1CB1A8645F98}"/>
                </a:ext>
              </a:extLst>
            </p:cNvPr>
            <p:cNvSpPr>
              <a:spLocks noChangeShapeType="1"/>
            </p:cNvSpPr>
            <p:nvPr/>
          </p:nvSpPr>
          <p:spPr bwMode="auto">
            <a:xfrm>
              <a:off x="2738" y="2224"/>
              <a:ext cx="0" cy="6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2807" name="Line 72">
              <a:extLst>
                <a:ext uri="{FF2B5EF4-FFF2-40B4-BE49-F238E27FC236}">
                  <a16:creationId xmlns:a16="http://schemas.microsoft.com/office/drawing/2014/main" id="{867E5FA2-D8C9-4056-92D3-FA3685199937}"/>
                </a:ext>
              </a:extLst>
            </p:cNvPr>
            <p:cNvSpPr>
              <a:spLocks noChangeShapeType="1"/>
            </p:cNvSpPr>
            <p:nvPr/>
          </p:nvSpPr>
          <p:spPr bwMode="auto">
            <a:xfrm>
              <a:off x="3225" y="2218"/>
              <a:ext cx="0" cy="6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2808" name="Rectangle 73">
              <a:extLst>
                <a:ext uri="{FF2B5EF4-FFF2-40B4-BE49-F238E27FC236}">
                  <a16:creationId xmlns:a16="http://schemas.microsoft.com/office/drawing/2014/main" id="{44B5EEB7-83FE-4E96-9325-95834D8FC23F}"/>
                </a:ext>
              </a:extLst>
            </p:cNvPr>
            <p:cNvSpPr>
              <a:spLocks noChangeArrowheads="1"/>
            </p:cNvSpPr>
            <p:nvPr/>
          </p:nvSpPr>
          <p:spPr bwMode="auto">
            <a:xfrm>
              <a:off x="2737" y="2415"/>
              <a:ext cx="489" cy="525"/>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2809" name="Text Box 74">
              <a:extLst>
                <a:ext uri="{FF2B5EF4-FFF2-40B4-BE49-F238E27FC236}">
                  <a16:creationId xmlns:a16="http://schemas.microsoft.com/office/drawing/2014/main" id="{F9774729-1C5A-4655-A381-FECD025D8ACF}"/>
                </a:ext>
              </a:extLst>
            </p:cNvPr>
            <p:cNvSpPr txBox="1">
              <a:spLocks noChangeArrowheads="1"/>
            </p:cNvSpPr>
            <p:nvPr/>
          </p:nvSpPr>
          <p:spPr bwMode="auto">
            <a:xfrm>
              <a:off x="2745" y="2345"/>
              <a:ext cx="462"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200">
                <a:ea typeface="MS PGothic" panose="020B0600070205080204" pitchFamily="34" charset="-128"/>
              </a:endParaRPr>
            </a:p>
            <a:p>
              <a:pPr algn="ctr" eaLnBrk="1" hangingPunct="1">
                <a:spcBef>
                  <a:spcPct val="0"/>
                </a:spcBef>
                <a:buFontTx/>
                <a:buNone/>
              </a:pPr>
              <a:endParaRPr lang="en-US" altLang="en-US" sz="1200">
                <a:ea typeface="MS PGothic" panose="020B0600070205080204" pitchFamily="34" charset="-128"/>
              </a:endParaRPr>
            </a:p>
            <a:p>
              <a:pPr algn="ctr" eaLnBrk="1" hangingPunct="1">
                <a:spcBef>
                  <a:spcPct val="0"/>
                </a:spcBef>
                <a:buFontTx/>
                <a:buNone/>
              </a:pPr>
              <a:endParaRPr lang="en-US" altLang="en-US" sz="1200">
                <a:ea typeface="MS PGothic" panose="020B0600070205080204" pitchFamily="34" charset="-128"/>
              </a:endParaRPr>
            </a:p>
            <a:p>
              <a:pPr algn="ctr" eaLnBrk="1" hangingPunct="1">
                <a:spcBef>
                  <a:spcPct val="0"/>
                </a:spcBef>
                <a:buFontTx/>
                <a:buNone/>
              </a:pPr>
              <a:r>
                <a:rPr lang="en-US" altLang="en-US" sz="1200">
                  <a:ea typeface="MS PGothic" panose="020B0600070205080204" pitchFamily="34" charset="-128"/>
                </a:rPr>
                <a:t>link</a:t>
              </a:r>
            </a:p>
            <a:p>
              <a:pPr algn="ctr" eaLnBrk="1" hangingPunct="1">
                <a:spcBef>
                  <a:spcPct val="0"/>
                </a:spcBef>
                <a:buFontTx/>
                <a:buNone/>
              </a:pPr>
              <a:r>
                <a:rPr lang="en-US" altLang="en-US" sz="1200">
                  <a:ea typeface="MS PGothic" panose="020B0600070205080204" pitchFamily="34" charset="-128"/>
                </a:rPr>
                <a:t>physical</a:t>
              </a:r>
            </a:p>
          </p:txBody>
        </p:sp>
        <p:sp>
          <p:nvSpPr>
            <p:cNvPr id="32810" name="Line 75">
              <a:extLst>
                <a:ext uri="{FF2B5EF4-FFF2-40B4-BE49-F238E27FC236}">
                  <a16:creationId xmlns:a16="http://schemas.microsoft.com/office/drawing/2014/main" id="{B3CA0BC8-132F-429A-9309-047AB8D6FCAB}"/>
                </a:ext>
              </a:extLst>
            </p:cNvPr>
            <p:cNvSpPr>
              <a:spLocks noChangeShapeType="1"/>
            </p:cNvSpPr>
            <p:nvPr/>
          </p:nvSpPr>
          <p:spPr bwMode="auto">
            <a:xfrm>
              <a:off x="2737" y="2526"/>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1" name="Line 76">
              <a:extLst>
                <a:ext uri="{FF2B5EF4-FFF2-40B4-BE49-F238E27FC236}">
                  <a16:creationId xmlns:a16="http://schemas.microsoft.com/office/drawing/2014/main" id="{D2938CEB-FE4E-45F4-9832-220B8FEC0FFA}"/>
                </a:ext>
              </a:extLst>
            </p:cNvPr>
            <p:cNvSpPr>
              <a:spLocks noChangeShapeType="1"/>
            </p:cNvSpPr>
            <p:nvPr/>
          </p:nvSpPr>
          <p:spPr bwMode="auto">
            <a:xfrm>
              <a:off x="2737" y="2632"/>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2" name="Line 77">
              <a:extLst>
                <a:ext uri="{FF2B5EF4-FFF2-40B4-BE49-F238E27FC236}">
                  <a16:creationId xmlns:a16="http://schemas.microsoft.com/office/drawing/2014/main" id="{7187167B-8879-412A-952B-EA14E8D7A64F}"/>
                </a:ext>
              </a:extLst>
            </p:cNvPr>
            <p:cNvSpPr>
              <a:spLocks noChangeShapeType="1"/>
            </p:cNvSpPr>
            <p:nvPr/>
          </p:nvSpPr>
          <p:spPr bwMode="auto">
            <a:xfrm>
              <a:off x="2735" y="2721"/>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3" name="Line 78">
              <a:extLst>
                <a:ext uri="{FF2B5EF4-FFF2-40B4-BE49-F238E27FC236}">
                  <a16:creationId xmlns:a16="http://schemas.microsoft.com/office/drawing/2014/main" id="{5F7407F8-5A21-4415-9745-D0767AF08647}"/>
                </a:ext>
              </a:extLst>
            </p:cNvPr>
            <p:cNvSpPr>
              <a:spLocks noChangeShapeType="1"/>
            </p:cNvSpPr>
            <p:nvPr/>
          </p:nvSpPr>
          <p:spPr bwMode="auto">
            <a:xfrm>
              <a:off x="2733" y="2836"/>
              <a:ext cx="48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4" name="Rectangle 79">
              <a:extLst>
                <a:ext uri="{FF2B5EF4-FFF2-40B4-BE49-F238E27FC236}">
                  <a16:creationId xmlns:a16="http://schemas.microsoft.com/office/drawing/2014/main" id="{EF4B55FF-06A7-483C-BB8C-5A8F8269CD9C}"/>
                </a:ext>
              </a:extLst>
            </p:cNvPr>
            <p:cNvSpPr>
              <a:spLocks noChangeArrowheads="1"/>
            </p:cNvSpPr>
            <p:nvPr/>
          </p:nvSpPr>
          <p:spPr bwMode="auto">
            <a:xfrm>
              <a:off x="2719" y="2390"/>
              <a:ext cx="518" cy="2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2815" name="Line 80">
              <a:extLst>
                <a:ext uri="{FF2B5EF4-FFF2-40B4-BE49-F238E27FC236}">
                  <a16:creationId xmlns:a16="http://schemas.microsoft.com/office/drawing/2014/main" id="{0E2EDEF0-993F-44BB-82B0-03ABD2142EBE}"/>
                </a:ext>
              </a:extLst>
            </p:cNvPr>
            <p:cNvSpPr>
              <a:spLocks noChangeShapeType="1"/>
            </p:cNvSpPr>
            <p:nvPr/>
          </p:nvSpPr>
          <p:spPr bwMode="auto">
            <a:xfrm>
              <a:off x="2737" y="2614"/>
              <a:ext cx="0" cy="6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2816" name="Line 81">
              <a:extLst>
                <a:ext uri="{FF2B5EF4-FFF2-40B4-BE49-F238E27FC236}">
                  <a16:creationId xmlns:a16="http://schemas.microsoft.com/office/drawing/2014/main" id="{C67DB44D-B397-466C-810A-E37A36F5827D}"/>
                </a:ext>
              </a:extLst>
            </p:cNvPr>
            <p:cNvSpPr>
              <a:spLocks noChangeShapeType="1"/>
            </p:cNvSpPr>
            <p:nvPr/>
          </p:nvSpPr>
          <p:spPr bwMode="auto">
            <a:xfrm>
              <a:off x="3226" y="2614"/>
              <a:ext cx="0" cy="6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2817" name="Rectangle 82">
              <a:extLst>
                <a:ext uri="{FF2B5EF4-FFF2-40B4-BE49-F238E27FC236}">
                  <a16:creationId xmlns:a16="http://schemas.microsoft.com/office/drawing/2014/main" id="{1542F619-37E7-48DB-9A29-F49E05A6A325}"/>
                </a:ext>
              </a:extLst>
            </p:cNvPr>
            <p:cNvSpPr>
              <a:spLocks noChangeArrowheads="1"/>
            </p:cNvSpPr>
            <p:nvPr/>
          </p:nvSpPr>
          <p:spPr bwMode="auto">
            <a:xfrm>
              <a:off x="2736" y="1778"/>
              <a:ext cx="490" cy="431"/>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2818" name="Rectangle 83">
              <a:extLst>
                <a:ext uri="{FF2B5EF4-FFF2-40B4-BE49-F238E27FC236}">
                  <a16:creationId xmlns:a16="http://schemas.microsoft.com/office/drawing/2014/main" id="{21DEA2F4-0636-4BBD-A569-02BD568DD9AE}"/>
                </a:ext>
              </a:extLst>
            </p:cNvPr>
            <p:cNvSpPr>
              <a:spLocks noChangeArrowheads="1"/>
            </p:cNvSpPr>
            <p:nvPr/>
          </p:nvSpPr>
          <p:spPr bwMode="auto">
            <a:xfrm>
              <a:off x="2733" y="2721"/>
              <a:ext cx="489" cy="21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grpSp>
      <p:pic>
        <p:nvPicPr>
          <p:cNvPr id="32792" name="Picture 86">
            <a:extLst>
              <a:ext uri="{FF2B5EF4-FFF2-40B4-BE49-F238E27FC236}">
                <a16:creationId xmlns:a16="http://schemas.microsoft.com/office/drawing/2014/main" id="{6498FA3D-7024-49D3-AE0D-328F03F82B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3300" y="1122363"/>
            <a:ext cx="1350963" cy="135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93" name="Picture 87">
            <a:extLst>
              <a:ext uri="{FF2B5EF4-FFF2-40B4-BE49-F238E27FC236}">
                <a16:creationId xmlns:a16="http://schemas.microsoft.com/office/drawing/2014/main" id="{5242B16B-5367-430C-BE37-9FFE1AD505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317625"/>
            <a:ext cx="1143000"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794" name="Group 89">
            <a:extLst>
              <a:ext uri="{FF2B5EF4-FFF2-40B4-BE49-F238E27FC236}">
                <a16:creationId xmlns:a16="http://schemas.microsoft.com/office/drawing/2014/main" id="{9A132A8D-5787-4211-9114-182E30C8F752}"/>
              </a:ext>
            </a:extLst>
          </p:cNvPr>
          <p:cNvGrpSpPr>
            <a:grpSpLocks/>
          </p:cNvGrpSpPr>
          <p:nvPr/>
        </p:nvGrpSpPr>
        <p:grpSpPr bwMode="auto">
          <a:xfrm>
            <a:off x="5062538" y="5251450"/>
            <a:ext cx="1109662" cy="1095375"/>
            <a:chOff x="-44" y="1473"/>
            <a:chExt cx="981" cy="1105"/>
          </a:xfrm>
        </p:grpSpPr>
        <p:pic>
          <p:nvPicPr>
            <p:cNvPr id="32795" name="Picture 90" descr="desktop_computer_stylized_medium">
              <a:extLst>
                <a:ext uri="{FF2B5EF4-FFF2-40B4-BE49-F238E27FC236}">
                  <a16:creationId xmlns:a16="http://schemas.microsoft.com/office/drawing/2014/main" id="{B6751223-2B50-4245-B559-689E74C183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96" name="Freeform 91">
              <a:extLst>
                <a:ext uri="{FF2B5EF4-FFF2-40B4-BE49-F238E27FC236}">
                  <a16:creationId xmlns:a16="http://schemas.microsoft.com/office/drawing/2014/main" id="{1E7C21F3-6747-4F88-949D-B1429CD46B14}"/>
                </a:ext>
              </a:extLst>
            </p:cNvPr>
            <p:cNvSpPr>
              <a:spLocks/>
            </p:cNvSpPr>
            <p:nvPr/>
          </p:nvSpPr>
          <p:spPr bwMode="auto">
            <a:xfrm flipH="1">
              <a:off x="374" y="1579"/>
              <a:ext cx="477" cy="506"/>
            </a:xfrm>
            <a:custGeom>
              <a:avLst/>
              <a:gdLst>
                <a:gd name="T0" fmla="*/ 0 w 356"/>
                <a:gd name="T1" fmla="*/ 0 h 368"/>
                <a:gd name="T2" fmla="*/ 11261876 w 356"/>
                <a:gd name="T3" fmla="*/ 1346368 h 368"/>
                <a:gd name="T4" fmla="*/ 13359793 w 356"/>
                <a:gd name="T5" fmla="*/ 28049105 h 368"/>
                <a:gd name="T6" fmla="*/ 2944307 w 356"/>
                <a:gd name="T7" fmla="*/ 35079179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3">
            <a:extLst>
              <a:ext uri="{FF2B5EF4-FFF2-40B4-BE49-F238E27FC236}">
                <a16:creationId xmlns:a16="http://schemas.microsoft.com/office/drawing/2014/main" id="{6C7D4CB4-500D-4276-BBF3-01096DEA5100}"/>
              </a:ext>
            </a:extLst>
          </p:cNvPr>
          <p:cNvSpPr>
            <a:spLocks noGrp="1" noChangeArrowheads="1"/>
          </p:cNvSpPr>
          <p:nvPr>
            <p:ph idx="1"/>
          </p:nvPr>
        </p:nvSpPr>
        <p:spPr>
          <a:xfrm>
            <a:off x="323850" y="4067175"/>
            <a:ext cx="8229600" cy="2020888"/>
          </a:xfrm>
        </p:spPr>
        <p:txBody>
          <a:bodyPr>
            <a:normAutofit/>
          </a:bodyPr>
          <a:lstStyle/>
          <a:p>
            <a:pPr>
              <a:buFont typeface="Wingdings" charset="0"/>
              <a:buChar char="v"/>
              <a:defRPr/>
            </a:pPr>
            <a:r>
              <a:rPr lang="en-US" dirty="0">
                <a:ea typeface="ＭＳ Ｐゴシック" charset="0"/>
                <a:cs typeface="+mn-cs"/>
              </a:rPr>
              <a:t>sending side:</a:t>
            </a:r>
          </a:p>
          <a:p>
            <a:pPr lvl="1">
              <a:buFont typeface="Wingdings" charset="0"/>
              <a:buChar char="§"/>
              <a:defRPr/>
            </a:pPr>
            <a:r>
              <a:rPr lang="en-US" dirty="0">
                <a:ea typeface="ＭＳ Ｐゴシック" charset="0"/>
              </a:rPr>
              <a:t>encapsulates datagram in frame</a:t>
            </a:r>
          </a:p>
          <a:p>
            <a:pPr lvl="1">
              <a:buFont typeface="Wingdings" charset="0"/>
              <a:buChar char="§"/>
              <a:defRPr/>
            </a:pPr>
            <a:r>
              <a:rPr lang="en-US" dirty="0">
                <a:ea typeface="ＭＳ Ｐゴシック" charset="0"/>
              </a:rPr>
              <a:t>adds error checking bits, </a:t>
            </a:r>
            <a:r>
              <a:rPr lang="en-US" dirty="0" err="1">
                <a:ea typeface="ＭＳ Ｐゴシック" charset="0"/>
              </a:rPr>
              <a:t>rdt</a:t>
            </a:r>
            <a:r>
              <a:rPr lang="en-US" dirty="0">
                <a:ea typeface="ＭＳ Ｐゴシック" charset="0"/>
              </a:rPr>
              <a:t>, flow control, etc.</a:t>
            </a:r>
          </a:p>
        </p:txBody>
      </p:sp>
      <p:sp>
        <p:nvSpPr>
          <p:cNvPr id="9222" name="Rectangle 4">
            <a:extLst>
              <a:ext uri="{FF2B5EF4-FFF2-40B4-BE49-F238E27FC236}">
                <a16:creationId xmlns:a16="http://schemas.microsoft.com/office/drawing/2014/main" id="{9A04FB12-8703-40FC-A3D2-DC87B5758BBC}"/>
              </a:ext>
            </a:extLst>
          </p:cNvPr>
          <p:cNvSpPr>
            <a:spLocks noGrp="1" noChangeArrowheads="1"/>
          </p:cNvSpPr>
          <p:nvPr>
            <p:ph sz="quarter" idx="10"/>
          </p:nvPr>
        </p:nvSpPr>
        <p:spPr>
          <a:xfrm>
            <a:off x="323850" y="5105400"/>
            <a:ext cx="6842125" cy="1182688"/>
          </a:xfrm>
        </p:spPr>
        <p:txBody>
          <a:bodyPr>
            <a:normAutofit fontScale="62500" lnSpcReduction="20000"/>
          </a:bodyPr>
          <a:lstStyle/>
          <a:p>
            <a:pPr>
              <a:buFont typeface="Wingdings" charset="0"/>
              <a:buChar char="v"/>
              <a:defRPr/>
            </a:pPr>
            <a:r>
              <a:rPr lang="en-US" sz="2900" dirty="0">
                <a:ea typeface="ＭＳ Ｐゴシック" charset="0"/>
                <a:cs typeface="+mn-cs"/>
              </a:rPr>
              <a:t>receiving side</a:t>
            </a:r>
          </a:p>
          <a:p>
            <a:pPr lvl="1">
              <a:buFont typeface="Wingdings" charset="0"/>
              <a:buChar char="§"/>
              <a:defRPr/>
            </a:pPr>
            <a:r>
              <a:rPr lang="en-US" dirty="0">
                <a:ea typeface="ＭＳ Ｐゴシック" charset="0"/>
              </a:rPr>
              <a:t>looks for errors, </a:t>
            </a:r>
            <a:r>
              <a:rPr lang="en-US" dirty="0" err="1">
                <a:ea typeface="ＭＳ Ｐゴシック" charset="0"/>
              </a:rPr>
              <a:t>rdt</a:t>
            </a:r>
            <a:r>
              <a:rPr lang="en-US" dirty="0">
                <a:ea typeface="ＭＳ Ｐゴシック" charset="0"/>
              </a:rPr>
              <a:t>, flow control, </a:t>
            </a:r>
            <a:r>
              <a:rPr lang="en-US" dirty="0" err="1">
                <a:ea typeface="ＭＳ Ｐゴシック" charset="0"/>
              </a:rPr>
              <a:t>etc</a:t>
            </a:r>
            <a:endParaRPr lang="en-US" dirty="0">
              <a:ea typeface="ＭＳ Ｐゴシック" charset="0"/>
            </a:endParaRPr>
          </a:p>
          <a:p>
            <a:pPr lvl="1">
              <a:buFont typeface="Wingdings" charset="0"/>
              <a:buChar char="§"/>
              <a:defRPr/>
            </a:pPr>
            <a:r>
              <a:rPr lang="en-US" dirty="0">
                <a:ea typeface="ＭＳ Ｐゴシック" charset="0"/>
              </a:rPr>
              <a:t>extracts datagram, passes to upper layer at receiving side</a:t>
            </a:r>
          </a:p>
        </p:txBody>
      </p:sp>
      <p:sp>
        <p:nvSpPr>
          <p:cNvPr id="34820" name="Footer Placeholder 5">
            <a:extLst>
              <a:ext uri="{FF2B5EF4-FFF2-40B4-BE49-F238E27FC236}">
                <a16:creationId xmlns:a16="http://schemas.microsoft.com/office/drawing/2014/main" id="{53AF02A4-89B4-4A28-B3F0-D258F0131459}"/>
              </a:ext>
            </a:extLst>
          </p:cNvPr>
          <p:cNvSpPr>
            <a:spLocks noGrp="1"/>
          </p:cNvSpPr>
          <p:nvPr>
            <p:ph type="ftr" sz="quarter" idx="3"/>
          </p:nvPr>
        </p:nvSpPr>
        <p:spPr bwMode="auto">
          <a:xfrm>
            <a:off x="0" y="6356350"/>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fontAlgn="base" hangingPunct="0">
              <a:spcBef>
                <a:spcPct val="0"/>
              </a:spcBef>
              <a:spcAft>
                <a:spcPct val="0"/>
              </a:spcAft>
              <a:buFontTx/>
              <a:buNone/>
            </a:pPr>
            <a:r>
              <a:rPr lang="en-US" altLang="en-US" sz="1200">
                <a:ea typeface="MS PGothic" panose="020B0600070205080204" pitchFamily="34" charset="-128"/>
              </a:rPr>
              <a:t>Link Layer</a:t>
            </a:r>
          </a:p>
        </p:txBody>
      </p:sp>
      <p:sp>
        <p:nvSpPr>
          <p:cNvPr id="34821" name="Slide Number Placeholder 6">
            <a:extLst>
              <a:ext uri="{FF2B5EF4-FFF2-40B4-BE49-F238E27FC236}">
                <a16:creationId xmlns:a16="http://schemas.microsoft.com/office/drawing/2014/main" id="{805CC70D-4A32-484B-B048-A557B0C8AF00}"/>
              </a:ext>
            </a:extLst>
          </p:cNvPr>
          <p:cNvSpPr>
            <a:spLocks noGrp="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r>
              <a:rPr lang="en-US" altLang="en-US" sz="1200">
                <a:ea typeface="MS PGothic" panose="020B0600070205080204" pitchFamily="34" charset="-128"/>
              </a:rPr>
              <a:t>5-</a:t>
            </a:r>
            <a:fld id="{B92BAD69-1F81-4713-AD00-DA86D4E2998B}" type="slidenum">
              <a:rPr lang="en-US" altLang="en-US" sz="1200">
                <a:ea typeface="MS PGothic" panose="020B0600070205080204" pitchFamily="34" charset="-128"/>
              </a:rPr>
              <a:pPr algn="l" eaLnBrk="0" hangingPunct="0">
                <a:spcBef>
                  <a:spcPct val="0"/>
                </a:spcBef>
                <a:buFontTx/>
                <a:buNone/>
              </a:pPr>
              <a:t>7</a:t>
            </a:fld>
            <a:endParaRPr lang="en-US" altLang="en-US" sz="1200">
              <a:ea typeface="MS PGothic" panose="020B0600070205080204" pitchFamily="34" charset="-128"/>
            </a:endParaRPr>
          </a:p>
        </p:txBody>
      </p:sp>
      <p:sp>
        <p:nvSpPr>
          <p:cNvPr id="9220" name="Rectangle 2">
            <a:extLst>
              <a:ext uri="{FF2B5EF4-FFF2-40B4-BE49-F238E27FC236}">
                <a16:creationId xmlns:a16="http://schemas.microsoft.com/office/drawing/2014/main" id="{D233D308-AEEA-4CDF-BE64-5F5E3ED7D9B3}"/>
              </a:ext>
            </a:extLst>
          </p:cNvPr>
          <p:cNvSpPr>
            <a:spLocks noGrp="1" noChangeArrowheads="1"/>
          </p:cNvSpPr>
          <p:nvPr>
            <p:ph type="title" idx="4294967295"/>
          </p:nvPr>
        </p:nvSpPr>
        <p:spPr>
          <a:xfrm>
            <a:off x="142875" y="-106363"/>
            <a:ext cx="7772400" cy="1143001"/>
          </a:xfrm>
        </p:spPr>
        <p:txBody>
          <a:bodyPr/>
          <a:lstStyle/>
          <a:p>
            <a:pPr>
              <a:defRPr/>
            </a:pPr>
            <a:r>
              <a:rPr lang="en-US" dirty="0">
                <a:ea typeface="ＭＳ Ｐゴシック" charset="0"/>
                <a:cs typeface="+mj-cs"/>
              </a:rPr>
              <a:t>Adaptors communicating</a:t>
            </a:r>
          </a:p>
        </p:txBody>
      </p:sp>
      <p:sp>
        <p:nvSpPr>
          <p:cNvPr id="34823" name="Rectangle 27">
            <a:extLst>
              <a:ext uri="{FF2B5EF4-FFF2-40B4-BE49-F238E27FC236}">
                <a16:creationId xmlns:a16="http://schemas.microsoft.com/office/drawing/2014/main" id="{4F7E1CBA-26DA-4355-8FD8-E63A6644E2AC}"/>
              </a:ext>
            </a:extLst>
          </p:cNvPr>
          <p:cNvSpPr>
            <a:spLocks noChangeArrowheads="1"/>
          </p:cNvSpPr>
          <p:nvPr/>
        </p:nvSpPr>
        <p:spPr bwMode="auto">
          <a:xfrm>
            <a:off x="4113213" y="3394075"/>
            <a:ext cx="1444625" cy="212725"/>
          </a:xfrm>
          <a:prstGeom prst="rect">
            <a:avLst/>
          </a:prstGeom>
          <a:solidFill>
            <a:schemeClr val="accent2"/>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4824" name="Rectangle 28">
            <a:extLst>
              <a:ext uri="{FF2B5EF4-FFF2-40B4-BE49-F238E27FC236}">
                <a16:creationId xmlns:a16="http://schemas.microsoft.com/office/drawing/2014/main" id="{767DD9DA-8E80-46A0-8E96-669C1D33BA1F}"/>
              </a:ext>
            </a:extLst>
          </p:cNvPr>
          <p:cNvSpPr>
            <a:spLocks noChangeArrowheads="1"/>
          </p:cNvSpPr>
          <p:nvPr/>
        </p:nvSpPr>
        <p:spPr bwMode="auto">
          <a:xfrm>
            <a:off x="1957388" y="1373188"/>
            <a:ext cx="1944687" cy="1770062"/>
          </a:xfrm>
          <a:prstGeom prst="rect">
            <a:avLst/>
          </a:prstGeom>
          <a:solidFill>
            <a:schemeClr val="bg1"/>
          </a:solidFill>
          <a:ln w="9525">
            <a:solidFill>
              <a:schemeClr val="tx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4825" name="Line 29">
            <a:extLst>
              <a:ext uri="{FF2B5EF4-FFF2-40B4-BE49-F238E27FC236}">
                <a16:creationId xmlns:a16="http://schemas.microsoft.com/office/drawing/2014/main" id="{9CBFD9A6-B6DB-4028-8A0F-A62B0246F9D9}"/>
              </a:ext>
            </a:extLst>
          </p:cNvPr>
          <p:cNvSpPr>
            <a:spLocks noChangeShapeType="1"/>
          </p:cNvSpPr>
          <p:nvPr/>
        </p:nvSpPr>
        <p:spPr bwMode="auto">
          <a:xfrm>
            <a:off x="2052638" y="1892300"/>
            <a:ext cx="0" cy="3937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26" name="Rectangle 30">
            <a:extLst>
              <a:ext uri="{FF2B5EF4-FFF2-40B4-BE49-F238E27FC236}">
                <a16:creationId xmlns:a16="http://schemas.microsoft.com/office/drawing/2014/main" id="{4713878E-109E-447E-BA41-9945FD3B6B7B}"/>
              </a:ext>
            </a:extLst>
          </p:cNvPr>
          <p:cNvSpPr>
            <a:spLocks noChangeArrowheads="1"/>
          </p:cNvSpPr>
          <p:nvPr/>
        </p:nvSpPr>
        <p:spPr bwMode="auto">
          <a:xfrm>
            <a:off x="2193925" y="2212975"/>
            <a:ext cx="1187450" cy="866775"/>
          </a:xfrm>
          <a:prstGeom prst="rect">
            <a:avLst/>
          </a:prstGeom>
          <a:solidFill>
            <a:srgbClr val="FF0000"/>
          </a:solidFill>
          <a:ln w="9525">
            <a:solidFill>
              <a:schemeClr val="tx1"/>
            </a:solidFill>
            <a:prstDash val="dash"/>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4827" name="Rectangle 31">
            <a:extLst>
              <a:ext uri="{FF2B5EF4-FFF2-40B4-BE49-F238E27FC236}">
                <a16:creationId xmlns:a16="http://schemas.microsoft.com/office/drawing/2014/main" id="{9554548D-019E-4484-998D-2762D6634912}"/>
              </a:ext>
            </a:extLst>
          </p:cNvPr>
          <p:cNvSpPr>
            <a:spLocks noChangeArrowheads="1"/>
          </p:cNvSpPr>
          <p:nvPr/>
        </p:nvSpPr>
        <p:spPr bwMode="auto">
          <a:xfrm>
            <a:off x="2435225" y="2773363"/>
            <a:ext cx="704850" cy="225425"/>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4828" name="Rectangle 32">
            <a:extLst>
              <a:ext uri="{FF2B5EF4-FFF2-40B4-BE49-F238E27FC236}">
                <a16:creationId xmlns:a16="http://schemas.microsoft.com/office/drawing/2014/main" id="{6FE298F0-3991-4B2C-AD41-04D5B73DCAF5}"/>
              </a:ext>
            </a:extLst>
          </p:cNvPr>
          <p:cNvSpPr>
            <a:spLocks noChangeArrowheads="1"/>
          </p:cNvSpPr>
          <p:nvPr/>
        </p:nvSpPr>
        <p:spPr bwMode="auto">
          <a:xfrm>
            <a:off x="2435225" y="2301875"/>
            <a:ext cx="695325" cy="415925"/>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200">
                <a:ea typeface="MS PGothic" panose="020B0600070205080204" pitchFamily="34" charset="-128"/>
              </a:rPr>
              <a:t>controller</a:t>
            </a:r>
          </a:p>
        </p:txBody>
      </p:sp>
      <p:sp>
        <p:nvSpPr>
          <p:cNvPr id="34829" name="Line 33">
            <a:extLst>
              <a:ext uri="{FF2B5EF4-FFF2-40B4-BE49-F238E27FC236}">
                <a16:creationId xmlns:a16="http://schemas.microsoft.com/office/drawing/2014/main" id="{83ADCF2D-5C5B-48FF-8A46-6EBC0E65370F}"/>
              </a:ext>
            </a:extLst>
          </p:cNvPr>
          <p:cNvSpPr>
            <a:spLocks noChangeShapeType="1"/>
          </p:cNvSpPr>
          <p:nvPr/>
        </p:nvSpPr>
        <p:spPr bwMode="auto">
          <a:xfrm>
            <a:off x="2346325" y="2055813"/>
            <a:ext cx="1438275"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0" name="Line 34">
            <a:extLst>
              <a:ext uri="{FF2B5EF4-FFF2-40B4-BE49-F238E27FC236}">
                <a16:creationId xmlns:a16="http://schemas.microsoft.com/office/drawing/2014/main" id="{CEDD3C69-40F9-4CFC-9E6C-4DE4880055DF}"/>
              </a:ext>
            </a:extLst>
          </p:cNvPr>
          <p:cNvSpPr>
            <a:spLocks noChangeShapeType="1"/>
          </p:cNvSpPr>
          <p:nvPr/>
        </p:nvSpPr>
        <p:spPr bwMode="auto">
          <a:xfrm flipV="1">
            <a:off x="2763838" y="2062163"/>
            <a:ext cx="0" cy="23971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1" name="Rectangle 35">
            <a:extLst>
              <a:ext uri="{FF2B5EF4-FFF2-40B4-BE49-F238E27FC236}">
                <a16:creationId xmlns:a16="http://schemas.microsoft.com/office/drawing/2014/main" id="{FADF4B9E-B873-4BCA-8FBC-34CEF41420C4}"/>
              </a:ext>
            </a:extLst>
          </p:cNvPr>
          <p:cNvSpPr>
            <a:spLocks noChangeArrowheads="1"/>
          </p:cNvSpPr>
          <p:nvPr/>
        </p:nvSpPr>
        <p:spPr bwMode="auto">
          <a:xfrm>
            <a:off x="2228850" y="1501775"/>
            <a:ext cx="695325" cy="415925"/>
          </a:xfrm>
          <a:prstGeom prst="rect">
            <a:avLst/>
          </a:prstGeom>
          <a:solidFill>
            <a:schemeClr val="bg1"/>
          </a:solidFill>
          <a:ln w="9525">
            <a:solidFill>
              <a:schemeClr val="tx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400">
              <a:ea typeface="MS PGothic" panose="020B0600070205080204" pitchFamily="34" charset="-128"/>
            </a:endParaRPr>
          </a:p>
        </p:txBody>
      </p:sp>
      <p:sp>
        <p:nvSpPr>
          <p:cNvPr id="34832" name="Rectangle 36">
            <a:extLst>
              <a:ext uri="{FF2B5EF4-FFF2-40B4-BE49-F238E27FC236}">
                <a16:creationId xmlns:a16="http://schemas.microsoft.com/office/drawing/2014/main" id="{47C857DC-5326-464C-8F21-9A8AFEB2676F}"/>
              </a:ext>
            </a:extLst>
          </p:cNvPr>
          <p:cNvSpPr>
            <a:spLocks noChangeArrowheads="1"/>
          </p:cNvSpPr>
          <p:nvPr/>
        </p:nvSpPr>
        <p:spPr bwMode="auto">
          <a:xfrm>
            <a:off x="3095625" y="1503363"/>
            <a:ext cx="695325" cy="415925"/>
          </a:xfrm>
          <a:prstGeom prst="rect">
            <a:avLst/>
          </a:prstGeom>
          <a:solidFill>
            <a:schemeClr val="bg1"/>
          </a:solidFill>
          <a:ln w="9525">
            <a:solidFill>
              <a:schemeClr val="tx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400">
              <a:ea typeface="MS PGothic" panose="020B0600070205080204" pitchFamily="34" charset="-128"/>
            </a:endParaRPr>
          </a:p>
        </p:txBody>
      </p:sp>
      <p:sp>
        <p:nvSpPr>
          <p:cNvPr id="34833" name="Line 37">
            <a:extLst>
              <a:ext uri="{FF2B5EF4-FFF2-40B4-BE49-F238E27FC236}">
                <a16:creationId xmlns:a16="http://schemas.microsoft.com/office/drawing/2014/main" id="{691F2FEE-F625-4D2E-9A19-66042C76BE0C}"/>
              </a:ext>
            </a:extLst>
          </p:cNvPr>
          <p:cNvSpPr>
            <a:spLocks noChangeShapeType="1"/>
          </p:cNvSpPr>
          <p:nvPr/>
        </p:nvSpPr>
        <p:spPr bwMode="auto">
          <a:xfrm flipH="1" flipV="1">
            <a:off x="2551113" y="1917700"/>
            <a:ext cx="1587" cy="138113"/>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4" name="Line 38">
            <a:extLst>
              <a:ext uri="{FF2B5EF4-FFF2-40B4-BE49-F238E27FC236}">
                <a16:creationId xmlns:a16="http://schemas.microsoft.com/office/drawing/2014/main" id="{8E56BEED-633E-497D-B874-1AF71443342A}"/>
              </a:ext>
            </a:extLst>
          </p:cNvPr>
          <p:cNvSpPr>
            <a:spLocks noChangeShapeType="1"/>
          </p:cNvSpPr>
          <p:nvPr/>
        </p:nvSpPr>
        <p:spPr bwMode="auto">
          <a:xfrm flipH="1" flipV="1">
            <a:off x="3475038" y="1920875"/>
            <a:ext cx="0" cy="136525"/>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5" name="Rectangle 39">
            <a:extLst>
              <a:ext uri="{FF2B5EF4-FFF2-40B4-BE49-F238E27FC236}">
                <a16:creationId xmlns:a16="http://schemas.microsoft.com/office/drawing/2014/main" id="{B458816B-C986-4032-A8F1-5CF7B2E9C425}"/>
              </a:ext>
            </a:extLst>
          </p:cNvPr>
          <p:cNvSpPr>
            <a:spLocks noChangeArrowheads="1"/>
          </p:cNvSpPr>
          <p:nvPr/>
        </p:nvSpPr>
        <p:spPr bwMode="auto">
          <a:xfrm>
            <a:off x="5832475" y="1430338"/>
            <a:ext cx="1944688" cy="1731962"/>
          </a:xfrm>
          <a:prstGeom prst="rect">
            <a:avLst/>
          </a:prstGeom>
          <a:solidFill>
            <a:schemeClr val="bg1"/>
          </a:solidFill>
          <a:ln w="9525">
            <a:solidFill>
              <a:schemeClr val="tx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4836" name="Rectangle 40">
            <a:extLst>
              <a:ext uri="{FF2B5EF4-FFF2-40B4-BE49-F238E27FC236}">
                <a16:creationId xmlns:a16="http://schemas.microsoft.com/office/drawing/2014/main" id="{9F34E0AF-529E-4AFE-8DE8-BBAF419746FF}"/>
              </a:ext>
            </a:extLst>
          </p:cNvPr>
          <p:cNvSpPr>
            <a:spLocks noChangeArrowheads="1"/>
          </p:cNvSpPr>
          <p:nvPr/>
        </p:nvSpPr>
        <p:spPr bwMode="auto">
          <a:xfrm>
            <a:off x="6069013" y="2232025"/>
            <a:ext cx="1187450" cy="866775"/>
          </a:xfrm>
          <a:prstGeom prst="rect">
            <a:avLst/>
          </a:prstGeom>
          <a:solidFill>
            <a:srgbClr val="FF0000"/>
          </a:solidFill>
          <a:ln w="9525">
            <a:solidFill>
              <a:schemeClr val="tx1"/>
            </a:solidFill>
            <a:prstDash val="dash"/>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4837" name="Rectangle 41">
            <a:extLst>
              <a:ext uri="{FF2B5EF4-FFF2-40B4-BE49-F238E27FC236}">
                <a16:creationId xmlns:a16="http://schemas.microsoft.com/office/drawing/2014/main" id="{7C70C148-48FD-48DA-AE20-FF758B4FC086}"/>
              </a:ext>
            </a:extLst>
          </p:cNvPr>
          <p:cNvSpPr>
            <a:spLocks noChangeArrowheads="1"/>
          </p:cNvSpPr>
          <p:nvPr/>
        </p:nvSpPr>
        <p:spPr bwMode="auto">
          <a:xfrm>
            <a:off x="6310313" y="2792413"/>
            <a:ext cx="703262" cy="225425"/>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4838" name="Rectangle 42">
            <a:extLst>
              <a:ext uri="{FF2B5EF4-FFF2-40B4-BE49-F238E27FC236}">
                <a16:creationId xmlns:a16="http://schemas.microsoft.com/office/drawing/2014/main" id="{158581BB-BCF5-41CC-9AB4-6C8B62DA27CA}"/>
              </a:ext>
            </a:extLst>
          </p:cNvPr>
          <p:cNvSpPr>
            <a:spLocks noChangeArrowheads="1"/>
          </p:cNvSpPr>
          <p:nvPr/>
        </p:nvSpPr>
        <p:spPr bwMode="auto">
          <a:xfrm>
            <a:off x="6310313" y="2320925"/>
            <a:ext cx="695325" cy="415925"/>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200">
                <a:ea typeface="MS PGothic" panose="020B0600070205080204" pitchFamily="34" charset="-128"/>
              </a:rPr>
              <a:t>controller</a:t>
            </a:r>
          </a:p>
        </p:txBody>
      </p:sp>
      <p:sp>
        <p:nvSpPr>
          <p:cNvPr id="34839" name="Line 43">
            <a:extLst>
              <a:ext uri="{FF2B5EF4-FFF2-40B4-BE49-F238E27FC236}">
                <a16:creationId xmlns:a16="http://schemas.microsoft.com/office/drawing/2014/main" id="{4E9A7C32-CC28-48F8-B27B-BA2B4FB04502}"/>
              </a:ext>
            </a:extLst>
          </p:cNvPr>
          <p:cNvSpPr>
            <a:spLocks noChangeShapeType="1"/>
          </p:cNvSpPr>
          <p:nvPr/>
        </p:nvSpPr>
        <p:spPr bwMode="auto">
          <a:xfrm>
            <a:off x="6221413" y="2074863"/>
            <a:ext cx="1438275"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0" name="Line 44">
            <a:extLst>
              <a:ext uri="{FF2B5EF4-FFF2-40B4-BE49-F238E27FC236}">
                <a16:creationId xmlns:a16="http://schemas.microsoft.com/office/drawing/2014/main" id="{DA6933F4-9411-46C9-A9C4-C1E68714C0E6}"/>
              </a:ext>
            </a:extLst>
          </p:cNvPr>
          <p:cNvSpPr>
            <a:spLocks noChangeShapeType="1"/>
          </p:cNvSpPr>
          <p:nvPr/>
        </p:nvSpPr>
        <p:spPr bwMode="auto">
          <a:xfrm flipV="1">
            <a:off x="6638925" y="2081213"/>
            <a:ext cx="0" cy="23971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1" name="Rectangle 45">
            <a:extLst>
              <a:ext uri="{FF2B5EF4-FFF2-40B4-BE49-F238E27FC236}">
                <a16:creationId xmlns:a16="http://schemas.microsoft.com/office/drawing/2014/main" id="{A7F6AB18-5276-446F-AEA8-049611612032}"/>
              </a:ext>
            </a:extLst>
          </p:cNvPr>
          <p:cNvSpPr>
            <a:spLocks noChangeArrowheads="1"/>
          </p:cNvSpPr>
          <p:nvPr/>
        </p:nvSpPr>
        <p:spPr bwMode="auto">
          <a:xfrm>
            <a:off x="6103938" y="1520825"/>
            <a:ext cx="695325" cy="415925"/>
          </a:xfrm>
          <a:prstGeom prst="rect">
            <a:avLst/>
          </a:prstGeom>
          <a:solidFill>
            <a:schemeClr val="bg1"/>
          </a:solidFill>
          <a:ln w="9525">
            <a:solidFill>
              <a:schemeClr val="tx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400">
              <a:ea typeface="MS PGothic" panose="020B0600070205080204" pitchFamily="34" charset="-128"/>
            </a:endParaRPr>
          </a:p>
        </p:txBody>
      </p:sp>
      <p:sp>
        <p:nvSpPr>
          <p:cNvPr id="34842" name="Rectangle 46">
            <a:extLst>
              <a:ext uri="{FF2B5EF4-FFF2-40B4-BE49-F238E27FC236}">
                <a16:creationId xmlns:a16="http://schemas.microsoft.com/office/drawing/2014/main" id="{AD01F993-F055-4173-B9FD-A4A84D0B1696}"/>
              </a:ext>
            </a:extLst>
          </p:cNvPr>
          <p:cNvSpPr>
            <a:spLocks noChangeArrowheads="1"/>
          </p:cNvSpPr>
          <p:nvPr/>
        </p:nvSpPr>
        <p:spPr bwMode="auto">
          <a:xfrm>
            <a:off x="6970713" y="1522413"/>
            <a:ext cx="695325" cy="415925"/>
          </a:xfrm>
          <a:prstGeom prst="rect">
            <a:avLst/>
          </a:prstGeom>
          <a:solidFill>
            <a:schemeClr val="bg1"/>
          </a:solidFill>
          <a:ln w="9525">
            <a:solidFill>
              <a:schemeClr val="tx2"/>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en-US" altLang="en-US" sz="1400">
              <a:ea typeface="MS PGothic" panose="020B0600070205080204" pitchFamily="34" charset="-128"/>
            </a:endParaRPr>
          </a:p>
        </p:txBody>
      </p:sp>
      <p:sp>
        <p:nvSpPr>
          <p:cNvPr id="34843" name="Line 47">
            <a:extLst>
              <a:ext uri="{FF2B5EF4-FFF2-40B4-BE49-F238E27FC236}">
                <a16:creationId xmlns:a16="http://schemas.microsoft.com/office/drawing/2014/main" id="{2BDBD4B1-211C-4765-A94C-A677FEB3114D}"/>
              </a:ext>
            </a:extLst>
          </p:cNvPr>
          <p:cNvSpPr>
            <a:spLocks noChangeShapeType="1"/>
          </p:cNvSpPr>
          <p:nvPr/>
        </p:nvSpPr>
        <p:spPr bwMode="auto">
          <a:xfrm flipH="1" flipV="1">
            <a:off x="6426200" y="1936750"/>
            <a:ext cx="1588" cy="138113"/>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4" name="Line 48">
            <a:extLst>
              <a:ext uri="{FF2B5EF4-FFF2-40B4-BE49-F238E27FC236}">
                <a16:creationId xmlns:a16="http://schemas.microsoft.com/office/drawing/2014/main" id="{6E97B463-CF16-49FE-BE0B-CC81AB489630}"/>
              </a:ext>
            </a:extLst>
          </p:cNvPr>
          <p:cNvSpPr>
            <a:spLocks noChangeShapeType="1"/>
          </p:cNvSpPr>
          <p:nvPr/>
        </p:nvSpPr>
        <p:spPr bwMode="auto">
          <a:xfrm flipH="1" flipV="1">
            <a:off x="7350125" y="1939925"/>
            <a:ext cx="0" cy="136525"/>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5" name="Text Box 49">
            <a:extLst>
              <a:ext uri="{FF2B5EF4-FFF2-40B4-BE49-F238E27FC236}">
                <a16:creationId xmlns:a16="http://schemas.microsoft.com/office/drawing/2014/main" id="{85D875EF-68CD-4795-BBF6-5462BD76AD1B}"/>
              </a:ext>
            </a:extLst>
          </p:cNvPr>
          <p:cNvSpPr txBox="1">
            <a:spLocks noChangeArrowheads="1"/>
          </p:cNvSpPr>
          <p:nvPr/>
        </p:nvSpPr>
        <p:spPr bwMode="auto">
          <a:xfrm>
            <a:off x="1935163" y="3059113"/>
            <a:ext cx="1335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ea typeface="MS PGothic" panose="020B0600070205080204" pitchFamily="34" charset="-128"/>
              </a:rPr>
              <a:t>sending host</a:t>
            </a:r>
          </a:p>
        </p:txBody>
      </p:sp>
      <p:sp>
        <p:nvSpPr>
          <p:cNvPr id="34846" name="Text Box 50">
            <a:extLst>
              <a:ext uri="{FF2B5EF4-FFF2-40B4-BE49-F238E27FC236}">
                <a16:creationId xmlns:a16="http://schemas.microsoft.com/office/drawing/2014/main" id="{F8279C20-F605-4A16-9D04-088AA41A02D2}"/>
              </a:ext>
            </a:extLst>
          </p:cNvPr>
          <p:cNvSpPr txBox="1">
            <a:spLocks noChangeArrowheads="1"/>
          </p:cNvSpPr>
          <p:nvPr/>
        </p:nvSpPr>
        <p:spPr bwMode="auto">
          <a:xfrm>
            <a:off x="5727700" y="3057525"/>
            <a:ext cx="1438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ea typeface="MS PGothic" panose="020B0600070205080204" pitchFamily="34" charset="-128"/>
              </a:rPr>
              <a:t>receiving host</a:t>
            </a:r>
          </a:p>
        </p:txBody>
      </p:sp>
      <p:sp>
        <p:nvSpPr>
          <p:cNvPr id="34847" name="Rectangle 51">
            <a:extLst>
              <a:ext uri="{FF2B5EF4-FFF2-40B4-BE49-F238E27FC236}">
                <a16:creationId xmlns:a16="http://schemas.microsoft.com/office/drawing/2014/main" id="{F7915B55-DF13-47C1-B964-C9419B74C2A3}"/>
              </a:ext>
            </a:extLst>
          </p:cNvPr>
          <p:cNvSpPr>
            <a:spLocks noChangeArrowheads="1"/>
          </p:cNvSpPr>
          <p:nvPr/>
        </p:nvSpPr>
        <p:spPr bwMode="auto">
          <a:xfrm>
            <a:off x="1512888" y="1966913"/>
            <a:ext cx="717550" cy="169862"/>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4848" name="Text Box 52">
            <a:extLst>
              <a:ext uri="{FF2B5EF4-FFF2-40B4-BE49-F238E27FC236}">
                <a16:creationId xmlns:a16="http://schemas.microsoft.com/office/drawing/2014/main" id="{8155AEFF-056B-4033-B681-15EF638E703B}"/>
              </a:ext>
            </a:extLst>
          </p:cNvPr>
          <p:cNvSpPr txBox="1">
            <a:spLocks noChangeArrowheads="1"/>
          </p:cNvSpPr>
          <p:nvPr/>
        </p:nvSpPr>
        <p:spPr bwMode="auto">
          <a:xfrm>
            <a:off x="1476375" y="1922463"/>
            <a:ext cx="825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ea typeface="MS PGothic" panose="020B0600070205080204" pitchFamily="34" charset="-128"/>
              </a:rPr>
              <a:t>datagram</a:t>
            </a:r>
          </a:p>
        </p:txBody>
      </p:sp>
      <p:sp>
        <p:nvSpPr>
          <p:cNvPr id="34849" name="Line 53">
            <a:extLst>
              <a:ext uri="{FF2B5EF4-FFF2-40B4-BE49-F238E27FC236}">
                <a16:creationId xmlns:a16="http://schemas.microsoft.com/office/drawing/2014/main" id="{AFDCE9C6-375E-48D2-B6E1-1EB88754EA5D}"/>
              </a:ext>
            </a:extLst>
          </p:cNvPr>
          <p:cNvSpPr>
            <a:spLocks noChangeShapeType="1"/>
          </p:cNvSpPr>
          <p:nvPr/>
        </p:nvSpPr>
        <p:spPr bwMode="auto">
          <a:xfrm>
            <a:off x="5961063" y="1870075"/>
            <a:ext cx="0" cy="392113"/>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34850" name="Rectangle 54">
            <a:extLst>
              <a:ext uri="{FF2B5EF4-FFF2-40B4-BE49-F238E27FC236}">
                <a16:creationId xmlns:a16="http://schemas.microsoft.com/office/drawing/2014/main" id="{19CCD083-53D4-4BBF-A786-12E90AA72CEF}"/>
              </a:ext>
            </a:extLst>
          </p:cNvPr>
          <p:cNvSpPr>
            <a:spLocks noChangeArrowheads="1"/>
          </p:cNvSpPr>
          <p:nvPr/>
        </p:nvSpPr>
        <p:spPr bwMode="auto">
          <a:xfrm>
            <a:off x="5422900" y="1985963"/>
            <a:ext cx="715963" cy="169862"/>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4851" name="Text Box 55">
            <a:extLst>
              <a:ext uri="{FF2B5EF4-FFF2-40B4-BE49-F238E27FC236}">
                <a16:creationId xmlns:a16="http://schemas.microsoft.com/office/drawing/2014/main" id="{6D5AC9FA-FCF6-4572-ADCF-60F467F8D518}"/>
              </a:ext>
            </a:extLst>
          </p:cNvPr>
          <p:cNvSpPr txBox="1">
            <a:spLocks noChangeArrowheads="1"/>
          </p:cNvSpPr>
          <p:nvPr/>
        </p:nvSpPr>
        <p:spPr bwMode="auto">
          <a:xfrm>
            <a:off x="5386388" y="1941513"/>
            <a:ext cx="8239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ea typeface="MS PGothic" panose="020B0600070205080204" pitchFamily="34" charset="-128"/>
              </a:rPr>
              <a:t>datagram</a:t>
            </a:r>
          </a:p>
        </p:txBody>
      </p:sp>
      <p:sp>
        <p:nvSpPr>
          <p:cNvPr id="34852" name="Freeform 56">
            <a:extLst>
              <a:ext uri="{FF2B5EF4-FFF2-40B4-BE49-F238E27FC236}">
                <a16:creationId xmlns:a16="http://schemas.microsoft.com/office/drawing/2014/main" id="{408CDFCB-E991-4771-9161-B12D7EE82815}"/>
              </a:ext>
            </a:extLst>
          </p:cNvPr>
          <p:cNvSpPr>
            <a:spLocks/>
          </p:cNvSpPr>
          <p:nvPr/>
        </p:nvSpPr>
        <p:spPr bwMode="auto">
          <a:xfrm>
            <a:off x="2768600" y="2903538"/>
            <a:ext cx="3883025" cy="447675"/>
          </a:xfrm>
          <a:custGeom>
            <a:avLst/>
            <a:gdLst>
              <a:gd name="T0" fmla="*/ 0 w 2597"/>
              <a:gd name="T1" fmla="*/ 0 h 384"/>
              <a:gd name="T2" fmla="*/ 0 w 2597"/>
              <a:gd name="T3" fmla="*/ 2147483646 h 384"/>
              <a:gd name="T4" fmla="*/ 2147483646 w 2597"/>
              <a:gd name="T5" fmla="*/ 2147483646 h 384"/>
              <a:gd name="T6" fmla="*/ 2147483646 w 2597"/>
              <a:gd name="T7" fmla="*/ 2147483646 h 384"/>
              <a:gd name="T8" fmla="*/ 0 60000 65536"/>
              <a:gd name="T9" fmla="*/ 0 60000 65536"/>
              <a:gd name="T10" fmla="*/ 0 60000 65536"/>
              <a:gd name="T11" fmla="*/ 0 60000 65536"/>
              <a:gd name="T12" fmla="*/ 0 w 2597"/>
              <a:gd name="T13" fmla="*/ 0 h 384"/>
              <a:gd name="T14" fmla="*/ 2597 w 2597"/>
              <a:gd name="T15" fmla="*/ 384 h 384"/>
            </a:gdLst>
            <a:ahLst/>
            <a:cxnLst>
              <a:cxn ang="T8">
                <a:pos x="T0" y="T1"/>
              </a:cxn>
              <a:cxn ang="T9">
                <a:pos x="T2" y="T3"/>
              </a:cxn>
              <a:cxn ang="T10">
                <a:pos x="T4" y="T5"/>
              </a:cxn>
              <a:cxn ang="T11">
                <a:pos x="T6" y="T7"/>
              </a:cxn>
            </a:cxnLst>
            <a:rect l="T12" t="T13" r="T14" b="T15"/>
            <a:pathLst>
              <a:path w="2597" h="384">
                <a:moveTo>
                  <a:pt x="0" y="0"/>
                </a:moveTo>
                <a:lnTo>
                  <a:pt x="0" y="384"/>
                </a:lnTo>
                <a:lnTo>
                  <a:pt x="2597" y="384"/>
                </a:lnTo>
                <a:lnTo>
                  <a:pt x="2597" y="18"/>
                </a:lnTo>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853" name="Rectangle 57">
            <a:extLst>
              <a:ext uri="{FF2B5EF4-FFF2-40B4-BE49-F238E27FC236}">
                <a16:creationId xmlns:a16="http://schemas.microsoft.com/office/drawing/2014/main" id="{C325C010-026E-4155-A904-1DF479B7868C}"/>
              </a:ext>
            </a:extLst>
          </p:cNvPr>
          <p:cNvSpPr>
            <a:spLocks noChangeArrowheads="1"/>
          </p:cNvSpPr>
          <p:nvPr/>
        </p:nvSpPr>
        <p:spPr bwMode="auto">
          <a:xfrm>
            <a:off x="4681538" y="3419475"/>
            <a:ext cx="717550" cy="169863"/>
          </a:xfrm>
          <a:prstGeom prst="rect">
            <a:avLst/>
          </a:prstGeom>
          <a:solidFill>
            <a:schemeClr val="bg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Comic Sans MS" panose="030F0702030302020204" pitchFamily="66" charset="0"/>
              <a:ea typeface="MS PGothic" panose="020B0600070205080204" pitchFamily="34" charset="-128"/>
            </a:endParaRPr>
          </a:p>
        </p:txBody>
      </p:sp>
      <p:sp>
        <p:nvSpPr>
          <p:cNvPr id="34854" name="Text Box 58">
            <a:extLst>
              <a:ext uri="{FF2B5EF4-FFF2-40B4-BE49-F238E27FC236}">
                <a16:creationId xmlns:a16="http://schemas.microsoft.com/office/drawing/2014/main" id="{F6913A72-E3B8-4ACD-A7ED-7C4923A926C6}"/>
              </a:ext>
            </a:extLst>
          </p:cNvPr>
          <p:cNvSpPr txBox="1">
            <a:spLocks noChangeArrowheads="1"/>
          </p:cNvSpPr>
          <p:nvPr/>
        </p:nvSpPr>
        <p:spPr bwMode="auto">
          <a:xfrm>
            <a:off x="4654550" y="3375025"/>
            <a:ext cx="8239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ea typeface="MS PGothic" panose="020B0600070205080204" pitchFamily="34" charset="-128"/>
              </a:rPr>
              <a:t>datagram</a:t>
            </a:r>
          </a:p>
        </p:txBody>
      </p:sp>
      <p:sp>
        <p:nvSpPr>
          <p:cNvPr id="34855" name="Line 59">
            <a:extLst>
              <a:ext uri="{FF2B5EF4-FFF2-40B4-BE49-F238E27FC236}">
                <a16:creationId xmlns:a16="http://schemas.microsoft.com/office/drawing/2014/main" id="{490585F1-79DC-4BEF-A580-50EE18709399}"/>
              </a:ext>
            </a:extLst>
          </p:cNvPr>
          <p:cNvSpPr>
            <a:spLocks noChangeShapeType="1"/>
          </p:cNvSpPr>
          <p:nvPr/>
        </p:nvSpPr>
        <p:spPr bwMode="auto">
          <a:xfrm>
            <a:off x="5654675" y="3511550"/>
            <a:ext cx="2762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56" name="Text Box 60">
            <a:extLst>
              <a:ext uri="{FF2B5EF4-FFF2-40B4-BE49-F238E27FC236}">
                <a16:creationId xmlns:a16="http://schemas.microsoft.com/office/drawing/2014/main" id="{9FA832E9-6AAE-4B51-BB95-1BD572F494BD}"/>
              </a:ext>
            </a:extLst>
          </p:cNvPr>
          <p:cNvSpPr txBox="1">
            <a:spLocks noChangeArrowheads="1"/>
          </p:cNvSpPr>
          <p:nvPr/>
        </p:nvSpPr>
        <p:spPr bwMode="auto">
          <a:xfrm>
            <a:off x="2244725" y="3668713"/>
            <a:ext cx="704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ea typeface="MS PGothic" panose="020B0600070205080204" pitchFamily="34" charset="-128"/>
              </a:rPr>
              <a:t>frame</a:t>
            </a:r>
          </a:p>
        </p:txBody>
      </p:sp>
      <p:sp>
        <p:nvSpPr>
          <p:cNvPr id="34857" name="Line 61">
            <a:extLst>
              <a:ext uri="{FF2B5EF4-FFF2-40B4-BE49-F238E27FC236}">
                <a16:creationId xmlns:a16="http://schemas.microsoft.com/office/drawing/2014/main" id="{B8C980A3-5845-4B25-ABAC-5221E99486C9}"/>
              </a:ext>
            </a:extLst>
          </p:cNvPr>
          <p:cNvSpPr>
            <a:spLocks noChangeShapeType="1"/>
          </p:cNvSpPr>
          <p:nvPr/>
        </p:nvSpPr>
        <p:spPr bwMode="auto">
          <a:xfrm flipV="1">
            <a:off x="2873375" y="3575050"/>
            <a:ext cx="1155700" cy="212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72F5614B-161C-49B2-AC15-F66F2DA70516}"/>
              </a:ext>
            </a:extLst>
          </p:cNvPr>
          <p:cNvSpPr>
            <a:spLocks noGrp="1"/>
          </p:cNvSpPr>
          <p:nvPr>
            <p:ph idx="1"/>
          </p:nvPr>
        </p:nvSpPr>
        <p:spPr>
          <a:xfrm>
            <a:off x="304800" y="1493838"/>
            <a:ext cx="8229600" cy="4525962"/>
          </a:xfrm>
        </p:spPr>
        <p:txBody>
          <a:bodyPr/>
          <a:lstStyle/>
          <a:p>
            <a:pPr marL="571500" indent="-571500" algn="just" fontAlgn="base">
              <a:spcAft>
                <a:spcPct val="0"/>
              </a:spcAft>
              <a:buFont typeface="Arial" pitchFamily="34" charset="0"/>
              <a:buChar char="•"/>
            </a:pPr>
            <a:r>
              <a:rPr lang="en-US" altLang="en-US" sz="4000">
                <a:latin typeface="Arabic Typesetting" panose="020B0604020202020204" pitchFamily="66" charset="-78"/>
                <a:cs typeface="Arabic Typesetting" panose="020B0604020202020204" pitchFamily="66" charset="-78"/>
              </a:rPr>
              <a:t>No communication channel or storage device is completely error-free</a:t>
            </a:r>
          </a:p>
          <a:p>
            <a:pPr marL="571500" indent="-571500" algn="just" fontAlgn="base">
              <a:spcAft>
                <a:spcPct val="0"/>
              </a:spcAft>
              <a:buFont typeface="Arial" pitchFamily="34" charset="0"/>
              <a:buChar char="•"/>
            </a:pPr>
            <a:r>
              <a:rPr lang="en-US" altLang="en-US" sz="4000">
                <a:latin typeface="Arabic Typesetting" panose="020B0604020202020204" pitchFamily="66" charset="-78"/>
                <a:cs typeface="Arabic Typesetting" panose="020B0604020202020204" pitchFamily="66" charset="-78"/>
              </a:rPr>
              <a:t>As the number of bits per area or the transmission rate increases, more errors occur.</a:t>
            </a:r>
          </a:p>
          <a:p>
            <a:pPr marL="571500" indent="-571500" algn="just" fontAlgn="base">
              <a:spcAft>
                <a:spcPct val="0"/>
              </a:spcAft>
              <a:buFont typeface="Arial" pitchFamily="34" charset="0"/>
              <a:buChar char="•"/>
            </a:pPr>
            <a:r>
              <a:rPr lang="en-US" altLang="en-US" sz="4000">
                <a:latin typeface="Arabic Typesetting" panose="020B0604020202020204" pitchFamily="66" charset="-78"/>
                <a:cs typeface="Arabic Typesetting" panose="020B0604020202020204" pitchFamily="66" charset="-78"/>
              </a:rPr>
              <a:t>Impossible to detect or correct 100% of the errors</a:t>
            </a:r>
          </a:p>
        </p:txBody>
      </p:sp>
      <p:sp>
        <p:nvSpPr>
          <p:cNvPr id="4098" name="Rectangle 2">
            <a:extLst>
              <a:ext uri="{FF2B5EF4-FFF2-40B4-BE49-F238E27FC236}">
                <a16:creationId xmlns:a16="http://schemas.microsoft.com/office/drawing/2014/main" id="{7F3C3599-5318-4EB1-8DAA-E5326A624C03}"/>
              </a:ext>
            </a:extLst>
          </p:cNvPr>
          <p:cNvSpPr>
            <a:spLocks noGrp="1" noChangeArrowheads="1"/>
          </p:cNvSpPr>
          <p:nvPr>
            <p:ph type="title" idx="4294967295"/>
          </p:nvPr>
        </p:nvSpPr>
        <p:spPr>
          <a:xfrm>
            <a:off x="0" y="152400"/>
            <a:ext cx="8229600" cy="715963"/>
          </a:xfrm>
        </p:spPr>
        <p:txBody>
          <a:bodyPr/>
          <a:lstStyle/>
          <a:p>
            <a:pPr>
              <a:defRPr/>
            </a:pPr>
            <a:r>
              <a:rPr lang="en-US" sz="3600" dirty="0">
                <a:solidFill>
                  <a:srgbClr val="C00000"/>
                </a:solidFill>
                <a:latin typeface="Agency FB" pitchFamily="34" charset="0"/>
              </a:rPr>
              <a:t>Why Error Detection and Correction?</a:t>
            </a:r>
          </a:p>
        </p:txBody>
      </p:sp>
      <p:cxnSp>
        <p:nvCxnSpPr>
          <p:cNvPr id="6" name="Straight Connector 5">
            <a:extLst>
              <a:ext uri="{FF2B5EF4-FFF2-40B4-BE49-F238E27FC236}">
                <a16:creationId xmlns:a16="http://schemas.microsoft.com/office/drawing/2014/main" id="{30F0F549-6AC5-4BAB-A672-6F525FE08346}"/>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1">
            <a:extLst>
              <a:ext uri="{FF2B5EF4-FFF2-40B4-BE49-F238E27FC236}">
                <a16:creationId xmlns:a16="http://schemas.microsoft.com/office/drawing/2014/main" id="{CB019441-C3B0-4DB3-BE54-F9E2AAC8B09A}"/>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
        <p:nvSpPr>
          <p:cNvPr id="3" name="Content Placeholder 2">
            <a:extLst>
              <a:ext uri="{FF2B5EF4-FFF2-40B4-BE49-F238E27FC236}">
                <a16:creationId xmlns:a16="http://schemas.microsoft.com/office/drawing/2014/main" id="{6EA0AD1C-48BA-484B-804C-A424EB62299F}"/>
              </a:ext>
            </a:extLst>
          </p:cNvPr>
          <p:cNvSpPr>
            <a:spLocks noGrp="1"/>
          </p:cNvSpPr>
          <p:nvPr>
            <p:ph sz="quarter" idx="10"/>
          </p:nvPr>
        </p:nvSpPr>
        <p:spPr/>
        <p:txBody>
          <a:bodyPr/>
          <a:lstStyle/>
          <a:p>
            <a:pPr>
              <a:defRPr/>
            </a:pPr>
            <a:endParaRPr lang="en-US"/>
          </a:p>
        </p:txBody>
      </p:sp>
      <p:sp>
        <p:nvSpPr>
          <p:cNvPr id="617474" name="Rectangle 2">
            <a:extLst>
              <a:ext uri="{FF2B5EF4-FFF2-40B4-BE49-F238E27FC236}">
                <a16:creationId xmlns:a16="http://schemas.microsoft.com/office/drawing/2014/main" id="{00EA0D7A-5420-48A6-A1D0-1B535B459BFC}"/>
              </a:ext>
            </a:extLst>
          </p:cNvPr>
          <p:cNvSpPr>
            <a:spLocks noGrp="1" noChangeArrowheads="1"/>
          </p:cNvSpPr>
          <p:nvPr>
            <p:ph type="title" idx="4294967295"/>
          </p:nvPr>
        </p:nvSpPr>
        <p:spPr>
          <a:xfrm>
            <a:off x="0" y="274638"/>
            <a:ext cx="8229600" cy="563562"/>
          </a:xfrm>
        </p:spPr>
        <p:txBody>
          <a:bodyPr>
            <a:normAutofit fontScale="90000"/>
          </a:bodyPr>
          <a:lstStyle/>
          <a:p>
            <a:pPr>
              <a:defRPr/>
            </a:pPr>
            <a:r>
              <a:rPr lang="en-US" altLang="ko-KR" dirty="0"/>
              <a:t> </a:t>
            </a:r>
            <a:r>
              <a:rPr lang="en-US" altLang="ko-KR" dirty="0">
                <a:solidFill>
                  <a:srgbClr val="C00000"/>
                </a:solidFill>
                <a:latin typeface="Agency FB" pitchFamily="34" charset="0"/>
              </a:rPr>
              <a:t>Type of Errors</a:t>
            </a:r>
          </a:p>
        </p:txBody>
      </p:sp>
      <p:cxnSp>
        <p:nvCxnSpPr>
          <p:cNvPr id="5" name="Straight Connector 4">
            <a:extLst>
              <a:ext uri="{FF2B5EF4-FFF2-40B4-BE49-F238E27FC236}">
                <a16:creationId xmlns:a16="http://schemas.microsoft.com/office/drawing/2014/main" id="{92199E8A-D8F6-4D11-84F2-718240ED0CCD}"/>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pic>
        <p:nvPicPr>
          <p:cNvPr id="37894" name="Picture 2">
            <a:extLst>
              <a:ext uri="{FF2B5EF4-FFF2-40B4-BE49-F238E27FC236}">
                <a16:creationId xmlns:a16="http://schemas.microsoft.com/office/drawing/2014/main" id="{42D65008-9394-4177-9667-F0D730001FB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2260600"/>
            <a:ext cx="843597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9753DC01-789F-45FC-AA54-F446FD12F3B1}"/>
              </a:ext>
            </a:extLst>
          </p:cNvPr>
          <p:cNvSpPr>
            <a:spLocks noGrp="1"/>
          </p:cNvSpPr>
          <p:nvPr>
            <p:ph idx="1"/>
          </p:nvPr>
        </p:nvSpPr>
        <p:spPr>
          <a:xfrm>
            <a:off x="304800" y="1493838"/>
            <a:ext cx="8229600" cy="4525962"/>
          </a:xfrm>
        </p:spPr>
        <p:txBody>
          <a:bodyPr/>
          <a:lstStyle/>
          <a:p>
            <a:pPr fontAlgn="base">
              <a:spcAft>
                <a:spcPct val="0"/>
              </a:spcAft>
            </a:pPr>
            <a:r>
              <a:rPr lang="en-US" altLang="ko-KR" sz="4000" b="1">
                <a:solidFill>
                  <a:srgbClr val="0070C0"/>
                </a:solidFill>
                <a:latin typeface="Arabic Typesetting" panose="020B0604020202020204" pitchFamily="66" charset="-78"/>
                <a:cs typeface="Arabic Typesetting" panose="020B0604020202020204" pitchFamily="66" charset="-78"/>
              </a:rPr>
              <a:t>Single-Bit Error</a:t>
            </a:r>
          </a:p>
          <a:p>
            <a:pPr fontAlgn="base">
              <a:spcAft>
                <a:spcPct val="0"/>
              </a:spcAft>
              <a:buFont typeface="Wingdings" panose="05000000000000000000" pitchFamily="2" charset="2"/>
              <a:buNone/>
            </a:pPr>
            <a:r>
              <a:rPr lang="en-US" altLang="ko-KR" sz="4000">
                <a:solidFill>
                  <a:srgbClr val="000000"/>
                </a:solidFill>
                <a:latin typeface="Arabic Typesetting" panose="020B0604020202020204" pitchFamily="66" charset="-78"/>
                <a:cs typeface="Arabic Typesetting" panose="020B0604020202020204" pitchFamily="66" charset="-78"/>
              </a:rPr>
              <a:t>~ 	is when only one bit in the data unit has changed   </a:t>
            </a:r>
          </a:p>
        </p:txBody>
      </p:sp>
      <p:sp>
        <p:nvSpPr>
          <p:cNvPr id="2" name="Content Placeholder 1">
            <a:extLst>
              <a:ext uri="{FF2B5EF4-FFF2-40B4-BE49-F238E27FC236}">
                <a16:creationId xmlns:a16="http://schemas.microsoft.com/office/drawing/2014/main" id="{08A47448-0208-4B28-B6F1-AEB7259E0242}"/>
              </a:ext>
            </a:extLst>
          </p:cNvPr>
          <p:cNvSpPr>
            <a:spLocks noGrp="1"/>
          </p:cNvSpPr>
          <p:nvPr>
            <p:ph sz="quarter" idx="10"/>
          </p:nvPr>
        </p:nvSpPr>
        <p:spPr/>
        <p:txBody>
          <a:bodyPr/>
          <a:lstStyle/>
          <a:p>
            <a:pPr>
              <a:defRPr/>
            </a:pPr>
            <a:endParaRPr lang="en-US"/>
          </a:p>
        </p:txBody>
      </p:sp>
      <p:sp>
        <p:nvSpPr>
          <p:cNvPr id="618498" name="Rectangle 2">
            <a:extLst>
              <a:ext uri="{FF2B5EF4-FFF2-40B4-BE49-F238E27FC236}">
                <a16:creationId xmlns:a16="http://schemas.microsoft.com/office/drawing/2014/main" id="{DF18677F-8C7E-4E66-9FDC-B17B18D23904}"/>
              </a:ext>
            </a:extLst>
          </p:cNvPr>
          <p:cNvSpPr>
            <a:spLocks noGrp="1" noChangeArrowheads="1"/>
          </p:cNvSpPr>
          <p:nvPr>
            <p:ph type="title" idx="4294967295"/>
          </p:nvPr>
        </p:nvSpPr>
        <p:spPr>
          <a:xfrm>
            <a:off x="0" y="0"/>
            <a:ext cx="8229600" cy="639763"/>
          </a:xfrm>
        </p:spPr>
        <p:txBody>
          <a:bodyPr>
            <a:normAutofit fontScale="90000"/>
          </a:bodyPr>
          <a:lstStyle/>
          <a:p>
            <a:pPr>
              <a:defRPr/>
            </a:pPr>
            <a:r>
              <a:rPr lang="en-US" altLang="ko-KR" dirty="0">
                <a:solidFill>
                  <a:srgbClr val="C00000"/>
                </a:solidFill>
                <a:latin typeface="Agency FB" pitchFamily="34" charset="0"/>
              </a:rPr>
              <a:t>Type of Errors</a:t>
            </a:r>
          </a:p>
        </p:txBody>
      </p:sp>
      <p:pic>
        <p:nvPicPr>
          <p:cNvPr id="38917" name="Picture 5">
            <a:extLst>
              <a:ext uri="{FF2B5EF4-FFF2-40B4-BE49-F238E27FC236}">
                <a16:creationId xmlns:a16="http://schemas.microsoft.com/office/drawing/2014/main" id="{C8309558-2AB7-4AF9-B2BF-F423ADED83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962400"/>
            <a:ext cx="7610475" cy="174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A78B95E8-D7CC-4E76-BB15-22143DB23A5C}"/>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id="{A7264EA5-7EDE-49DB-9556-681E91D89F2A}"/>
              </a:ext>
            </a:extLst>
          </p:cNvPr>
          <p:cNvSpPr>
            <a:spLocks noGrp="1"/>
          </p:cNvSpPr>
          <p:nvPr>
            <p:ph idx="1"/>
          </p:nvPr>
        </p:nvSpPr>
        <p:spPr>
          <a:xfrm>
            <a:off x="304800" y="1493838"/>
            <a:ext cx="8229600" cy="4525962"/>
          </a:xfrm>
        </p:spPr>
        <p:txBody>
          <a:bodyPr/>
          <a:lstStyle/>
          <a:p>
            <a:pPr fontAlgn="base">
              <a:spcAft>
                <a:spcPct val="0"/>
              </a:spcAft>
            </a:pPr>
            <a:r>
              <a:rPr lang="en-US" altLang="ko-KR" sz="4000" b="1">
                <a:solidFill>
                  <a:srgbClr val="0070C0"/>
                </a:solidFill>
                <a:latin typeface="Arabic Typesetting" panose="020B0604020202020204" pitchFamily="66" charset="-78"/>
                <a:cs typeface="Arabic Typesetting" panose="020B0604020202020204" pitchFamily="66" charset="-78"/>
              </a:rPr>
              <a:t>Multiple-Bit Error</a:t>
            </a:r>
          </a:p>
          <a:p>
            <a:pPr fontAlgn="base">
              <a:spcAft>
                <a:spcPct val="0"/>
              </a:spcAft>
              <a:buFont typeface="Wingdings" panose="05000000000000000000" pitchFamily="2" charset="2"/>
              <a:buNone/>
            </a:pPr>
            <a:r>
              <a:rPr lang="en-US" altLang="ko-KR" sz="4000">
                <a:solidFill>
                  <a:srgbClr val="000000"/>
                </a:solidFill>
                <a:latin typeface="Arabic Typesetting" panose="020B0604020202020204" pitchFamily="66" charset="-78"/>
                <a:cs typeface="Arabic Typesetting" panose="020B0604020202020204" pitchFamily="66" charset="-78"/>
              </a:rPr>
              <a:t>~ 	is when two or more nonconsecutive bits in the data unit have</a:t>
            </a:r>
          </a:p>
        </p:txBody>
      </p:sp>
      <p:sp>
        <p:nvSpPr>
          <p:cNvPr id="619522" name="Rectangle 2">
            <a:extLst>
              <a:ext uri="{FF2B5EF4-FFF2-40B4-BE49-F238E27FC236}">
                <a16:creationId xmlns:a16="http://schemas.microsoft.com/office/drawing/2014/main" id="{C2979F4F-93FE-4B11-9D1B-15A4D9DB7288}"/>
              </a:ext>
            </a:extLst>
          </p:cNvPr>
          <p:cNvSpPr>
            <a:spLocks noGrp="1" noChangeArrowheads="1"/>
          </p:cNvSpPr>
          <p:nvPr>
            <p:ph type="title" idx="4294967295"/>
          </p:nvPr>
        </p:nvSpPr>
        <p:spPr>
          <a:xfrm>
            <a:off x="0" y="274638"/>
            <a:ext cx="8229600" cy="1143000"/>
          </a:xfrm>
        </p:spPr>
        <p:txBody>
          <a:bodyPr/>
          <a:lstStyle/>
          <a:p>
            <a:pPr>
              <a:defRPr/>
            </a:pPr>
            <a:r>
              <a:rPr lang="en-US" altLang="ko-KR" dirty="0">
                <a:solidFill>
                  <a:srgbClr val="C00000"/>
                </a:solidFill>
                <a:latin typeface="Agency FB" pitchFamily="34" charset="0"/>
              </a:rPr>
              <a:t>Type of Errors</a:t>
            </a:r>
            <a:endParaRPr lang="en-US" altLang="ko-KR" dirty="0"/>
          </a:p>
        </p:txBody>
      </p:sp>
      <p:graphicFrame>
        <p:nvGraphicFramePr>
          <p:cNvPr id="39940" name="Object 4">
            <a:extLst>
              <a:ext uri="{FF2B5EF4-FFF2-40B4-BE49-F238E27FC236}">
                <a16:creationId xmlns:a16="http://schemas.microsoft.com/office/drawing/2014/main" id="{D90AD070-2D88-422B-9BBE-40D403813FA5}"/>
              </a:ext>
            </a:extLst>
          </p:cNvPr>
          <p:cNvGraphicFramePr>
            <a:graphicFrameLocks noChangeAspect="1"/>
          </p:cNvGraphicFramePr>
          <p:nvPr/>
        </p:nvGraphicFramePr>
        <p:xfrm>
          <a:off x="990600" y="4419600"/>
          <a:ext cx="7172325" cy="1876425"/>
        </p:xfrm>
        <a:graphic>
          <a:graphicData uri="http://schemas.openxmlformats.org/presentationml/2006/ole">
            <mc:AlternateContent xmlns:mc="http://schemas.openxmlformats.org/markup-compatibility/2006">
              <mc:Choice xmlns:v="urn:schemas-microsoft-com:vml" Requires="v">
                <p:oleObj name="Image" r:id="rId2" imgW="11309566" imgH="2732086" progId="">
                  <p:embed/>
                </p:oleObj>
              </mc:Choice>
              <mc:Fallback>
                <p:oleObj name="Image" r:id="rId2" imgW="11309566" imgH="2732086"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419600"/>
                        <a:ext cx="7172325"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a:extLst>
              <a:ext uri="{FF2B5EF4-FFF2-40B4-BE49-F238E27FC236}">
                <a16:creationId xmlns:a16="http://schemas.microsoft.com/office/drawing/2014/main" id="{D4553254-9630-4548-8879-C79C5F7F1A96}"/>
              </a:ext>
            </a:extLst>
          </p:cNvPr>
          <p:cNvSpPr>
            <a:spLocks noGrp="1"/>
          </p:cNvSpPr>
          <p:nvPr>
            <p:ph idx="1"/>
          </p:nvPr>
        </p:nvSpPr>
        <p:spPr>
          <a:xfrm>
            <a:off x="304800" y="1493838"/>
            <a:ext cx="8229600" cy="4525962"/>
          </a:xfrm>
        </p:spPr>
        <p:txBody>
          <a:bodyPr/>
          <a:lstStyle/>
          <a:p>
            <a:pPr fontAlgn="base">
              <a:spcAft>
                <a:spcPct val="0"/>
              </a:spcAft>
            </a:pPr>
            <a:r>
              <a:rPr lang="en-US" altLang="ko-KR" sz="4000" b="1">
                <a:solidFill>
                  <a:srgbClr val="0070C0"/>
                </a:solidFill>
                <a:latin typeface="Arabic Typesetting" panose="020B0604020202020204" pitchFamily="66" charset="-78"/>
                <a:cs typeface="Arabic Typesetting" panose="020B0604020202020204" pitchFamily="66" charset="-78"/>
              </a:rPr>
              <a:t>Burst Error</a:t>
            </a:r>
          </a:p>
          <a:p>
            <a:pPr fontAlgn="base">
              <a:spcAft>
                <a:spcPct val="0"/>
              </a:spcAft>
              <a:buFont typeface="Wingdings" panose="05000000000000000000" pitchFamily="2" charset="2"/>
              <a:buNone/>
            </a:pPr>
            <a:r>
              <a:rPr lang="en-US" altLang="ko-KR" sz="4000">
                <a:solidFill>
                  <a:srgbClr val="000000"/>
                </a:solidFill>
                <a:latin typeface="Arabic Typesetting" panose="020B0604020202020204" pitchFamily="66" charset="-78"/>
                <a:cs typeface="Arabic Typesetting" panose="020B0604020202020204" pitchFamily="66" charset="-78"/>
              </a:rPr>
              <a:t>~ 	means that 2 or more consecutive bits in the data unit have changed</a:t>
            </a:r>
          </a:p>
        </p:txBody>
      </p:sp>
      <p:sp>
        <p:nvSpPr>
          <p:cNvPr id="620546" name="Rectangle 2">
            <a:extLst>
              <a:ext uri="{FF2B5EF4-FFF2-40B4-BE49-F238E27FC236}">
                <a16:creationId xmlns:a16="http://schemas.microsoft.com/office/drawing/2014/main" id="{4B676E7C-8609-4C37-A97F-5722FCD3A764}"/>
              </a:ext>
            </a:extLst>
          </p:cNvPr>
          <p:cNvSpPr>
            <a:spLocks noGrp="1" noChangeArrowheads="1"/>
          </p:cNvSpPr>
          <p:nvPr>
            <p:ph type="title" idx="4294967295"/>
          </p:nvPr>
        </p:nvSpPr>
        <p:spPr>
          <a:xfrm>
            <a:off x="0" y="274638"/>
            <a:ext cx="8229600" cy="411162"/>
          </a:xfrm>
        </p:spPr>
        <p:txBody>
          <a:bodyPr>
            <a:normAutofit fontScale="90000"/>
          </a:bodyPr>
          <a:lstStyle/>
          <a:p>
            <a:pPr>
              <a:defRPr/>
            </a:pPr>
            <a:r>
              <a:rPr lang="en-US" altLang="ko-KR" dirty="0">
                <a:solidFill>
                  <a:srgbClr val="C00000"/>
                </a:solidFill>
                <a:latin typeface="Agency FB" pitchFamily="34" charset="0"/>
              </a:rPr>
              <a:t>Type of Errors</a:t>
            </a:r>
            <a:endParaRPr lang="en-US" altLang="ko-KR" dirty="0"/>
          </a:p>
        </p:txBody>
      </p:sp>
      <p:pic>
        <p:nvPicPr>
          <p:cNvPr id="40964" name="Picture 2">
            <a:extLst>
              <a:ext uri="{FF2B5EF4-FFF2-40B4-BE49-F238E27FC236}">
                <a16:creationId xmlns:a16="http://schemas.microsoft.com/office/drawing/2014/main" id="{84464875-5E2D-49F3-8A94-AC51FDEF760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667000"/>
            <a:ext cx="7632700"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C3AB916C-EC58-4340-8DE4-86F6F5E3FCC3}"/>
              </a:ext>
            </a:extLst>
          </p:cNvPr>
          <p:cNvSpPr>
            <a:spLocks noGrp="1"/>
          </p:cNvSpPr>
          <p:nvPr>
            <p:ph idx="1"/>
          </p:nvPr>
        </p:nvSpPr>
        <p:spPr>
          <a:xfrm>
            <a:off x="304800" y="1493838"/>
            <a:ext cx="8229600" cy="4525962"/>
          </a:xfrm>
        </p:spPr>
        <p:txBody>
          <a:bodyPr/>
          <a:lstStyle/>
          <a:p>
            <a:pPr fontAlgn="base">
              <a:lnSpc>
                <a:spcPct val="90000"/>
              </a:lnSpc>
              <a:spcAft>
                <a:spcPct val="0"/>
              </a:spcAft>
            </a:pPr>
            <a:r>
              <a:rPr lang="en-US" altLang="en-US" sz="3600">
                <a:solidFill>
                  <a:srgbClr val="0070C0"/>
                </a:solidFill>
                <a:latin typeface="Arabic Typesetting" panose="020B0604020202020204" pitchFamily="66" charset="-78"/>
                <a:cs typeface="Arabic Typesetting" panose="020B0604020202020204" pitchFamily="66" charset="-78"/>
              </a:rPr>
              <a:t>Error detection codes</a:t>
            </a:r>
          </a:p>
          <a:p>
            <a:pPr lvl="1" fontAlgn="base">
              <a:lnSpc>
                <a:spcPct val="90000"/>
              </a:lnSpc>
              <a:spcAft>
                <a:spcPct val="0"/>
              </a:spcAft>
            </a:pPr>
            <a:r>
              <a:rPr lang="en-US" altLang="en-US" sz="3600">
                <a:latin typeface="Arabic Typesetting" panose="020B0604020202020204" pitchFamily="66" charset="-78"/>
                <a:cs typeface="Arabic Typesetting" panose="020B0604020202020204" pitchFamily="66" charset="-78"/>
              </a:rPr>
              <a:t>Detects the presence of an error</a:t>
            </a:r>
          </a:p>
          <a:p>
            <a:pPr fontAlgn="base">
              <a:lnSpc>
                <a:spcPct val="90000"/>
              </a:lnSpc>
              <a:spcAft>
                <a:spcPct val="0"/>
              </a:spcAft>
            </a:pPr>
            <a:r>
              <a:rPr lang="en-US" altLang="en-US" sz="3600">
                <a:solidFill>
                  <a:srgbClr val="0070C0"/>
                </a:solidFill>
                <a:latin typeface="Arabic Typesetting" panose="020B0604020202020204" pitchFamily="66" charset="-78"/>
                <a:cs typeface="Arabic Typesetting" panose="020B0604020202020204" pitchFamily="66" charset="-78"/>
              </a:rPr>
              <a:t>Error correction codes, or </a:t>
            </a:r>
            <a:r>
              <a:rPr lang="en-US" altLang="en-US" sz="3600">
                <a:solidFill>
                  <a:srgbClr val="C00000"/>
                </a:solidFill>
                <a:latin typeface="Arabic Typesetting" panose="020B0604020202020204" pitchFamily="66" charset="-78"/>
                <a:cs typeface="Arabic Typesetting" panose="020B0604020202020204" pitchFamily="66" charset="-78"/>
              </a:rPr>
              <a:t>forward correction codes (FEC)</a:t>
            </a:r>
          </a:p>
          <a:p>
            <a:pPr lvl="1" fontAlgn="base">
              <a:lnSpc>
                <a:spcPct val="90000"/>
              </a:lnSpc>
              <a:spcAft>
                <a:spcPct val="0"/>
              </a:spcAft>
            </a:pPr>
            <a:r>
              <a:rPr lang="en-US" altLang="en-US" sz="3600">
                <a:latin typeface="Arabic Typesetting" panose="020B0604020202020204" pitchFamily="66" charset="-78"/>
                <a:cs typeface="Arabic Typesetting" panose="020B0604020202020204" pitchFamily="66" charset="-78"/>
              </a:rPr>
              <a:t>Designed to detect and correct errors </a:t>
            </a:r>
          </a:p>
          <a:p>
            <a:pPr lvl="1" fontAlgn="base">
              <a:lnSpc>
                <a:spcPct val="90000"/>
              </a:lnSpc>
              <a:spcAft>
                <a:spcPct val="0"/>
              </a:spcAft>
            </a:pPr>
            <a:r>
              <a:rPr lang="en-US" altLang="en-US" sz="3600">
                <a:latin typeface="Arabic Typesetting" panose="020B0604020202020204" pitchFamily="66" charset="-78"/>
                <a:cs typeface="Arabic Typesetting" panose="020B0604020202020204" pitchFamily="66" charset="-78"/>
              </a:rPr>
              <a:t>Widely used in wireless networks</a:t>
            </a:r>
          </a:p>
          <a:p>
            <a:pPr fontAlgn="base">
              <a:lnSpc>
                <a:spcPct val="90000"/>
              </a:lnSpc>
              <a:spcAft>
                <a:spcPct val="0"/>
              </a:spcAft>
            </a:pPr>
            <a:r>
              <a:rPr lang="en-US" altLang="en-US" sz="3600">
                <a:solidFill>
                  <a:srgbClr val="C00000"/>
                </a:solidFill>
                <a:latin typeface="Arabic Typesetting" panose="020B0604020202020204" pitchFamily="66" charset="-78"/>
                <a:cs typeface="Arabic Typesetting" panose="020B0604020202020204" pitchFamily="66" charset="-78"/>
              </a:rPr>
              <a:t>Retransmission- Automatic repeat request (ARQ) protocols</a:t>
            </a:r>
          </a:p>
          <a:p>
            <a:pPr lvl="1" fontAlgn="base">
              <a:lnSpc>
                <a:spcPct val="90000"/>
              </a:lnSpc>
              <a:spcAft>
                <a:spcPct val="0"/>
              </a:spcAft>
            </a:pPr>
            <a:r>
              <a:rPr lang="en-US" altLang="en-US" sz="3600">
                <a:latin typeface="Arabic Typesetting" panose="020B0604020202020204" pitchFamily="66" charset="-78"/>
                <a:cs typeface="Arabic Typesetting" panose="020B0604020202020204" pitchFamily="66" charset="-78"/>
              </a:rPr>
              <a:t>Used in combination with error detection/correction</a:t>
            </a:r>
          </a:p>
          <a:p>
            <a:pPr lvl="1" fontAlgn="base">
              <a:lnSpc>
                <a:spcPct val="90000"/>
              </a:lnSpc>
              <a:spcAft>
                <a:spcPct val="0"/>
              </a:spcAft>
            </a:pPr>
            <a:r>
              <a:rPr lang="en-US" altLang="en-US" sz="3600">
                <a:latin typeface="Arabic Typesetting" panose="020B0604020202020204" pitchFamily="66" charset="-78"/>
                <a:cs typeface="Arabic Typesetting" panose="020B0604020202020204" pitchFamily="66" charset="-78"/>
              </a:rPr>
              <a:t>Block of data with error is discarded</a:t>
            </a:r>
          </a:p>
          <a:p>
            <a:pPr lvl="1" fontAlgn="base">
              <a:lnSpc>
                <a:spcPct val="90000"/>
              </a:lnSpc>
              <a:spcAft>
                <a:spcPct val="0"/>
              </a:spcAft>
            </a:pPr>
            <a:r>
              <a:rPr lang="en-US" altLang="en-US" sz="3600">
                <a:latin typeface="Arabic Typesetting" panose="020B0604020202020204" pitchFamily="66" charset="-78"/>
                <a:cs typeface="Arabic Typesetting" panose="020B0604020202020204" pitchFamily="66" charset="-78"/>
              </a:rPr>
              <a:t>Transmitter retransmits that block of data</a:t>
            </a:r>
          </a:p>
        </p:txBody>
      </p:sp>
      <p:sp>
        <p:nvSpPr>
          <p:cNvPr id="4098" name="Rectangle 2">
            <a:extLst>
              <a:ext uri="{FF2B5EF4-FFF2-40B4-BE49-F238E27FC236}">
                <a16:creationId xmlns:a16="http://schemas.microsoft.com/office/drawing/2014/main" id="{9D4D478A-46AB-440A-B297-AB5384143329}"/>
              </a:ext>
            </a:extLst>
          </p:cNvPr>
          <p:cNvSpPr>
            <a:spLocks noGrp="1" noChangeArrowheads="1"/>
          </p:cNvSpPr>
          <p:nvPr>
            <p:ph type="title" idx="4294967295"/>
          </p:nvPr>
        </p:nvSpPr>
        <p:spPr>
          <a:xfrm>
            <a:off x="0" y="152400"/>
            <a:ext cx="8229600" cy="715963"/>
          </a:xfrm>
        </p:spPr>
        <p:txBody>
          <a:bodyPr/>
          <a:lstStyle/>
          <a:p>
            <a:pPr>
              <a:defRPr/>
            </a:pPr>
            <a:r>
              <a:rPr lang="en-US" dirty="0">
                <a:solidFill>
                  <a:srgbClr val="C00000"/>
                </a:solidFill>
                <a:latin typeface="Agency FB" pitchFamily="34" charset="0"/>
              </a:rPr>
              <a:t>Error Control</a:t>
            </a:r>
          </a:p>
        </p:txBody>
      </p:sp>
      <p:cxnSp>
        <p:nvCxnSpPr>
          <p:cNvPr id="6" name="Straight Connector 5">
            <a:extLst>
              <a:ext uri="{FF2B5EF4-FFF2-40B4-BE49-F238E27FC236}">
                <a16:creationId xmlns:a16="http://schemas.microsoft.com/office/drawing/2014/main" id="{DB43EF6C-A602-4E63-880F-AE01AB90E513}"/>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3">
            <a:extLst>
              <a:ext uri="{FF2B5EF4-FFF2-40B4-BE49-F238E27FC236}">
                <a16:creationId xmlns:a16="http://schemas.microsoft.com/office/drawing/2014/main" id="{76CE33FF-257A-43A3-ACF3-A927103C864C}"/>
              </a:ext>
            </a:extLst>
          </p:cNvPr>
          <p:cNvSpPr>
            <a:spLocks noGrp="1" noChangeArrowheads="1"/>
          </p:cNvSpPr>
          <p:nvPr>
            <p:ph idx="1"/>
          </p:nvPr>
        </p:nvSpPr>
        <p:spPr>
          <a:xfrm>
            <a:off x="304800" y="1493838"/>
            <a:ext cx="8229600" cy="4525962"/>
          </a:xfrm>
        </p:spPr>
        <p:txBody>
          <a:bodyPr>
            <a:normAutofit fontScale="92500" lnSpcReduction="10000"/>
          </a:bodyPr>
          <a:lstStyle/>
          <a:p>
            <a:pPr>
              <a:defRPr/>
            </a:pPr>
            <a:r>
              <a:rPr lang="en-US" sz="4000" dirty="0">
                <a:latin typeface="Arabic Typesetting" pitchFamily="66" charset="-78"/>
                <a:cs typeface="Arabic Typesetting" pitchFamily="66" charset="-78"/>
              </a:rPr>
              <a:t>Handles mismatch between </a:t>
            </a:r>
            <a:r>
              <a:rPr lang="en-US" sz="4000" dirty="0">
                <a:solidFill>
                  <a:srgbClr val="C00000"/>
                </a:solidFill>
                <a:latin typeface="Arabic Typesetting" pitchFamily="66" charset="-78"/>
                <a:cs typeface="Arabic Typesetting" pitchFamily="66" charset="-78"/>
              </a:rPr>
              <a:t>sender’s and receiver’s speed</a:t>
            </a:r>
            <a:r>
              <a:rPr lang="en-US" sz="4000" dirty="0">
                <a:latin typeface="Arabic Typesetting" pitchFamily="66" charset="-78"/>
                <a:cs typeface="Arabic Typesetting" pitchFamily="66" charset="-78"/>
              </a:rPr>
              <a:t>.</a:t>
            </a:r>
          </a:p>
          <a:p>
            <a:pPr lvl="1">
              <a:defRPr/>
            </a:pPr>
            <a:r>
              <a:rPr lang="en-US" sz="4000" dirty="0">
                <a:latin typeface="Arabic Typesetting" pitchFamily="66" charset="-78"/>
                <a:cs typeface="Arabic Typesetting" pitchFamily="66" charset="-78"/>
              </a:rPr>
              <a:t>Receiver’s buffer limitation.</a:t>
            </a:r>
          </a:p>
          <a:p>
            <a:pPr>
              <a:defRPr/>
            </a:pPr>
            <a:r>
              <a:rPr lang="en-US" sz="4000" dirty="0">
                <a:solidFill>
                  <a:srgbClr val="0070C0"/>
                </a:solidFill>
                <a:latin typeface="Arabic Typesetting" pitchFamily="66" charset="-78"/>
                <a:cs typeface="Arabic Typesetting" pitchFamily="66" charset="-78"/>
              </a:rPr>
              <a:t>Feedback-based flow control.</a:t>
            </a:r>
          </a:p>
          <a:p>
            <a:pPr lvl="1">
              <a:defRPr/>
            </a:pPr>
            <a:r>
              <a:rPr lang="en-US" sz="4000" dirty="0">
                <a:latin typeface="Arabic Typesetting" pitchFamily="66" charset="-78"/>
                <a:cs typeface="Arabic Typesetting" pitchFamily="66" charset="-78"/>
              </a:rPr>
              <a:t>Explicit permission from receiver.</a:t>
            </a:r>
          </a:p>
          <a:p>
            <a:pPr>
              <a:defRPr/>
            </a:pPr>
            <a:r>
              <a:rPr lang="en-US" sz="4000" dirty="0">
                <a:solidFill>
                  <a:srgbClr val="0070C0"/>
                </a:solidFill>
                <a:latin typeface="Arabic Typesetting" pitchFamily="66" charset="-78"/>
                <a:cs typeface="Arabic Typesetting" pitchFamily="66" charset="-78"/>
              </a:rPr>
              <a:t>Rate-based flow control.</a:t>
            </a:r>
          </a:p>
          <a:p>
            <a:pPr lvl="1">
              <a:defRPr/>
            </a:pPr>
            <a:r>
              <a:rPr lang="en-US" sz="4000" dirty="0">
                <a:latin typeface="Arabic Typesetting" pitchFamily="66" charset="-78"/>
                <a:cs typeface="Arabic Typesetting" pitchFamily="66" charset="-78"/>
              </a:rPr>
              <a:t>Implicit mechanism for limiting sending rate.</a:t>
            </a:r>
          </a:p>
          <a:p>
            <a:pPr>
              <a:defRPr/>
            </a:pPr>
            <a:r>
              <a:rPr lang="en-US" sz="4000" dirty="0">
                <a:latin typeface="Arabic Typesetting" pitchFamily="66" charset="-78"/>
                <a:cs typeface="Arabic Typesetting" pitchFamily="66" charset="-78"/>
              </a:rPr>
              <a:t>DLL typically uses feedback-based flow control.</a:t>
            </a:r>
          </a:p>
          <a:p>
            <a:pPr>
              <a:defRPr/>
            </a:pPr>
            <a:endParaRPr lang="en-US" sz="4000" dirty="0">
              <a:latin typeface="Arabic Typesetting" pitchFamily="66" charset="-78"/>
              <a:cs typeface="Arabic Typesetting" pitchFamily="66" charset="-78"/>
            </a:endParaRPr>
          </a:p>
        </p:txBody>
      </p:sp>
      <p:sp>
        <p:nvSpPr>
          <p:cNvPr id="22531" name="Rectangle 2">
            <a:extLst>
              <a:ext uri="{FF2B5EF4-FFF2-40B4-BE49-F238E27FC236}">
                <a16:creationId xmlns:a16="http://schemas.microsoft.com/office/drawing/2014/main" id="{6DDE07FB-7C5A-4725-97FA-15135B716E88}"/>
              </a:ext>
            </a:extLst>
          </p:cNvPr>
          <p:cNvSpPr>
            <a:spLocks noGrp="1" noChangeArrowheads="1"/>
          </p:cNvSpPr>
          <p:nvPr>
            <p:ph type="title" idx="4294967295"/>
          </p:nvPr>
        </p:nvSpPr>
        <p:spPr>
          <a:xfrm>
            <a:off x="0" y="0"/>
            <a:ext cx="8229600" cy="563563"/>
          </a:xfrm>
        </p:spPr>
        <p:txBody>
          <a:bodyPr>
            <a:normAutofit fontScale="90000"/>
          </a:bodyPr>
          <a:lstStyle/>
          <a:p>
            <a:pPr>
              <a:defRPr/>
            </a:pPr>
            <a:r>
              <a:rPr lang="en-US" dirty="0">
                <a:solidFill>
                  <a:srgbClr val="C00000"/>
                </a:solidFill>
                <a:latin typeface="Agency FB" pitchFamily="34" charset="0"/>
              </a:rPr>
              <a:t>Flow Control</a:t>
            </a:r>
          </a:p>
        </p:txBody>
      </p:sp>
      <p:cxnSp>
        <p:nvCxnSpPr>
          <p:cNvPr id="6" name="Straight Connector 5">
            <a:extLst>
              <a:ext uri="{FF2B5EF4-FFF2-40B4-BE49-F238E27FC236}">
                <a16:creationId xmlns:a16="http://schemas.microsoft.com/office/drawing/2014/main" id="{8CAA5778-18EC-4E32-805A-D92A2475ACD2}"/>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a:extLst>
              <a:ext uri="{FF2B5EF4-FFF2-40B4-BE49-F238E27FC236}">
                <a16:creationId xmlns:a16="http://schemas.microsoft.com/office/drawing/2014/main" id="{7FDA25BB-2AFA-4ABB-BB02-11233C18C736}"/>
              </a:ext>
            </a:extLst>
          </p:cNvPr>
          <p:cNvSpPr>
            <a:spLocks noGrp="1"/>
          </p:cNvSpPr>
          <p:nvPr>
            <p:ph idx="1"/>
          </p:nvPr>
        </p:nvSpPr>
        <p:spPr>
          <a:xfrm>
            <a:off x="304800" y="1493838"/>
            <a:ext cx="8229600" cy="4525962"/>
          </a:xfrm>
        </p:spPr>
        <p:txBody>
          <a:bodyPr/>
          <a:lstStyle/>
          <a:p>
            <a:pPr fontAlgn="base">
              <a:spcAft>
                <a:spcPct val="0"/>
              </a:spcAft>
            </a:pPr>
            <a:r>
              <a:rPr lang="en-US" altLang="en-US">
                <a:latin typeface="Times New Roman" panose="02020603050405020304" pitchFamily="18" charset="0"/>
                <a:cs typeface="Times New Roman" panose="02020603050405020304" pitchFamily="18" charset="0"/>
              </a:rPr>
              <a:t>To detect or correct errors, </a:t>
            </a:r>
            <a:r>
              <a:rPr lang="en-US" altLang="en-US">
                <a:solidFill>
                  <a:srgbClr val="0070C0"/>
                </a:solidFill>
                <a:latin typeface="Times New Roman" panose="02020603050405020304" pitchFamily="18" charset="0"/>
                <a:cs typeface="Times New Roman" panose="02020603050405020304" pitchFamily="18" charset="0"/>
              </a:rPr>
              <a:t>redundant bits </a:t>
            </a:r>
            <a:r>
              <a:rPr lang="en-US" altLang="en-US">
                <a:latin typeface="Times New Roman" panose="02020603050405020304" pitchFamily="18" charset="0"/>
                <a:cs typeface="Times New Roman" panose="02020603050405020304" pitchFamily="18" charset="0"/>
              </a:rPr>
              <a:t>of data must be added</a:t>
            </a:r>
          </a:p>
        </p:txBody>
      </p:sp>
      <p:sp>
        <p:nvSpPr>
          <p:cNvPr id="44035" name="Slide Number Placeholder 5">
            <a:extLst>
              <a:ext uri="{FF2B5EF4-FFF2-40B4-BE49-F238E27FC236}">
                <a16:creationId xmlns:a16="http://schemas.microsoft.com/office/drawing/2014/main" id="{2D36539C-0558-4F78-A3A8-DF7453B42A6E}"/>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9FF07269-F59B-454C-B12C-87ADE0C7AA27}" type="slidenum">
              <a:rPr lang="en-US" altLang="en-US" sz="1800">
                <a:solidFill>
                  <a:srgbClr val="898989"/>
                </a:solidFill>
              </a:rPr>
              <a:pPr algn="l" eaLnBrk="0" hangingPunct="0">
                <a:spcBef>
                  <a:spcPct val="0"/>
                </a:spcBef>
                <a:buFontTx/>
                <a:buNone/>
              </a:pPr>
              <a:t>15</a:t>
            </a:fld>
            <a:endParaRPr lang="en-US" altLang="en-US" sz="1800">
              <a:solidFill>
                <a:srgbClr val="898989"/>
              </a:solidFill>
            </a:endParaRPr>
          </a:p>
        </p:txBody>
      </p:sp>
      <p:sp>
        <p:nvSpPr>
          <p:cNvPr id="400386" name="Rectangle 2">
            <a:extLst>
              <a:ext uri="{FF2B5EF4-FFF2-40B4-BE49-F238E27FC236}">
                <a16:creationId xmlns:a16="http://schemas.microsoft.com/office/drawing/2014/main" id="{1E4F6EA2-C823-46CB-8D0E-ADBD7BB2DC80}"/>
              </a:ext>
            </a:extLst>
          </p:cNvPr>
          <p:cNvSpPr>
            <a:spLocks noGrp="1" noChangeArrowheads="1"/>
          </p:cNvSpPr>
          <p:nvPr>
            <p:ph type="title" idx="4294967295"/>
          </p:nvPr>
        </p:nvSpPr>
        <p:spPr>
          <a:xfrm>
            <a:off x="0" y="274638"/>
            <a:ext cx="8229600" cy="639762"/>
          </a:xfrm>
        </p:spPr>
        <p:txBody>
          <a:bodyPr>
            <a:normAutofit fontScale="90000"/>
          </a:bodyPr>
          <a:lstStyle/>
          <a:p>
            <a:pPr eaLnBrk="1" hangingPunct="1">
              <a:defRPr/>
            </a:pPr>
            <a:r>
              <a:rPr lang="en-US" dirty="0">
                <a:solidFill>
                  <a:srgbClr val="C00000"/>
                </a:solidFill>
                <a:latin typeface="Cambria" pitchFamily="18" charset="0"/>
              </a:rPr>
              <a:t>Redundancy</a:t>
            </a:r>
          </a:p>
        </p:txBody>
      </p:sp>
      <p:pic>
        <p:nvPicPr>
          <p:cNvPr id="44037" name="Picture 4">
            <a:extLst>
              <a:ext uri="{FF2B5EF4-FFF2-40B4-BE49-F238E27FC236}">
                <a16:creationId xmlns:a16="http://schemas.microsoft.com/office/drawing/2014/main" id="{10C319DD-7F58-46D3-86DD-5DCB08A3B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667000"/>
            <a:ext cx="7947025" cy="320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a:ext uri="{FF2B5EF4-FFF2-40B4-BE49-F238E27FC236}">
                <a16:creationId xmlns:a16="http://schemas.microsoft.com/office/drawing/2014/main" id="{EAE913CC-D731-4188-B9F9-1CA2042AF165}"/>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1" name="Rectangle 3">
            <a:extLst>
              <a:ext uri="{FF2B5EF4-FFF2-40B4-BE49-F238E27FC236}">
                <a16:creationId xmlns:a16="http://schemas.microsoft.com/office/drawing/2014/main" id="{E06F0A87-6DEE-48C3-80E7-892CC0399BBB}"/>
              </a:ext>
            </a:extLst>
          </p:cNvPr>
          <p:cNvSpPr>
            <a:spLocks noGrp="1" noChangeArrowheads="1"/>
          </p:cNvSpPr>
          <p:nvPr>
            <p:ph idx="1"/>
          </p:nvPr>
        </p:nvSpPr>
        <p:spPr>
          <a:xfrm>
            <a:off x="304800" y="1493838"/>
            <a:ext cx="8229600" cy="4525962"/>
          </a:xfrm>
        </p:spPr>
        <p:txBody>
          <a:bodyPr>
            <a:normAutofit lnSpcReduction="10000"/>
          </a:bodyPr>
          <a:lstStyle/>
          <a:p>
            <a:pPr marL="457200" indent="-457200">
              <a:buFont typeface="Arial" pitchFamily="34" charset="0"/>
              <a:buChar char="•"/>
              <a:defRPr/>
            </a:pPr>
            <a:r>
              <a:rPr lang="en-US" sz="2800" dirty="0">
                <a:latin typeface="Times New Roman" pitchFamily="18" charset="0"/>
                <a:cs typeface="Times New Roman" pitchFamily="18" charset="0"/>
              </a:rPr>
              <a:t>Process of </a:t>
            </a:r>
            <a:r>
              <a:rPr lang="en-US" sz="2800" dirty="0">
                <a:solidFill>
                  <a:srgbClr val="0070C0"/>
                </a:solidFill>
                <a:latin typeface="Times New Roman" pitchFamily="18" charset="0"/>
                <a:cs typeface="Times New Roman" pitchFamily="18" charset="0"/>
              </a:rPr>
              <a:t>adding redundancy </a:t>
            </a:r>
            <a:r>
              <a:rPr lang="en-US" sz="2800" dirty="0">
                <a:latin typeface="Times New Roman" pitchFamily="18" charset="0"/>
                <a:cs typeface="Times New Roman" pitchFamily="18" charset="0"/>
              </a:rPr>
              <a:t>for error detection or correction</a:t>
            </a:r>
          </a:p>
          <a:p>
            <a:pPr marL="457200" indent="-457200">
              <a:buFont typeface="Arial" pitchFamily="34" charset="0"/>
              <a:buChar char="•"/>
              <a:defRPr/>
            </a:pPr>
            <a:r>
              <a:rPr lang="en-US" sz="2800" dirty="0">
                <a:latin typeface="Times New Roman" pitchFamily="18" charset="0"/>
                <a:cs typeface="Times New Roman" pitchFamily="18" charset="0"/>
              </a:rPr>
              <a:t>Two types:</a:t>
            </a:r>
          </a:p>
          <a:p>
            <a:pPr lvl="1">
              <a:defRPr/>
            </a:pPr>
            <a:r>
              <a:rPr lang="en-US" sz="2400" b="1" dirty="0">
                <a:solidFill>
                  <a:srgbClr val="002060"/>
                </a:solidFill>
                <a:latin typeface="Times New Roman" pitchFamily="18" charset="0"/>
                <a:cs typeface="Times New Roman" pitchFamily="18" charset="0"/>
              </a:rPr>
              <a:t>Block codes</a:t>
            </a:r>
          </a:p>
          <a:p>
            <a:pPr lvl="2" algn="just" eaLnBrk="1" hangingPunct="1">
              <a:defRPr/>
            </a:pPr>
            <a:r>
              <a:rPr lang="en-US" sz="2000" dirty="0">
                <a:latin typeface="Times New Roman" pitchFamily="18" charset="0"/>
                <a:cs typeface="Times New Roman" pitchFamily="18" charset="0"/>
              </a:rPr>
              <a:t>Divides the data to be sent into a </a:t>
            </a:r>
            <a:r>
              <a:rPr lang="en-US" sz="2000" dirty="0">
                <a:solidFill>
                  <a:srgbClr val="0070C0"/>
                </a:solidFill>
                <a:latin typeface="Times New Roman" pitchFamily="18" charset="0"/>
                <a:cs typeface="Times New Roman" pitchFamily="18" charset="0"/>
              </a:rPr>
              <a:t>set of blocks</a:t>
            </a:r>
          </a:p>
          <a:p>
            <a:pPr lvl="2" algn="just" eaLnBrk="1" hangingPunct="1">
              <a:defRPr/>
            </a:pPr>
            <a:r>
              <a:rPr lang="en-US" sz="2000" dirty="0">
                <a:latin typeface="Times New Roman" pitchFamily="18" charset="0"/>
                <a:cs typeface="Times New Roman" pitchFamily="18" charset="0"/>
              </a:rPr>
              <a:t>Extra information attached to each block</a:t>
            </a:r>
          </a:p>
          <a:p>
            <a:pPr lvl="2" algn="just" eaLnBrk="1" hangingPunct="1">
              <a:defRPr/>
            </a:pPr>
            <a:r>
              <a:rPr lang="en-US" sz="2000" dirty="0">
                <a:latin typeface="Times New Roman" pitchFamily="18" charset="0"/>
                <a:cs typeface="Times New Roman" pitchFamily="18" charset="0"/>
              </a:rPr>
              <a:t>Memoryless</a:t>
            </a:r>
          </a:p>
          <a:p>
            <a:pPr lvl="1">
              <a:defRPr/>
            </a:pPr>
            <a:r>
              <a:rPr lang="en-US" sz="2400" b="1" dirty="0">
                <a:solidFill>
                  <a:srgbClr val="002060"/>
                </a:solidFill>
                <a:latin typeface="Times New Roman" pitchFamily="18" charset="0"/>
                <a:cs typeface="Times New Roman" pitchFamily="18" charset="0"/>
              </a:rPr>
              <a:t>Convolutional codes</a:t>
            </a:r>
          </a:p>
          <a:p>
            <a:pPr lvl="2" algn="just" eaLnBrk="1" hangingPunct="1">
              <a:defRPr/>
            </a:pPr>
            <a:r>
              <a:rPr lang="en-US" sz="2000" dirty="0">
                <a:latin typeface="Times New Roman" pitchFamily="18" charset="0"/>
                <a:cs typeface="Times New Roman" pitchFamily="18" charset="0"/>
              </a:rPr>
              <a:t>Treats data as a </a:t>
            </a:r>
            <a:r>
              <a:rPr lang="en-US" sz="2000" dirty="0">
                <a:solidFill>
                  <a:srgbClr val="0070C0"/>
                </a:solidFill>
                <a:latin typeface="Times New Roman" pitchFamily="18" charset="0"/>
                <a:cs typeface="Times New Roman" pitchFamily="18" charset="0"/>
              </a:rPr>
              <a:t>series of bits</a:t>
            </a:r>
            <a:r>
              <a:rPr lang="en-US" sz="2000" dirty="0">
                <a:latin typeface="Times New Roman" pitchFamily="18" charset="0"/>
                <a:cs typeface="Times New Roman" pitchFamily="18" charset="0"/>
              </a:rPr>
              <a:t>, and computes a code over a continuous series</a:t>
            </a:r>
          </a:p>
          <a:p>
            <a:pPr lvl="2" algn="just" eaLnBrk="1" hangingPunct="1">
              <a:defRPr/>
            </a:pPr>
            <a:r>
              <a:rPr lang="en-US" sz="2000" dirty="0">
                <a:latin typeface="Times New Roman" pitchFamily="18" charset="0"/>
                <a:cs typeface="Times New Roman" pitchFamily="18" charset="0"/>
              </a:rPr>
              <a:t>The code computed for a set of bits depends on the current and previous input</a:t>
            </a:r>
          </a:p>
        </p:txBody>
      </p:sp>
      <p:sp>
        <p:nvSpPr>
          <p:cNvPr id="401410" name="Rectangle 2">
            <a:extLst>
              <a:ext uri="{FF2B5EF4-FFF2-40B4-BE49-F238E27FC236}">
                <a16:creationId xmlns:a16="http://schemas.microsoft.com/office/drawing/2014/main" id="{9047EBD5-A2D1-4408-B6CF-6082F13834E1}"/>
              </a:ext>
            </a:extLst>
          </p:cNvPr>
          <p:cNvSpPr>
            <a:spLocks noGrp="1" noChangeArrowheads="1"/>
          </p:cNvSpPr>
          <p:nvPr>
            <p:ph type="title" idx="4294967295"/>
          </p:nvPr>
        </p:nvSpPr>
        <p:spPr>
          <a:xfrm>
            <a:off x="0" y="274638"/>
            <a:ext cx="8229600" cy="715962"/>
          </a:xfrm>
        </p:spPr>
        <p:txBody>
          <a:bodyPr/>
          <a:lstStyle/>
          <a:p>
            <a:pPr eaLnBrk="1" hangingPunct="1">
              <a:defRPr/>
            </a:pPr>
            <a:r>
              <a:rPr lang="en-US" dirty="0">
                <a:solidFill>
                  <a:srgbClr val="C00000"/>
                </a:solidFill>
                <a:latin typeface="Cambria" pitchFamily="18" charset="0"/>
              </a:rPr>
              <a:t>Coding</a:t>
            </a:r>
          </a:p>
        </p:txBody>
      </p:sp>
      <p:cxnSp>
        <p:nvCxnSpPr>
          <p:cNvPr id="6" name="Straight Connector 5">
            <a:extLst>
              <a:ext uri="{FF2B5EF4-FFF2-40B4-BE49-F238E27FC236}">
                <a16:creationId xmlns:a16="http://schemas.microsoft.com/office/drawing/2014/main" id="{D291828E-549B-4907-A0C6-76113704DE74}"/>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BB041D44-32CD-4175-BC60-A4522A4F8C34}"/>
              </a:ext>
            </a:extLst>
          </p:cNvPr>
          <p:cNvSpPr>
            <a:spLocks noGrp="1"/>
          </p:cNvSpPr>
          <p:nvPr>
            <p:ph idx="1"/>
          </p:nvPr>
        </p:nvSpPr>
        <p:spPr>
          <a:xfrm>
            <a:off x="304800" y="1493838"/>
            <a:ext cx="8229600" cy="4525962"/>
          </a:xfrm>
        </p:spPr>
        <p:txBody>
          <a:bodyPr/>
          <a:lstStyle/>
          <a:p>
            <a:pPr fontAlgn="base">
              <a:spcAft>
                <a:spcPct val="0"/>
              </a:spcAft>
            </a:pPr>
            <a:r>
              <a:rPr lang="en-US" altLang="en-US">
                <a:latin typeface="Times New Roman" panose="02020603050405020304" pitchFamily="18" charset="0"/>
                <a:cs typeface="Times New Roman" panose="02020603050405020304" pitchFamily="18" charset="0"/>
              </a:rPr>
              <a:t>Message is divided into </a:t>
            </a:r>
            <a:r>
              <a:rPr lang="en-US" altLang="en-US" i="1">
                <a:latin typeface="Times New Roman" panose="02020603050405020304" pitchFamily="18" charset="0"/>
                <a:cs typeface="Times New Roman" panose="02020603050405020304" pitchFamily="18" charset="0"/>
              </a:rPr>
              <a:t>k</a:t>
            </a:r>
            <a:r>
              <a:rPr lang="en-US" altLang="en-US">
                <a:latin typeface="Times New Roman" panose="02020603050405020304" pitchFamily="18" charset="0"/>
                <a:cs typeface="Times New Roman" panose="02020603050405020304" pitchFamily="18" charset="0"/>
              </a:rPr>
              <a:t>-bit blocks</a:t>
            </a:r>
          </a:p>
          <a:p>
            <a:pPr lvl="1" fontAlgn="base">
              <a:spcAft>
                <a:spcPct val="0"/>
              </a:spcAft>
            </a:pPr>
            <a:r>
              <a:rPr lang="en-US" altLang="en-US" sz="2000">
                <a:latin typeface="Times New Roman" panose="02020603050405020304" pitchFamily="18" charset="0"/>
                <a:cs typeface="Times New Roman" panose="02020603050405020304" pitchFamily="18" charset="0"/>
              </a:rPr>
              <a:t>Known as </a:t>
            </a:r>
            <a:r>
              <a:rPr lang="en-US" altLang="en-US" sz="2000" i="1">
                <a:solidFill>
                  <a:schemeClr val="tx2"/>
                </a:solidFill>
                <a:latin typeface="Times New Roman" panose="02020603050405020304" pitchFamily="18" charset="0"/>
                <a:cs typeface="Times New Roman" panose="02020603050405020304" pitchFamily="18" charset="0"/>
              </a:rPr>
              <a:t>datawords</a:t>
            </a:r>
          </a:p>
          <a:p>
            <a:pPr fontAlgn="base">
              <a:spcAft>
                <a:spcPct val="0"/>
              </a:spcAft>
            </a:pPr>
            <a:r>
              <a:rPr lang="en-US" altLang="en-US" i="1">
                <a:latin typeface="Times New Roman" panose="02020603050405020304" pitchFamily="18" charset="0"/>
                <a:cs typeface="Times New Roman" panose="02020603050405020304" pitchFamily="18" charset="0"/>
              </a:rPr>
              <a:t>r</a:t>
            </a:r>
            <a:r>
              <a:rPr lang="en-US" altLang="en-US">
                <a:latin typeface="Times New Roman" panose="02020603050405020304" pitchFamily="18" charset="0"/>
                <a:cs typeface="Times New Roman" panose="02020603050405020304" pitchFamily="18" charset="0"/>
              </a:rPr>
              <a:t> redundant bits are added</a:t>
            </a:r>
          </a:p>
          <a:p>
            <a:pPr lvl="1" fontAlgn="base">
              <a:spcAft>
                <a:spcPct val="0"/>
              </a:spcAft>
            </a:pPr>
            <a:r>
              <a:rPr lang="en-US" altLang="en-US" sz="2000">
                <a:latin typeface="Times New Roman" panose="02020603050405020304" pitchFamily="18" charset="0"/>
                <a:cs typeface="Times New Roman" panose="02020603050405020304" pitchFamily="18" charset="0"/>
              </a:rPr>
              <a:t>Blocks become </a:t>
            </a:r>
            <a:r>
              <a:rPr lang="en-US" altLang="en-US" sz="2000" i="1">
                <a:latin typeface="Times New Roman" panose="02020603050405020304" pitchFamily="18" charset="0"/>
                <a:cs typeface="Times New Roman" panose="02020603050405020304" pitchFamily="18" charset="0"/>
              </a:rPr>
              <a:t>n</a:t>
            </a:r>
            <a:r>
              <a:rPr lang="en-US" altLang="en-US" sz="2000">
                <a:latin typeface="Times New Roman" panose="02020603050405020304" pitchFamily="18" charset="0"/>
                <a:cs typeface="Times New Roman" panose="02020603050405020304" pitchFamily="18" charset="0"/>
              </a:rPr>
              <a:t>=</a:t>
            </a:r>
            <a:r>
              <a:rPr lang="en-US" altLang="en-US" sz="2000" i="1">
                <a:latin typeface="Times New Roman" panose="02020603050405020304" pitchFamily="18" charset="0"/>
                <a:cs typeface="Times New Roman" panose="02020603050405020304" pitchFamily="18" charset="0"/>
              </a:rPr>
              <a:t>k</a:t>
            </a:r>
            <a:r>
              <a:rPr lang="en-US" altLang="en-US" sz="2000">
                <a:latin typeface="Times New Roman" panose="02020603050405020304" pitchFamily="18" charset="0"/>
                <a:cs typeface="Times New Roman" panose="02020603050405020304" pitchFamily="18" charset="0"/>
              </a:rPr>
              <a:t>+</a:t>
            </a:r>
            <a:r>
              <a:rPr lang="en-US" altLang="en-US" sz="2000" i="1">
                <a:latin typeface="Times New Roman" panose="02020603050405020304" pitchFamily="18" charset="0"/>
                <a:cs typeface="Times New Roman" panose="02020603050405020304" pitchFamily="18" charset="0"/>
              </a:rPr>
              <a:t>r</a:t>
            </a:r>
            <a:r>
              <a:rPr lang="en-US" altLang="en-US" sz="2000">
                <a:latin typeface="Times New Roman" panose="02020603050405020304" pitchFamily="18" charset="0"/>
                <a:cs typeface="Times New Roman" panose="02020603050405020304" pitchFamily="18" charset="0"/>
              </a:rPr>
              <a:t> bits</a:t>
            </a:r>
          </a:p>
          <a:p>
            <a:pPr lvl="1" fontAlgn="base">
              <a:spcAft>
                <a:spcPct val="0"/>
              </a:spcAft>
            </a:pPr>
            <a:r>
              <a:rPr lang="en-US" altLang="en-US" sz="2000">
                <a:latin typeface="Times New Roman" panose="02020603050405020304" pitchFamily="18" charset="0"/>
                <a:cs typeface="Times New Roman" panose="02020603050405020304" pitchFamily="18" charset="0"/>
              </a:rPr>
              <a:t>Known as </a:t>
            </a:r>
            <a:r>
              <a:rPr lang="en-US" altLang="en-US" sz="2000" i="1">
                <a:solidFill>
                  <a:schemeClr val="tx2"/>
                </a:solidFill>
                <a:latin typeface="Times New Roman" panose="02020603050405020304" pitchFamily="18" charset="0"/>
                <a:cs typeface="Times New Roman" panose="02020603050405020304" pitchFamily="18" charset="0"/>
              </a:rPr>
              <a:t>codewords</a:t>
            </a:r>
          </a:p>
        </p:txBody>
      </p:sp>
      <p:sp>
        <p:nvSpPr>
          <p:cNvPr id="46083" name="Slide Number Placeholder 5">
            <a:extLst>
              <a:ext uri="{FF2B5EF4-FFF2-40B4-BE49-F238E27FC236}">
                <a16:creationId xmlns:a16="http://schemas.microsoft.com/office/drawing/2014/main" id="{879D132B-6A8F-4C21-AF23-3450CEC1ED40}"/>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2F0FC0ED-D41B-43F5-9F32-3B4E0005D405}" type="slidenum">
              <a:rPr lang="en-US" altLang="en-US" sz="1800">
                <a:solidFill>
                  <a:srgbClr val="898989"/>
                </a:solidFill>
              </a:rPr>
              <a:pPr algn="l" eaLnBrk="0" hangingPunct="0">
                <a:spcBef>
                  <a:spcPct val="0"/>
                </a:spcBef>
                <a:buFontTx/>
                <a:buNone/>
              </a:pPr>
              <a:t>17</a:t>
            </a:fld>
            <a:endParaRPr lang="en-US" altLang="en-US" sz="1800">
              <a:solidFill>
                <a:srgbClr val="898989"/>
              </a:solidFill>
            </a:endParaRPr>
          </a:p>
        </p:txBody>
      </p:sp>
      <p:sp>
        <p:nvSpPr>
          <p:cNvPr id="406530" name="Rectangle 2">
            <a:extLst>
              <a:ext uri="{FF2B5EF4-FFF2-40B4-BE49-F238E27FC236}">
                <a16:creationId xmlns:a16="http://schemas.microsoft.com/office/drawing/2014/main" id="{20D618C7-62EF-4F6A-BA5C-382A50C9DA7A}"/>
              </a:ext>
            </a:extLst>
          </p:cNvPr>
          <p:cNvSpPr>
            <a:spLocks noGrp="1" noChangeArrowheads="1"/>
          </p:cNvSpPr>
          <p:nvPr>
            <p:ph type="title" idx="4294967295"/>
          </p:nvPr>
        </p:nvSpPr>
        <p:spPr>
          <a:xfrm>
            <a:off x="3175" y="352425"/>
            <a:ext cx="8229600" cy="715963"/>
          </a:xfrm>
        </p:spPr>
        <p:txBody>
          <a:bodyPr/>
          <a:lstStyle/>
          <a:p>
            <a:pPr eaLnBrk="1" hangingPunct="1">
              <a:defRPr/>
            </a:pPr>
            <a:r>
              <a:rPr lang="en-US" dirty="0">
                <a:solidFill>
                  <a:srgbClr val="C00000"/>
                </a:solidFill>
                <a:latin typeface="Agency FB" pitchFamily="34" charset="0"/>
                <a:cs typeface="Times New Roman" pitchFamily="18" charset="0"/>
              </a:rPr>
              <a:t>Block Coding</a:t>
            </a:r>
          </a:p>
        </p:txBody>
      </p:sp>
      <p:pic>
        <p:nvPicPr>
          <p:cNvPr id="46085" name="Picture 4">
            <a:extLst>
              <a:ext uri="{FF2B5EF4-FFF2-40B4-BE49-F238E27FC236}">
                <a16:creationId xmlns:a16="http://schemas.microsoft.com/office/drawing/2014/main" id="{E386A2C7-7B13-4629-BA25-2BFD39951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792538"/>
            <a:ext cx="65532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a:ext uri="{FF2B5EF4-FFF2-40B4-BE49-F238E27FC236}">
                <a16:creationId xmlns:a16="http://schemas.microsoft.com/office/drawing/2014/main" id="{869CBF8B-A07B-43D0-88C6-5544E8A8157D}"/>
              </a:ext>
            </a:extLst>
          </p:cNvPr>
          <p:cNvCxnSpPr/>
          <p:nvPr/>
        </p:nvCxnSpPr>
        <p:spPr>
          <a:xfrm>
            <a:off x="0" y="6856413"/>
            <a:ext cx="9144000" cy="1587"/>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1">
            <a:extLst>
              <a:ext uri="{FF2B5EF4-FFF2-40B4-BE49-F238E27FC236}">
                <a16:creationId xmlns:a16="http://schemas.microsoft.com/office/drawing/2014/main" id="{FF150A6B-0349-40B7-8B69-884108514A1B}"/>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
        <p:nvSpPr>
          <p:cNvPr id="47107" name="Slide Number Placeholder 4">
            <a:extLst>
              <a:ext uri="{FF2B5EF4-FFF2-40B4-BE49-F238E27FC236}">
                <a16:creationId xmlns:a16="http://schemas.microsoft.com/office/drawing/2014/main" id="{FD199FEA-D907-480F-ACFB-8C5A3E14E317}"/>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0730ED34-BCA0-4CB6-A620-E9BE2AC9AACE}" type="slidenum">
              <a:rPr lang="en-US" altLang="en-US" sz="1800">
                <a:solidFill>
                  <a:srgbClr val="898989"/>
                </a:solidFill>
              </a:rPr>
              <a:pPr algn="l" eaLnBrk="0" hangingPunct="0">
                <a:spcBef>
                  <a:spcPct val="0"/>
                </a:spcBef>
                <a:buFontTx/>
                <a:buNone/>
              </a:pPr>
              <a:t>18</a:t>
            </a:fld>
            <a:endParaRPr lang="en-US" altLang="en-US" sz="1800">
              <a:solidFill>
                <a:srgbClr val="898989"/>
              </a:solidFill>
            </a:endParaRPr>
          </a:p>
        </p:txBody>
      </p:sp>
      <p:sp>
        <p:nvSpPr>
          <p:cNvPr id="409602" name="Rectangle 2">
            <a:extLst>
              <a:ext uri="{FF2B5EF4-FFF2-40B4-BE49-F238E27FC236}">
                <a16:creationId xmlns:a16="http://schemas.microsoft.com/office/drawing/2014/main" id="{1C119F31-6D21-4F9F-8672-5B583000B63B}"/>
              </a:ext>
            </a:extLst>
          </p:cNvPr>
          <p:cNvSpPr>
            <a:spLocks noGrp="1" noChangeArrowheads="1"/>
          </p:cNvSpPr>
          <p:nvPr>
            <p:ph type="title" idx="4294967295"/>
          </p:nvPr>
        </p:nvSpPr>
        <p:spPr>
          <a:xfrm>
            <a:off x="0" y="274638"/>
            <a:ext cx="8229600" cy="639762"/>
          </a:xfrm>
        </p:spPr>
        <p:txBody>
          <a:bodyPr>
            <a:normAutofit fontScale="90000"/>
          </a:bodyPr>
          <a:lstStyle/>
          <a:p>
            <a:pPr eaLnBrk="1" hangingPunct="1">
              <a:defRPr/>
            </a:pPr>
            <a:r>
              <a:rPr lang="en-US" dirty="0">
                <a:solidFill>
                  <a:srgbClr val="C00000"/>
                </a:solidFill>
                <a:latin typeface="Cambria" pitchFamily="18" charset="0"/>
              </a:rPr>
              <a:t>Error Detection in Block Coding</a:t>
            </a:r>
          </a:p>
        </p:txBody>
      </p:sp>
      <p:pic>
        <p:nvPicPr>
          <p:cNvPr id="47109" name="Picture 4">
            <a:extLst>
              <a:ext uri="{FF2B5EF4-FFF2-40B4-BE49-F238E27FC236}">
                <a16:creationId xmlns:a16="http://schemas.microsoft.com/office/drawing/2014/main" id="{4FAC379D-0293-4508-B62C-24868AEBD0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913" y="1447800"/>
            <a:ext cx="8802687"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0FAA14FD-33FA-4635-8132-C50AAE418CC1}"/>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id="{434DF43E-BEE2-4CF0-AF7B-8429A860E26F}"/>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latin typeface="Times New Roman" panose="02020603050405020304" pitchFamily="18" charset="0"/>
                <a:cs typeface="Times New Roman" panose="02020603050405020304" pitchFamily="18" charset="0"/>
              </a:rPr>
              <a:t>An error-detecting code can detect </a:t>
            </a:r>
            <a:br>
              <a:rPr lang="en-US" altLang="en-US">
                <a:latin typeface="Times New Roman" panose="02020603050405020304" pitchFamily="18" charset="0"/>
                <a:cs typeface="Times New Roman" panose="02020603050405020304" pitchFamily="18" charset="0"/>
              </a:rPr>
            </a:br>
            <a:r>
              <a:rPr lang="en-US" altLang="en-US">
                <a:latin typeface="Times New Roman" panose="02020603050405020304" pitchFamily="18" charset="0"/>
                <a:cs typeface="Times New Roman" panose="02020603050405020304" pitchFamily="18" charset="0"/>
              </a:rPr>
              <a:t>only the </a:t>
            </a:r>
            <a:r>
              <a:rPr lang="en-US" altLang="en-US">
                <a:solidFill>
                  <a:srgbClr val="0070C0"/>
                </a:solidFill>
                <a:latin typeface="Times New Roman" panose="02020603050405020304" pitchFamily="18" charset="0"/>
                <a:cs typeface="Times New Roman" panose="02020603050405020304" pitchFamily="18" charset="0"/>
              </a:rPr>
              <a:t>types of errors </a:t>
            </a:r>
            <a:r>
              <a:rPr lang="en-US" altLang="en-US">
                <a:latin typeface="Times New Roman" panose="02020603050405020304" pitchFamily="18" charset="0"/>
                <a:cs typeface="Times New Roman" panose="02020603050405020304" pitchFamily="18" charset="0"/>
              </a:rPr>
              <a:t>for which it is designed</a:t>
            </a:r>
          </a:p>
          <a:p>
            <a:pPr lvl="1" algn="just" fontAlgn="base">
              <a:spcAft>
                <a:spcPct val="0"/>
              </a:spcAft>
            </a:pPr>
            <a:r>
              <a:rPr lang="en-US" altLang="en-US" sz="2000">
                <a:latin typeface="Times New Roman" panose="02020603050405020304" pitchFamily="18" charset="0"/>
                <a:cs typeface="Times New Roman" panose="02020603050405020304" pitchFamily="18" charset="0"/>
              </a:rPr>
              <a:t>Other types of errors may remain undetected.</a:t>
            </a:r>
          </a:p>
          <a:p>
            <a:pPr algn="just" fontAlgn="base">
              <a:spcAft>
                <a:spcPct val="0"/>
              </a:spcAft>
              <a:buFont typeface="Arial" pitchFamily="34" charset="0"/>
              <a:buChar char="•"/>
            </a:pPr>
            <a:r>
              <a:rPr lang="en-US" altLang="en-US">
                <a:latin typeface="Times New Roman" panose="02020603050405020304" pitchFamily="18" charset="0"/>
                <a:cs typeface="Times New Roman" panose="02020603050405020304" pitchFamily="18" charset="0"/>
              </a:rPr>
              <a:t>There is </a:t>
            </a:r>
            <a:r>
              <a:rPr lang="en-US" altLang="en-US">
                <a:solidFill>
                  <a:srgbClr val="0070C0"/>
                </a:solidFill>
                <a:latin typeface="Times New Roman" panose="02020603050405020304" pitchFamily="18" charset="0"/>
                <a:cs typeface="Times New Roman" panose="02020603050405020304" pitchFamily="18" charset="0"/>
              </a:rPr>
              <a:t>no way </a:t>
            </a:r>
            <a:r>
              <a:rPr lang="en-US" altLang="en-US">
                <a:latin typeface="Times New Roman" panose="02020603050405020304" pitchFamily="18" charset="0"/>
                <a:cs typeface="Times New Roman" panose="02020603050405020304" pitchFamily="18" charset="0"/>
              </a:rPr>
              <a:t>to detect every possible error</a:t>
            </a:r>
          </a:p>
        </p:txBody>
      </p:sp>
      <p:sp>
        <p:nvSpPr>
          <p:cNvPr id="48131" name="Slide Number Placeholder 5">
            <a:extLst>
              <a:ext uri="{FF2B5EF4-FFF2-40B4-BE49-F238E27FC236}">
                <a16:creationId xmlns:a16="http://schemas.microsoft.com/office/drawing/2014/main" id="{16078EB6-3CA4-4843-8DD0-2EF53CF952FC}"/>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0C056CA0-2FAA-464E-B4B4-7F9A07FACB01}" type="slidenum">
              <a:rPr lang="en-US" altLang="en-US" sz="1800">
                <a:solidFill>
                  <a:srgbClr val="898989"/>
                </a:solidFill>
              </a:rPr>
              <a:pPr algn="l" eaLnBrk="0" hangingPunct="0">
                <a:spcBef>
                  <a:spcPct val="0"/>
                </a:spcBef>
                <a:buFontTx/>
                <a:buNone/>
              </a:pPr>
              <a:t>19</a:t>
            </a:fld>
            <a:endParaRPr lang="en-US" altLang="en-US" sz="1800">
              <a:solidFill>
                <a:srgbClr val="898989"/>
              </a:solidFill>
            </a:endParaRPr>
          </a:p>
        </p:txBody>
      </p:sp>
      <p:cxnSp>
        <p:nvCxnSpPr>
          <p:cNvPr id="6" name="Straight Connector 5">
            <a:extLst>
              <a:ext uri="{FF2B5EF4-FFF2-40B4-BE49-F238E27FC236}">
                <a16:creationId xmlns:a16="http://schemas.microsoft.com/office/drawing/2014/main" id="{AA6F6959-0236-47F1-8497-25C3ABBDB9EB}"/>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7" name="Rectangle 2">
            <a:extLst>
              <a:ext uri="{FF2B5EF4-FFF2-40B4-BE49-F238E27FC236}">
                <a16:creationId xmlns:a16="http://schemas.microsoft.com/office/drawing/2014/main" id="{B7B4CE8E-8B7A-4D30-8C14-19F11F1B8F57}"/>
              </a:ext>
            </a:extLst>
          </p:cNvPr>
          <p:cNvSpPr txBox="1">
            <a:spLocks noChangeArrowheads="1"/>
          </p:cNvSpPr>
          <p:nvPr/>
        </p:nvSpPr>
        <p:spPr>
          <a:xfrm>
            <a:off x="-609600" y="508000"/>
            <a:ext cx="8229600" cy="639763"/>
          </a:xfrm>
          <a:prstGeom prst="rect">
            <a:avLst/>
          </a:prstGeom>
        </p:spPr>
        <p:txBody>
          <a:bodyPr anchor="ctr">
            <a:normAutofit fontScale="90000" lnSpcReduction="10000"/>
          </a:bodyPr>
          <a:lstStyle/>
          <a:p>
            <a:pPr algn="ctr" eaLnBrk="1" fontAlgn="auto" hangingPunct="1">
              <a:spcAft>
                <a:spcPts val="0"/>
              </a:spcAft>
              <a:defRPr/>
            </a:pPr>
            <a:r>
              <a:rPr lang="en-US" sz="4000" b="1" dirty="0">
                <a:solidFill>
                  <a:srgbClr val="C00000"/>
                </a:solidFill>
                <a:latin typeface="Cambria" pitchFamily="18" charset="0"/>
                <a:ea typeface="+mj-ea"/>
                <a:cs typeface="+mj-cs"/>
              </a:rPr>
              <a:t>Error Detection in Block Coding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a:extLst>
              <a:ext uri="{FF2B5EF4-FFF2-40B4-BE49-F238E27FC236}">
                <a16:creationId xmlns:a16="http://schemas.microsoft.com/office/drawing/2014/main" id="{523EBCCE-6C97-4003-87F7-DAC8C4D8A8F3}"/>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latin typeface="Times New Roman" panose="02020603050405020304" pitchFamily="18" charset="0"/>
                <a:cs typeface="Times New Roman" panose="02020603050405020304" pitchFamily="18" charset="0"/>
              </a:rPr>
              <a:t>Parity check</a:t>
            </a:r>
          </a:p>
          <a:p>
            <a:pPr fontAlgn="base">
              <a:spcAft>
                <a:spcPct val="0"/>
              </a:spcAft>
              <a:buFont typeface="Arial" pitchFamily="34" charset="0"/>
              <a:buChar char="•"/>
            </a:pPr>
            <a:r>
              <a:rPr lang="en-US" altLang="en-US">
                <a:latin typeface="Times New Roman" panose="02020603050405020304" pitchFamily="18" charset="0"/>
                <a:cs typeface="Times New Roman" panose="02020603050405020304" pitchFamily="18" charset="0"/>
              </a:rPr>
              <a:t>Cyclic Redundancy Check (CRC)</a:t>
            </a:r>
          </a:p>
          <a:p>
            <a:pPr fontAlgn="base">
              <a:spcAft>
                <a:spcPct val="0"/>
              </a:spcAft>
              <a:buFont typeface="Arial" pitchFamily="34" charset="0"/>
              <a:buChar char="•"/>
            </a:pPr>
            <a:r>
              <a:rPr lang="en-US" altLang="en-US">
                <a:latin typeface="Times New Roman" panose="02020603050405020304" pitchFamily="18" charset="0"/>
                <a:cs typeface="Times New Roman" panose="02020603050405020304" pitchFamily="18" charset="0"/>
              </a:rPr>
              <a:t>Checksum</a:t>
            </a:r>
          </a:p>
        </p:txBody>
      </p:sp>
      <p:sp>
        <p:nvSpPr>
          <p:cNvPr id="421890" name="Rectangle 2">
            <a:extLst>
              <a:ext uri="{FF2B5EF4-FFF2-40B4-BE49-F238E27FC236}">
                <a16:creationId xmlns:a16="http://schemas.microsoft.com/office/drawing/2014/main" id="{740C0F7A-6E0E-4454-947A-E1F0EC22602B}"/>
              </a:ext>
            </a:extLst>
          </p:cNvPr>
          <p:cNvSpPr>
            <a:spLocks noGrp="1" noChangeArrowheads="1"/>
          </p:cNvSpPr>
          <p:nvPr>
            <p:ph type="title" idx="4294967295"/>
          </p:nvPr>
        </p:nvSpPr>
        <p:spPr>
          <a:xfrm>
            <a:off x="0" y="274638"/>
            <a:ext cx="8229600" cy="1143000"/>
          </a:xfrm>
        </p:spPr>
        <p:txBody>
          <a:bodyPr/>
          <a:lstStyle/>
          <a:p>
            <a:pPr eaLnBrk="1" hangingPunct="1">
              <a:defRPr/>
            </a:pPr>
            <a:r>
              <a:rPr lang="en-US" dirty="0">
                <a:solidFill>
                  <a:srgbClr val="C00000"/>
                </a:solidFill>
                <a:latin typeface="Cambria" pitchFamily="18" charset="0"/>
                <a:cs typeface="Times New Roman" pitchFamily="18" charset="0"/>
              </a:rPr>
              <a:t>Common Detection Methods</a:t>
            </a:r>
          </a:p>
        </p:txBody>
      </p:sp>
      <p:cxnSp>
        <p:nvCxnSpPr>
          <p:cNvPr id="5" name="Straight Connector 4">
            <a:extLst>
              <a:ext uri="{FF2B5EF4-FFF2-40B4-BE49-F238E27FC236}">
                <a16:creationId xmlns:a16="http://schemas.microsoft.com/office/drawing/2014/main" id="{078339EE-78AD-438B-AA68-A9F85A3A03EE}"/>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id="{9084A6F9-DCF3-4E6C-A01F-47F9091D92FB}"/>
              </a:ext>
            </a:extLst>
          </p:cNvPr>
          <p:cNvSpPr>
            <a:spLocks noGrp="1"/>
          </p:cNvSpPr>
          <p:nvPr>
            <p:ph idx="1"/>
          </p:nvPr>
        </p:nvSpPr>
        <p:spPr>
          <a:xfrm>
            <a:off x="304800" y="1493838"/>
            <a:ext cx="8229600" cy="4525962"/>
          </a:xfrm>
        </p:spPr>
        <p:txBody>
          <a:bodyPr/>
          <a:lstStyle/>
          <a:p>
            <a:pPr fontAlgn="base">
              <a:spcAft>
                <a:spcPct val="0"/>
              </a:spcAft>
            </a:pPr>
            <a:r>
              <a:rPr lang="en-GB" altLang="en-US"/>
              <a:t>Example of a simple block code </a:t>
            </a:r>
            <a:r>
              <a:rPr lang="en-GB" altLang="en-US">
                <a:solidFill>
                  <a:srgbClr val="C00000"/>
                </a:solidFill>
              </a:rPr>
              <a:t>– </a:t>
            </a:r>
            <a:r>
              <a:rPr lang="en-GB" altLang="en-US" b="1">
                <a:solidFill>
                  <a:srgbClr val="C00000"/>
                </a:solidFill>
              </a:rPr>
              <a:t>Single Parity Check Code</a:t>
            </a:r>
          </a:p>
          <a:p>
            <a:pPr lvl="1" fontAlgn="base">
              <a:spcAft>
                <a:spcPct val="0"/>
              </a:spcAft>
            </a:pPr>
            <a:r>
              <a:rPr lang="en-GB" altLang="en-US" sz="2400"/>
              <a:t>In this case, </a:t>
            </a:r>
            <a:r>
              <a:rPr lang="en-GB" altLang="en-US" sz="2400" i="1"/>
              <a:t>n </a:t>
            </a:r>
            <a:r>
              <a:rPr lang="en-GB" altLang="en-US" sz="2400"/>
              <a:t>= </a:t>
            </a:r>
            <a:r>
              <a:rPr lang="en-GB" altLang="en-US" sz="2400" i="1"/>
              <a:t>k</a:t>
            </a:r>
            <a:r>
              <a:rPr lang="en-GB" altLang="en-US" sz="2400"/>
              <a:t>+1, i.e., the codeword is the dataword with one additional bit</a:t>
            </a:r>
          </a:p>
          <a:p>
            <a:pPr lvl="1" fontAlgn="base">
              <a:spcAft>
                <a:spcPct val="0"/>
              </a:spcAft>
            </a:pPr>
            <a:r>
              <a:rPr lang="en-GB" altLang="en-US" sz="2400"/>
              <a:t>For ‘even’ parity the additional bit is,</a:t>
            </a:r>
          </a:p>
        </p:txBody>
      </p:sp>
      <p:sp>
        <p:nvSpPr>
          <p:cNvPr id="1027" name="Rectangle 2">
            <a:extLst>
              <a:ext uri="{FF2B5EF4-FFF2-40B4-BE49-F238E27FC236}">
                <a16:creationId xmlns:a16="http://schemas.microsoft.com/office/drawing/2014/main" id="{68D944CC-4CD4-414E-AEF1-25CA43CECF11}"/>
              </a:ext>
            </a:extLst>
          </p:cNvPr>
          <p:cNvSpPr>
            <a:spLocks noGrp="1" noChangeArrowheads="1"/>
          </p:cNvSpPr>
          <p:nvPr>
            <p:ph type="title" idx="4294967295"/>
          </p:nvPr>
        </p:nvSpPr>
        <p:spPr>
          <a:xfrm>
            <a:off x="0" y="0"/>
            <a:ext cx="7772400" cy="1143000"/>
          </a:xfrm>
        </p:spPr>
        <p:txBody>
          <a:bodyPr/>
          <a:lstStyle/>
          <a:p>
            <a:pPr eaLnBrk="1" hangingPunct="1">
              <a:defRPr/>
            </a:pPr>
            <a:r>
              <a:rPr lang="en-GB" dirty="0">
                <a:solidFill>
                  <a:srgbClr val="C00000"/>
                </a:solidFill>
                <a:latin typeface="Cambria" pitchFamily="18" charset="0"/>
              </a:rPr>
              <a:t>Parity Codes</a:t>
            </a:r>
          </a:p>
        </p:txBody>
      </p:sp>
      <p:graphicFrame>
        <p:nvGraphicFramePr>
          <p:cNvPr id="51204" name="Object 4">
            <a:extLst>
              <a:ext uri="{FF2B5EF4-FFF2-40B4-BE49-F238E27FC236}">
                <a16:creationId xmlns:a16="http://schemas.microsoft.com/office/drawing/2014/main" id="{06880C37-FB0C-4E14-90BD-C3C09D0EEBBF}"/>
              </a:ext>
            </a:extLst>
          </p:cNvPr>
          <p:cNvGraphicFramePr>
            <a:graphicFrameLocks noChangeAspect="1"/>
          </p:cNvGraphicFramePr>
          <p:nvPr/>
        </p:nvGraphicFramePr>
        <p:xfrm>
          <a:off x="2743200" y="3808413"/>
          <a:ext cx="2619375" cy="584200"/>
        </p:xfrm>
        <a:graphic>
          <a:graphicData uri="http://schemas.openxmlformats.org/presentationml/2006/ole">
            <mc:AlternateContent xmlns:mc="http://schemas.openxmlformats.org/markup-compatibility/2006">
              <mc:Choice xmlns:v="urn:schemas-microsoft-com:vml" Requires="v">
                <p:oleObj name="Equation" r:id="rId2" imgW="1282700" imgH="292100" progId="Equation.3">
                  <p:embed/>
                </p:oleObj>
              </mc:Choice>
              <mc:Fallback>
                <p:oleObj name="Equation" r:id="rId2" imgW="1282700" imgH="2921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808413"/>
                        <a:ext cx="2619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5" name="Rectangle 6">
            <a:extLst>
              <a:ext uri="{FF2B5EF4-FFF2-40B4-BE49-F238E27FC236}">
                <a16:creationId xmlns:a16="http://schemas.microsoft.com/office/drawing/2014/main" id="{B993FF40-B9E9-4E6A-A13F-035421516993}"/>
              </a:ext>
            </a:extLst>
          </p:cNvPr>
          <p:cNvSpPr>
            <a:spLocks noChangeArrowheads="1"/>
          </p:cNvSpPr>
          <p:nvPr/>
        </p:nvSpPr>
        <p:spPr bwMode="auto">
          <a:xfrm>
            <a:off x="714375" y="4775200"/>
            <a:ext cx="7772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buFontTx/>
              <a:buChar char="–"/>
            </a:pPr>
            <a:r>
              <a:rPr lang="en-GB" altLang="en-US" sz="2400"/>
              <a:t>For ‘odd’ parity the additional bit is </a:t>
            </a:r>
            <a:r>
              <a:rPr lang="en-GB" altLang="en-US" sz="2400" i="1">
                <a:solidFill>
                  <a:srgbClr val="0070C0"/>
                </a:solidFill>
              </a:rPr>
              <a:t>1-q</a:t>
            </a:r>
          </a:p>
          <a:p>
            <a:pPr>
              <a:buFontTx/>
              <a:buChar char="–"/>
            </a:pPr>
            <a:r>
              <a:rPr lang="en-GB" altLang="en-US" sz="2400"/>
              <a:t>That is, the additional bit ensures that there are an ‘even’ or ‘odd’ number of ‘1’s in the codeword</a:t>
            </a:r>
          </a:p>
        </p:txBody>
      </p:sp>
      <p:cxnSp>
        <p:nvCxnSpPr>
          <p:cNvPr id="7" name="Straight Connector 6">
            <a:extLst>
              <a:ext uri="{FF2B5EF4-FFF2-40B4-BE49-F238E27FC236}">
                <a16:creationId xmlns:a16="http://schemas.microsoft.com/office/drawing/2014/main" id="{EC28EAB4-5C3F-4970-9042-0E86FBBC8524}"/>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4">
            <a:extLst>
              <a:ext uri="{FF2B5EF4-FFF2-40B4-BE49-F238E27FC236}">
                <a16:creationId xmlns:a16="http://schemas.microsoft.com/office/drawing/2014/main" id="{27063F88-D3C5-4469-BBDD-AE1BC040A78F}"/>
              </a:ext>
            </a:extLst>
          </p:cNvPr>
          <p:cNvSpPr txBox="1">
            <a:spLocks noChangeArrowheads="1"/>
          </p:cNvSpPr>
          <p:nvPr/>
        </p:nvSpPr>
        <p:spPr bwMode="auto">
          <a:xfrm>
            <a:off x="304800" y="152400"/>
            <a:ext cx="86106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b="1">
                <a:solidFill>
                  <a:srgbClr val="C00000"/>
                </a:solidFill>
                <a:latin typeface="Cambria" panose="02040503050406030204" pitchFamily="18" charset="0"/>
              </a:rPr>
              <a:t>Structure of encoder and decoder in </a:t>
            </a:r>
          </a:p>
          <a:p>
            <a:pPr algn="ctr">
              <a:spcBef>
                <a:spcPct val="0"/>
              </a:spcBef>
              <a:buFontTx/>
              <a:buNone/>
            </a:pPr>
            <a:r>
              <a:rPr lang="en-US" altLang="en-US" b="1">
                <a:solidFill>
                  <a:srgbClr val="C00000"/>
                </a:solidFill>
                <a:latin typeface="Cambria" panose="02040503050406030204" pitchFamily="18" charset="0"/>
              </a:rPr>
              <a:t>parity check</a:t>
            </a:r>
          </a:p>
        </p:txBody>
      </p:sp>
      <p:pic>
        <p:nvPicPr>
          <p:cNvPr id="52227" name="Picture 4">
            <a:extLst>
              <a:ext uri="{FF2B5EF4-FFF2-40B4-BE49-F238E27FC236}">
                <a16:creationId xmlns:a16="http://schemas.microsoft.com/office/drawing/2014/main" id="{3046A060-5EBD-4B18-BEC3-0E6261FD70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474788"/>
            <a:ext cx="8153400" cy="437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a:extLst>
              <a:ext uri="{FF2B5EF4-FFF2-40B4-BE49-F238E27FC236}">
                <a16:creationId xmlns:a16="http://schemas.microsoft.com/office/drawing/2014/main" id="{4B593B7B-10C2-41E2-A21F-39B001A3D8A4}"/>
              </a:ext>
            </a:extLst>
          </p:cNvPr>
          <p:cNvSpPr>
            <a:spLocks noGrp="1"/>
          </p:cNvSpPr>
          <p:nvPr>
            <p:ph idx="1"/>
          </p:nvPr>
        </p:nvSpPr>
        <p:spPr>
          <a:xfrm>
            <a:off x="304800" y="1493838"/>
            <a:ext cx="8229600" cy="4525962"/>
          </a:xfrm>
        </p:spPr>
        <p:txBody>
          <a:bodyPr/>
          <a:lstStyle/>
          <a:p>
            <a:pPr marL="660400" indent="-660400" fontAlgn="base">
              <a:spcAft>
                <a:spcPct val="0"/>
              </a:spcAft>
            </a:pPr>
            <a:r>
              <a:rPr lang="en-GB" altLang="en-US"/>
              <a:t>Even parity</a:t>
            </a:r>
          </a:p>
          <a:p>
            <a:pPr marL="1035050" lvl="1" indent="-577850" fontAlgn="base">
              <a:spcAft>
                <a:spcPct val="0"/>
              </a:spcAft>
              <a:buFontTx/>
              <a:buNone/>
            </a:pPr>
            <a:r>
              <a:rPr lang="en-GB" altLang="en-US"/>
              <a:t>(i) d=(10110) so,</a:t>
            </a:r>
          </a:p>
          <a:p>
            <a:pPr marL="1035050" lvl="1" indent="-577850" fontAlgn="base">
              <a:spcAft>
                <a:spcPct val="0"/>
              </a:spcAft>
              <a:buFontTx/>
              <a:buNone/>
            </a:pPr>
            <a:r>
              <a:rPr lang="en-GB" altLang="en-US"/>
              <a:t>     c=(101101)</a:t>
            </a:r>
          </a:p>
          <a:p>
            <a:pPr marL="1035050" lvl="1" indent="-577850" fontAlgn="base">
              <a:spcAft>
                <a:spcPct val="0"/>
              </a:spcAft>
              <a:buFontTx/>
              <a:buAutoNum type="romanLcParenBoth" startAt="2"/>
            </a:pPr>
            <a:r>
              <a:rPr lang="en-GB" altLang="en-US"/>
              <a:t>d=(11011) so,</a:t>
            </a:r>
          </a:p>
          <a:p>
            <a:pPr marL="1035050" lvl="1" indent="-577850" fontAlgn="base">
              <a:spcAft>
                <a:spcPct val="0"/>
              </a:spcAft>
              <a:buFontTx/>
              <a:buNone/>
            </a:pPr>
            <a:r>
              <a:rPr lang="en-GB" altLang="en-US"/>
              <a:t>	c=(110110)</a:t>
            </a:r>
          </a:p>
          <a:p>
            <a:pPr marL="660400" indent="-660400" fontAlgn="base">
              <a:spcAft>
                <a:spcPct val="0"/>
              </a:spcAft>
            </a:pPr>
            <a:endParaRPr lang="en-GB" altLang="en-US"/>
          </a:p>
        </p:txBody>
      </p:sp>
      <p:sp>
        <p:nvSpPr>
          <p:cNvPr id="34818" name="Rectangle 2">
            <a:extLst>
              <a:ext uri="{FF2B5EF4-FFF2-40B4-BE49-F238E27FC236}">
                <a16:creationId xmlns:a16="http://schemas.microsoft.com/office/drawing/2014/main" id="{3AD6CB43-38AA-48EA-95C9-A89C315ED096}"/>
              </a:ext>
            </a:extLst>
          </p:cNvPr>
          <p:cNvSpPr>
            <a:spLocks noGrp="1" noChangeArrowheads="1"/>
          </p:cNvSpPr>
          <p:nvPr>
            <p:ph type="title" idx="4294967295"/>
          </p:nvPr>
        </p:nvSpPr>
        <p:spPr>
          <a:xfrm>
            <a:off x="0" y="228600"/>
            <a:ext cx="8229600" cy="715963"/>
          </a:xfrm>
        </p:spPr>
        <p:txBody>
          <a:bodyPr/>
          <a:lstStyle/>
          <a:p>
            <a:pPr eaLnBrk="1" hangingPunct="1">
              <a:defRPr/>
            </a:pPr>
            <a:r>
              <a:rPr lang="en-GB" dirty="0">
                <a:solidFill>
                  <a:srgbClr val="C00000"/>
                </a:solidFill>
                <a:latin typeface="Cambria" pitchFamily="18" charset="0"/>
              </a:rPr>
              <a:t>Parity Codes – Example  1</a:t>
            </a:r>
          </a:p>
        </p:txBody>
      </p:sp>
      <p:cxnSp>
        <p:nvCxnSpPr>
          <p:cNvPr id="7" name="Straight Connector 6">
            <a:extLst>
              <a:ext uri="{FF2B5EF4-FFF2-40B4-BE49-F238E27FC236}">
                <a16:creationId xmlns:a16="http://schemas.microsoft.com/office/drawing/2014/main" id="{438F80D2-7E95-4F2C-86E5-43104DE2D849}"/>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id="{D327EC74-20D9-4854-9A30-49A50BFB3A9B}"/>
              </a:ext>
            </a:extLst>
          </p:cNvPr>
          <p:cNvSpPr>
            <a:spLocks noGrp="1"/>
          </p:cNvSpPr>
          <p:nvPr>
            <p:ph idx="1"/>
          </p:nvPr>
        </p:nvSpPr>
        <p:spPr>
          <a:xfrm>
            <a:off x="304800" y="1493838"/>
            <a:ext cx="8229600" cy="4525962"/>
          </a:xfrm>
        </p:spPr>
        <p:txBody>
          <a:bodyPr/>
          <a:lstStyle/>
          <a:p>
            <a:pPr fontAlgn="base">
              <a:spcAft>
                <a:spcPct val="0"/>
              </a:spcAft>
            </a:pPr>
            <a:r>
              <a:rPr lang="en-GB" altLang="en-US"/>
              <a:t>Coding table for (4,3) even parity code</a:t>
            </a:r>
          </a:p>
        </p:txBody>
      </p:sp>
      <p:sp>
        <p:nvSpPr>
          <p:cNvPr id="2052" name="Rectangle 2">
            <a:extLst>
              <a:ext uri="{FF2B5EF4-FFF2-40B4-BE49-F238E27FC236}">
                <a16:creationId xmlns:a16="http://schemas.microsoft.com/office/drawing/2014/main" id="{D2241DCE-02DE-4A0A-92F1-A86A358AD73A}"/>
              </a:ext>
            </a:extLst>
          </p:cNvPr>
          <p:cNvSpPr>
            <a:spLocks noGrp="1" noChangeArrowheads="1"/>
          </p:cNvSpPr>
          <p:nvPr>
            <p:ph type="title" idx="4294967295"/>
          </p:nvPr>
        </p:nvSpPr>
        <p:spPr>
          <a:xfrm>
            <a:off x="0" y="0"/>
            <a:ext cx="8229600" cy="792163"/>
          </a:xfrm>
        </p:spPr>
        <p:txBody>
          <a:bodyPr/>
          <a:lstStyle/>
          <a:p>
            <a:pPr eaLnBrk="1" hangingPunct="1">
              <a:defRPr/>
            </a:pPr>
            <a:r>
              <a:rPr lang="en-GB" dirty="0">
                <a:solidFill>
                  <a:srgbClr val="C00000"/>
                </a:solidFill>
                <a:latin typeface="Cambria" pitchFamily="18" charset="0"/>
              </a:rPr>
              <a:t>Parity Codes – Example 2</a:t>
            </a:r>
          </a:p>
        </p:txBody>
      </p:sp>
      <p:grpSp>
        <p:nvGrpSpPr>
          <p:cNvPr id="55300" name="Group 11">
            <a:extLst>
              <a:ext uri="{FF2B5EF4-FFF2-40B4-BE49-F238E27FC236}">
                <a16:creationId xmlns:a16="http://schemas.microsoft.com/office/drawing/2014/main" id="{0F374D22-FEF2-4FD2-A4D8-2CE06C6A0822}"/>
              </a:ext>
            </a:extLst>
          </p:cNvPr>
          <p:cNvGrpSpPr>
            <a:grpSpLocks/>
          </p:cNvGrpSpPr>
          <p:nvPr/>
        </p:nvGrpSpPr>
        <p:grpSpPr bwMode="auto">
          <a:xfrm>
            <a:off x="2209800" y="2693988"/>
            <a:ext cx="4500563" cy="3071812"/>
            <a:chOff x="1472" y="1905"/>
            <a:chExt cx="2835" cy="1935"/>
          </a:xfrm>
        </p:grpSpPr>
        <p:sp>
          <p:nvSpPr>
            <p:cNvPr id="55302" name="Line 4">
              <a:extLst>
                <a:ext uri="{FF2B5EF4-FFF2-40B4-BE49-F238E27FC236}">
                  <a16:creationId xmlns:a16="http://schemas.microsoft.com/office/drawing/2014/main" id="{54A6B9E8-D5CB-48BA-9D3E-5F9F81F655F6}"/>
                </a:ext>
              </a:extLst>
            </p:cNvPr>
            <p:cNvSpPr>
              <a:spLocks noChangeShapeType="1"/>
            </p:cNvSpPr>
            <p:nvPr/>
          </p:nvSpPr>
          <p:spPr bwMode="auto">
            <a:xfrm>
              <a:off x="1472" y="1953"/>
              <a:ext cx="28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3" name="Line 5">
              <a:extLst>
                <a:ext uri="{FF2B5EF4-FFF2-40B4-BE49-F238E27FC236}">
                  <a16:creationId xmlns:a16="http://schemas.microsoft.com/office/drawing/2014/main" id="{1E904F0B-897E-4B6A-BD32-F1BAF89A9BFF}"/>
                </a:ext>
              </a:extLst>
            </p:cNvPr>
            <p:cNvSpPr>
              <a:spLocks noChangeShapeType="1"/>
            </p:cNvSpPr>
            <p:nvPr/>
          </p:nvSpPr>
          <p:spPr bwMode="auto">
            <a:xfrm>
              <a:off x="1472" y="2153"/>
              <a:ext cx="28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4" name="Text Box 7">
              <a:extLst>
                <a:ext uri="{FF2B5EF4-FFF2-40B4-BE49-F238E27FC236}">
                  <a16:creationId xmlns:a16="http://schemas.microsoft.com/office/drawing/2014/main" id="{A7DBA91C-6561-40B2-BB9D-08459FDC1BF3}"/>
                </a:ext>
              </a:extLst>
            </p:cNvPr>
            <p:cNvSpPr txBox="1">
              <a:spLocks noChangeArrowheads="1"/>
            </p:cNvSpPr>
            <p:nvPr/>
          </p:nvSpPr>
          <p:spPr bwMode="auto">
            <a:xfrm>
              <a:off x="1568" y="1905"/>
              <a:ext cx="9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GB" altLang="en-US" sz="1800"/>
                <a:t>Dataword</a:t>
              </a:r>
            </a:p>
          </p:txBody>
        </p:sp>
        <p:sp>
          <p:nvSpPr>
            <p:cNvPr id="55305" name="Text Box 8">
              <a:extLst>
                <a:ext uri="{FF2B5EF4-FFF2-40B4-BE49-F238E27FC236}">
                  <a16:creationId xmlns:a16="http://schemas.microsoft.com/office/drawing/2014/main" id="{51BA2CBE-565D-47A3-ACAB-CED03C3E7256}"/>
                </a:ext>
              </a:extLst>
            </p:cNvPr>
            <p:cNvSpPr txBox="1">
              <a:spLocks noChangeArrowheads="1"/>
            </p:cNvSpPr>
            <p:nvPr/>
          </p:nvSpPr>
          <p:spPr bwMode="auto">
            <a:xfrm>
              <a:off x="3126" y="1905"/>
              <a:ext cx="9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None/>
              </a:pPr>
              <a:r>
                <a:rPr lang="en-GB" altLang="en-US" sz="1800"/>
                <a:t>Codeword</a:t>
              </a:r>
            </a:p>
          </p:txBody>
        </p:sp>
        <p:graphicFrame>
          <p:nvGraphicFramePr>
            <p:cNvPr id="55306" name="Object 9">
              <a:extLst>
                <a:ext uri="{FF2B5EF4-FFF2-40B4-BE49-F238E27FC236}">
                  <a16:creationId xmlns:a16="http://schemas.microsoft.com/office/drawing/2014/main" id="{B6EF8CB6-13FC-47E9-A048-8A0FCF8FD5EE}"/>
                </a:ext>
              </a:extLst>
            </p:cNvPr>
            <p:cNvGraphicFramePr>
              <a:graphicFrameLocks noChangeAspect="1"/>
            </p:cNvGraphicFramePr>
            <p:nvPr/>
          </p:nvGraphicFramePr>
          <p:xfrm>
            <a:off x="1472" y="2193"/>
            <a:ext cx="1187" cy="1647"/>
          </p:xfrm>
          <a:graphic>
            <a:graphicData uri="http://schemas.openxmlformats.org/presentationml/2006/ole">
              <mc:AlternateContent xmlns:mc="http://schemas.openxmlformats.org/markup-compatibility/2006">
                <mc:Choice xmlns:v="urn:schemas-microsoft-com:vml" Requires="v">
                  <p:oleObj name="Equation" r:id="rId2" imgW="558800" imgH="1803400" progId="Equation.3">
                    <p:embed/>
                  </p:oleObj>
                </mc:Choice>
                <mc:Fallback>
                  <p:oleObj name="Equation" r:id="rId2" imgW="558800" imgH="1803400"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 y="2193"/>
                          <a:ext cx="1187" cy="1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7" name="Object 10">
              <a:extLst>
                <a:ext uri="{FF2B5EF4-FFF2-40B4-BE49-F238E27FC236}">
                  <a16:creationId xmlns:a16="http://schemas.microsoft.com/office/drawing/2014/main" id="{9C48CA0E-46DB-4888-8846-E4ABB4D9B734}"/>
                </a:ext>
              </a:extLst>
            </p:cNvPr>
            <p:cNvGraphicFramePr>
              <a:graphicFrameLocks noChangeAspect="1"/>
            </p:cNvGraphicFramePr>
            <p:nvPr/>
          </p:nvGraphicFramePr>
          <p:xfrm>
            <a:off x="3004" y="2193"/>
            <a:ext cx="1303" cy="1647"/>
          </p:xfrm>
          <a:graphic>
            <a:graphicData uri="http://schemas.openxmlformats.org/presentationml/2006/ole">
              <mc:AlternateContent xmlns:mc="http://schemas.openxmlformats.org/markup-compatibility/2006">
                <mc:Choice xmlns:v="urn:schemas-microsoft-com:vml" Requires="v">
                  <p:oleObj name="Equation" r:id="rId4" imgW="774700" imgH="1803400" progId="Equation.3">
                    <p:embed/>
                  </p:oleObj>
                </mc:Choice>
                <mc:Fallback>
                  <p:oleObj name="Equation" r:id="rId4" imgW="774700" imgH="18034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4" y="2193"/>
                          <a:ext cx="1303" cy="1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cxnSp>
        <p:nvCxnSpPr>
          <p:cNvPr id="12" name="Straight Connector 11">
            <a:extLst>
              <a:ext uri="{FF2B5EF4-FFF2-40B4-BE49-F238E27FC236}">
                <a16:creationId xmlns:a16="http://schemas.microsoft.com/office/drawing/2014/main" id="{A04CD633-48C6-463A-9433-369D04CA2775}"/>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a:extLst>
              <a:ext uri="{FF2B5EF4-FFF2-40B4-BE49-F238E27FC236}">
                <a16:creationId xmlns:a16="http://schemas.microsoft.com/office/drawing/2014/main" id="{3AE4D4B9-F909-4E5B-AC83-C7B1F292B77F}"/>
              </a:ext>
            </a:extLst>
          </p:cNvPr>
          <p:cNvSpPr>
            <a:spLocks noGrp="1" noChangeArrowheads="1"/>
          </p:cNvSpPr>
          <p:nvPr>
            <p:ph idx="1"/>
          </p:nvPr>
        </p:nvSpPr>
        <p:spPr>
          <a:xfrm>
            <a:off x="304800" y="1493838"/>
            <a:ext cx="8229600" cy="4525962"/>
          </a:xfrm>
        </p:spPr>
        <p:txBody>
          <a:bodyPr>
            <a:normAutofit fontScale="92500" lnSpcReduction="20000"/>
          </a:bodyPr>
          <a:lstStyle/>
          <a:p>
            <a:pPr marL="457200" indent="-457200" algn="just">
              <a:lnSpc>
                <a:spcPct val="90000"/>
              </a:lnSpc>
              <a:buFont typeface="Arial" pitchFamily="34" charset="0"/>
              <a:buChar char="•"/>
              <a:defRPr/>
            </a:pPr>
            <a:r>
              <a:rPr lang="en-GB" sz="2800" b="1" dirty="0">
                <a:solidFill>
                  <a:srgbClr val="0070C0"/>
                </a:solidFill>
              </a:rPr>
              <a:t>To decode</a:t>
            </a:r>
          </a:p>
          <a:p>
            <a:pPr lvl="1" algn="just">
              <a:lnSpc>
                <a:spcPct val="90000"/>
              </a:lnSpc>
              <a:defRPr/>
            </a:pPr>
            <a:r>
              <a:rPr lang="en-GB" sz="2400" dirty="0"/>
              <a:t>Calculate sum of received bits in block (mod 2)</a:t>
            </a:r>
          </a:p>
          <a:p>
            <a:pPr lvl="1" algn="just">
              <a:lnSpc>
                <a:spcPct val="90000"/>
              </a:lnSpc>
              <a:defRPr/>
            </a:pPr>
            <a:r>
              <a:rPr lang="en-GB" sz="2400" dirty="0"/>
              <a:t>If sum is 0 (1) for even (odd) parity then the </a:t>
            </a:r>
            <a:r>
              <a:rPr lang="en-GB" sz="2400" dirty="0" err="1"/>
              <a:t>dataword</a:t>
            </a:r>
            <a:r>
              <a:rPr lang="en-GB" sz="2400" dirty="0"/>
              <a:t> is the first </a:t>
            </a:r>
            <a:r>
              <a:rPr lang="en-GB" sz="2400" i="1" dirty="0"/>
              <a:t>k</a:t>
            </a:r>
            <a:r>
              <a:rPr lang="en-GB" sz="2400" dirty="0"/>
              <a:t> bits of the received codeword</a:t>
            </a:r>
          </a:p>
          <a:p>
            <a:pPr lvl="1" algn="just">
              <a:lnSpc>
                <a:spcPct val="90000"/>
              </a:lnSpc>
              <a:defRPr/>
            </a:pPr>
            <a:r>
              <a:rPr lang="en-GB" sz="2400" dirty="0"/>
              <a:t>Otherwise </a:t>
            </a:r>
            <a:r>
              <a:rPr lang="en-GB" sz="2400" b="1" dirty="0">
                <a:solidFill>
                  <a:srgbClr val="0070C0"/>
                </a:solidFill>
              </a:rPr>
              <a:t>error</a:t>
            </a:r>
          </a:p>
          <a:p>
            <a:pPr marL="457200" indent="-457200" algn="just">
              <a:lnSpc>
                <a:spcPct val="90000"/>
              </a:lnSpc>
              <a:buFont typeface="Arial" pitchFamily="34" charset="0"/>
              <a:buChar char="•"/>
              <a:defRPr/>
            </a:pPr>
            <a:r>
              <a:rPr lang="en-GB" sz="2800" dirty="0"/>
              <a:t>Code </a:t>
            </a:r>
            <a:r>
              <a:rPr lang="en-GB" sz="2800" b="1" dirty="0">
                <a:solidFill>
                  <a:srgbClr val="0070C0"/>
                </a:solidFill>
              </a:rPr>
              <a:t>can </a:t>
            </a:r>
            <a:r>
              <a:rPr lang="en-GB" sz="2800" b="1" u="sng" dirty="0">
                <a:solidFill>
                  <a:srgbClr val="0070C0"/>
                </a:solidFill>
              </a:rPr>
              <a:t>detect</a:t>
            </a:r>
            <a:r>
              <a:rPr lang="en-GB" sz="2800" b="1" dirty="0">
                <a:solidFill>
                  <a:srgbClr val="0070C0"/>
                </a:solidFill>
              </a:rPr>
              <a:t> single errors</a:t>
            </a:r>
          </a:p>
          <a:p>
            <a:pPr marL="457200" indent="-457200" algn="just">
              <a:lnSpc>
                <a:spcPct val="90000"/>
              </a:lnSpc>
              <a:buFont typeface="Arial" pitchFamily="34" charset="0"/>
              <a:buChar char="•"/>
              <a:defRPr/>
            </a:pPr>
            <a:r>
              <a:rPr lang="en-GB" sz="2800" dirty="0"/>
              <a:t>But </a:t>
            </a:r>
            <a:r>
              <a:rPr lang="en-GB" sz="2800" b="1" dirty="0">
                <a:solidFill>
                  <a:srgbClr val="0070C0"/>
                </a:solidFill>
              </a:rPr>
              <a:t>cannot </a:t>
            </a:r>
            <a:r>
              <a:rPr lang="en-GB" sz="2800" b="1" u="sng" dirty="0">
                <a:solidFill>
                  <a:srgbClr val="0070C0"/>
                </a:solidFill>
              </a:rPr>
              <a:t>correct</a:t>
            </a:r>
            <a:r>
              <a:rPr lang="en-GB" sz="2800" b="1" dirty="0">
                <a:solidFill>
                  <a:srgbClr val="0070C0"/>
                </a:solidFill>
              </a:rPr>
              <a:t> error </a:t>
            </a:r>
            <a:r>
              <a:rPr lang="en-GB" sz="2800" dirty="0"/>
              <a:t>since the error could be in any bit</a:t>
            </a:r>
          </a:p>
          <a:p>
            <a:pPr marL="457200" indent="-457200" algn="just">
              <a:lnSpc>
                <a:spcPct val="90000"/>
              </a:lnSpc>
              <a:buFont typeface="Arial" pitchFamily="34" charset="0"/>
              <a:buChar char="•"/>
              <a:defRPr/>
            </a:pPr>
            <a:r>
              <a:rPr lang="en-GB" sz="2800" dirty="0"/>
              <a:t>For example, if the received </a:t>
            </a:r>
            <a:r>
              <a:rPr lang="en-GB" sz="2800" dirty="0" err="1"/>
              <a:t>dataword</a:t>
            </a:r>
            <a:r>
              <a:rPr lang="en-GB" sz="2800" dirty="0"/>
              <a:t> is (100000) the transmitted </a:t>
            </a:r>
            <a:r>
              <a:rPr lang="en-GB" sz="2800" dirty="0" err="1"/>
              <a:t>dataword</a:t>
            </a:r>
            <a:r>
              <a:rPr lang="en-GB" sz="2800" dirty="0"/>
              <a:t> could have been (000000) or (110000) with the error being in the first or second place respectively</a:t>
            </a:r>
          </a:p>
          <a:p>
            <a:pPr marL="457200" indent="-457200" algn="just">
              <a:lnSpc>
                <a:spcPct val="90000"/>
              </a:lnSpc>
              <a:buFont typeface="Arial" pitchFamily="34" charset="0"/>
              <a:buChar char="•"/>
              <a:defRPr/>
            </a:pPr>
            <a:r>
              <a:rPr lang="en-GB" sz="2800" dirty="0"/>
              <a:t>Note error could also lie in other positions </a:t>
            </a:r>
            <a:r>
              <a:rPr lang="en-GB" sz="2800" dirty="0">
                <a:solidFill>
                  <a:srgbClr val="0070C0"/>
                </a:solidFill>
              </a:rPr>
              <a:t>including the parity bit</a:t>
            </a:r>
          </a:p>
          <a:p>
            <a:pPr>
              <a:lnSpc>
                <a:spcPct val="90000"/>
              </a:lnSpc>
              <a:defRPr/>
            </a:pPr>
            <a:endParaRPr lang="en-GB" sz="2800" dirty="0"/>
          </a:p>
          <a:p>
            <a:pPr>
              <a:lnSpc>
                <a:spcPct val="90000"/>
              </a:lnSpc>
              <a:defRPr/>
            </a:pPr>
            <a:endParaRPr lang="en-GB" sz="2800" dirty="0"/>
          </a:p>
        </p:txBody>
      </p:sp>
      <p:sp>
        <p:nvSpPr>
          <p:cNvPr id="35842" name="Rectangle 2">
            <a:extLst>
              <a:ext uri="{FF2B5EF4-FFF2-40B4-BE49-F238E27FC236}">
                <a16:creationId xmlns:a16="http://schemas.microsoft.com/office/drawing/2014/main" id="{5AE267D1-9D9C-40F1-921A-306BD09DECEA}"/>
              </a:ext>
            </a:extLst>
          </p:cNvPr>
          <p:cNvSpPr>
            <a:spLocks noGrp="1" noChangeArrowheads="1"/>
          </p:cNvSpPr>
          <p:nvPr>
            <p:ph type="title" idx="4294967295"/>
          </p:nvPr>
        </p:nvSpPr>
        <p:spPr>
          <a:xfrm>
            <a:off x="0" y="-90488"/>
            <a:ext cx="7772400" cy="1143001"/>
          </a:xfrm>
        </p:spPr>
        <p:txBody>
          <a:bodyPr/>
          <a:lstStyle/>
          <a:p>
            <a:pPr eaLnBrk="1" hangingPunct="1">
              <a:defRPr/>
            </a:pPr>
            <a:r>
              <a:rPr lang="en-GB" dirty="0">
                <a:solidFill>
                  <a:srgbClr val="C00000"/>
                </a:solidFill>
                <a:effectLst>
                  <a:outerShdw blurRad="38100" dist="38100" dir="2700000" algn="tl">
                    <a:srgbClr val="000000">
                      <a:alpha val="43137"/>
                    </a:srgbClr>
                  </a:outerShdw>
                </a:effectLst>
                <a:latin typeface="Cambria" pitchFamily="18" charset="0"/>
              </a:rPr>
              <a:t>Parity Codes</a:t>
            </a:r>
          </a:p>
        </p:txBody>
      </p:sp>
      <p:cxnSp>
        <p:nvCxnSpPr>
          <p:cNvPr id="5" name="Straight Connector 4">
            <a:extLst>
              <a:ext uri="{FF2B5EF4-FFF2-40B4-BE49-F238E27FC236}">
                <a16:creationId xmlns:a16="http://schemas.microsoft.com/office/drawing/2014/main" id="{7FBFDB97-F456-4235-9BC3-A538A0A5A5B5}"/>
              </a:ext>
            </a:extLst>
          </p:cNvPr>
          <p:cNvCxnSpPr/>
          <p:nvPr/>
        </p:nvCxnSpPr>
        <p:spPr>
          <a:xfrm>
            <a:off x="0" y="6629400"/>
            <a:ext cx="9144000" cy="1588"/>
          </a:xfrm>
          <a:prstGeom prst="line">
            <a:avLst/>
          </a:prstGeom>
          <a:ln w="38100">
            <a:solidFill>
              <a:srgbClr val="00B05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1">
            <a:extLst>
              <a:ext uri="{FF2B5EF4-FFF2-40B4-BE49-F238E27FC236}">
                <a16:creationId xmlns:a16="http://schemas.microsoft.com/office/drawing/2014/main" id="{57A5EEA0-A484-42CC-86B2-157F45645DE2}"/>
              </a:ext>
            </a:extLst>
          </p:cNvPr>
          <p:cNvSpPr>
            <a:spLocks noGrp="1"/>
          </p:cNvSpPr>
          <p:nvPr>
            <p:ph idx="1"/>
          </p:nvPr>
        </p:nvSpPr>
        <p:spPr>
          <a:xfrm>
            <a:off x="304800" y="1493838"/>
            <a:ext cx="8229600" cy="4525962"/>
          </a:xfrm>
        </p:spPr>
        <p:txBody>
          <a:bodyPr/>
          <a:lstStyle/>
          <a:p>
            <a:pPr fontAlgn="base">
              <a:spcAft>
                <a:spcPct val="0"/>
              </a:spcAft>
            </a:pPr>
            <a:r>
              <a:rPr lang="en-US" altLang="en-US"/>
              <a:t>Simple parity-check code C(5, 4)</a:t>
            </a:r>
            <a:endParaRPr lang="en-GB" altLang="en-US"/>
          </a:p>
        </p:txBody>
      </p:sp>
      <p:sp>
        <p:nvSpPr>
          <p:cNvPr id="3" name="Content Placeholder 2">
            <a:extLst>
              <a:ext uri="{FF2B5EF4-FFF2-40B4-BE49-F238E27FC236}">
                <a16:creationId xmlns:a16="http://schemas.microsoft.com/office/drawing/2014/main" id="{B020C867-6B20-4A47-A753-46425430AA2F}"/>
              </a:ext>
            </a:extLst>
          </p:cNvPr>
          <p:cNvSpPr>
            <a:spLocks noGrp="1"/>
          </p:cNvSpPr>
          <p:nvPr>
            <p:ph sz="quarter" idx="10"/>
          </p:nvPr>
        </p:nvSpPr>
        <p:spPr/>
        <p:txBody>
          <a:bodyPr/>
          <a:lstStyle/>
          <a:p>
            <a:pPr>
              <a:defRPr/>
            </a:pPr>
            <a:r>
              <a:rPr lang="en-GB" dirty="0">
                <a:solidFill>
                  <a:srgbClr val="C00000"/>
                </a:solidFill>
                <a:latin typeface="Cambria" pitchFamily="18" charset="0"/>
              </a:rPr>
              <a:t>Parity Codes – Example 3</a:t>
            </a:r>
            <a:endParaRPr lang="en-GB" dirty="0"/>
          </a:p>
        </p:txBody>
      </p:sp>
      <p:pic>
        <p:nvPicPr>
          <p:cNvPr id="57348" name="Picture 4">
            <a:extLst>
              <a:ext uri="{FF2B5EF4-FFF2-40B4-BE49-F238E27FC236}">
                <a16:creationId xmlns:a16="http://schemas.microsoft.com/office/drawing/2014/main" id="{ECF9060E-1303-48E9-A1C5-240B5D1594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38" y="2209800"/>
            <a:ext cx="8520112" cy="414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A1EE1D-AD61-43F1-8C85-89292468474E}"/>
              </a:ext>
            </a:extLst>
          </p:cNvPr>
          <p:cNvSpPr>
            <a:spLocks noGrp="1"/>
          </p:cNvSpPr>
          <p:nvPr>
            <p:ph idx="1"/>
          </p:nvPr>
        </p:nvSpPr>
        <p:spPr>
          <a:xfrm>
            <a:off x="152400" y="1312863"/>
            <a:ext cx="8839200" cy="5087937"/>
          </a:xfrm>
        </p:spPr>
        <p:txBody>
          <a:bodyPr/>
          <a:lstStyle/>
          <a:p>
            <a:pPr marL="0" indent="0" algn="just">
              <a:defRPr/>
            </a:pPr>
            <a:r>
              <a:rPr lang="en-US" altLang="en-US" sz="2200" i="1" dirty="0"/>
              <a:t>Let us look at some transmission scenarios. Assume the sender sends the </a:t>
            </a:r>
            <a:r>
              <a:rPr lang="en-US" altLang="en-US" sz="2200" i="1" dirty="0" err="1"/>
              <a:t>dataword</a:t>
            </a:r>
            <a:r>
              <a:rPr lang="en-US" altLang="en-US" sz="2200" i="1" dirty="0"/>
              <a:t> 1011. The codeword created from this </a:t>
            </a:r>
            <a:r>
              <a:rPr lang="en-US" altLang="en-US" sz="2200" i="1" dirty="0" err="1"/>
              <a:t>dataword</a:t>
            </a:r>
            <a:r>
              <a:rPr lang="en-US" altLang="en-US" sz="2200" i="1" dirty="0"/>
              <a:t> is 10111, which is sent to the receiver. We examine five cases:</a:t>
            </a:r>
          </a:p>
          <a:p>
            <a:pPr marL="457200" indent="-457200">
              <a:buFont typeface="+mj-lt"/>
              <a:buAutoNum type="arabicPeriod"/>
              <a:defRPr/>
            </a:pPr>
            <a:r>
              <a:rPr lang="en-US" altLang="en-US" sz="2000" i="1" dirty="0"/>
              <a:t>No error occurs; the received codeword is 10111. The syndrome is 0. The </a:t>
            </a:r>
            <a:r>
              <a:rPr lang="en-US" altLang="en-US" sz="2000" i="1" dirty="0" err="1"/>
              <a:t>dataword</a:t>
            </a:r>
            <a:r>
              <a:rPr lang="en-US" altLang="en-US" sz="2000" i="1" dirty="0"/>
              <a:t> 1011 is created.</a:t>
            </a:r>
          </a:p>
          <a:p>
            <a:pPr marL="457200" indent="-457200">
              <a:buFont typeface="+mj-lt"/>
              <a:buAutoNum type="arabicPeriod"/>
              <a:defRPr/>
            </a:pPr>
            <a:r>
              <a:rPr lang="en-US" altLang="en-US" sz="2000" i="1" dirty="0"/>
              <a:t>One single-bit error changes a</a:t>
            </a:r>
            <a:r>
              <a:rPr lang="en-US" altLang="en-US" sz="2000" i="1" baseline="-14000" dirty="0"/>
              <a:t>1 </a:t>
            </a:r>
            <a:r>
              <a:rPr lang="en-US" altLang="en-US" sz="2000" i="1" dirty="0"/>
              <a:t>. The received codeword is 10011. The syndrome is 1. No </a:t>
            </a:r>
            <a:r>
              <a:rPr lang="en-US" altLang="en-US" sz="2000" i="1" dirty="0" err="1"/>
              <a:t>dataword</a:t>
            </a:r>
            <a:r>
              <a:rPr lang="en-US" altLang="en-US" sz="2000" i="1" dirty="0"/>
              <a:t> is created.</a:t>
            </a:r>
          </a:p>
          <a:p>
            <a:pPr marL="457200" indent="-457200">
              <a:buFont typeface="+mj-lt"/>
              <a:buAutoNum type="arabicPeriod"/>
              <a:defRPr/>
            </a:pPr>
            <a:r>
              <a:rPr lang="en-US" altLang="en-US" sz="2000" i="1" dirty="0"/>
              <a:t>One single-bit error changes r</a:t>
            </a:r>
            <a:r>
              <a:rPr lang="en-US" altLang="en-US" sz="2000" i="1" baseline="-14000" dirty="0"/>
              <a:t>0 </a:t>
            </a:r>
            <a:r>
              <a:rPr lang="en-US" altLang="en-US" sz="2000" i="1" dirty="0"/>
              <a:t>. The received codeword is 10110. The syndrome is 1. No </a:t>
            </a:r>
            <a:r>
              <a:rPr lang="en-US" altLang="en-US" sz="2000" i="1" dirty="0" err="1"/>
              <a:t>dataword</a:t>
            </a:r>
            <a:r>
              <a:rPr lang="en-US" altLang="en-US" sz="2000" i="1" dirty="0"/>
              <a:t> is created. </a:t>
            </a:r>
          </a:p>
          <a:p>
            <a:pPr marL="457200" indent="-457200">
              <a:buFont typeface="+mj-lt"/>
              <a:buAutoNum type="arabicPeriod"/>
              <a:defRPr/>
            </a:pPr>
            <a:r>
              <a:rPr lang="en-US" altLang="en-US" sz="2000" i="1" dirty="0"/>
              <a:t>An error changes r</a:t>
            </a:r>
            <a:r>
              <a:rPr lang="en-US" altLang="en-US" sz="2000" i="1" baseline="-14000" dirty="0"/>
              <a:t>0</a:t>
            </a:r>
            <a:r>
              <a:rPr lang="en-US" altLang="en-US" sz="2000" i="1" dirty="0"/>
              <a:t> and a second error changes a</a:t>
            </a:r>
            <a:r>
              <a:rPr lang="en-US" altLang="en-US" sz="2000" i="1" baseline="-14000" dirty="0"/>
              <a:t>3 </a:t>
            </a:r>
            <a:r>
              <a:rPr lang="en-US" altLang="en-US" sz="2000" i="1" dirty="0"/>
              <a:t>. The received codeword is 00110. The syndrome is 0. The </a:t>
            </a:r>
            <a:r>
              <a:rPr lang="en-US" altLang="en-US" sz="2000" i="1" dirty="0" err="1"/>
              <a:t>dataword</a:t>
            </a:r>
            <a:r>
              <a:rPr lang="en-US" altLang="en-US" sz="2000" i="1" dirty="0"/>
              <a:t> 0011 is created at the receiver. Note that here the </a:t>
            </a:r>
            <a:r>
              <a:rPr lang="en-US" altLang="en-US" sz="2000" i="1" dirty="0" err="1"/>
              <a:t>dataword</a:t>
            </a:r>
            <a:r>
              <a:rPr lang="en-US" altLang="en-US" sz="2000" i="1" dirty="0"/>
              <a:t> is  wrongly created due to the syndrome value. </a:t>
            </a:r>
            <a:endParaRPr lang="en-GB" dirty="0"/>
          </a:p>
        </p:txBody>
      </p:sp>
      <p:sp>
        <p:nvSpPr>
          <p:cNvPr id="3" name="Content Placeholder 2">
            <a:extLst>
              <a:ext uri="{FF2B5EF4-FFF2-40B4-BE49-F238E27FC236}">
                <a16:creationId xmlns:a16="http://schemas.microsoft.com/office/drawing/2014/main" id="{B0F40947-6505-46D5-827B-ABD12F038B60}"/>
              </a:ext>
            </a:extLst>
          </p:cNvPr>
          <p:cNvSpPr>
            <a:spLocks noGrp="1"/>
          </p:cNvSpPr>
          <p:nvPr>
            <p:ph sz="quarter" idx="10"/>
          </p:nvPr>
        </p:nvSpPr>
        <p:spPr/>
        <p:txBody>
          <a:bodyPr/>
          <a:lstStyle/>
          <a:p>
            <a:pPr>
              <a:defRPr/>
            </a:pPr>
            <a:r>
              <a:rPr lang="en-GB" dirty="0">
                <a:solidFill>
                  <a:srgbClr val="C00000"/>
                </a:solidFill>
                <a:latin typeface="Cambria" pitchFamily="18" charset="0"/>
              </a:rPr>
              <a:t>Parity Codes – Example 3</a:t>
            </a:r>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1">
            <a:extLst>
              <a:ext uri="{FF2B5EF4-FFF2-40B4-BE49-F238E27FC236}">
                <a16:creationId xmlns:a16="http://schemas.microsoft.com/office/drawing/2014/main" id="{4A3FFAEF-9289-48D0-9A95-1153AAAA07DF}"/>
              </a:ext>
            </a:extLst>
          </p:cNvPr>
          <p:cNvSpPr>
            <a:spLocks noGrp="1"/>
          </p:cNvSpPr>
          <p:nvPr>
            <p:ph idx="1"/>
          </p:nvPr>
        </p:nvSpPr>
        <p:spPr>
          <a:xfrm>
            <a:off x="304800" y="1493838"/>
            <a:ext cx="8229600" cy="4525962"/>
          </a:xfrm>
        </p:spPr>
        <p:txBody>
          <a:bodyPr/>
          <a:lstStyle/>
          <a:p>
            <a:pPr fontAlgn="base">
              <a:spcAft>
                <a:spcPct val="0"/>
              </a:spcAft>
            </a:pPr>
            <a:r>
              <a:rPr lang="en-US" altLang="en-US" i="1"/>
              <a:t>5. Three bits—a</a:t>
            </a:r>
            <a:r>
              <a:rPr lang="en-US" altLang="en-US" i="1" baseline="-14000"/>
              <a:t>3</a:t>
            </a:r>
            <a:r>
              <a:rPr lang="en-US" altLang="en-US" i="1"/>
              <a:t>, a</a:t>
            </a:r>
            <a:r>
              <a:rPr lang="en-US" altLang="en-US" i="1" baseline="-14000"/>
              <a:t>2</a:t>
            </a:r>
            <a:r>
              <a:rPr lang="en-US" altLang="en-US" i="1"/>
              <a:t>, and a</a:t>
            </a:r>
            <a:r>
              <a:rPr lang="en-US" altLang="en-US" i="1" baseline="-14000"/>
              <a:t>1</a:t>
            </a:r>
            <a:r>
              <a:rPr lang="en-US" altLang="en-US" i="1"/>
              <a:t>—are changed by errors. The received codeword is 01011. The syndrome is 1. The dataword is not created. This shows that the simple parity check, guaranteed to detect one single error, can also find any odd number of errors.</a:t>
            </a:r>
          </a:p>
          <a:p>
            <a:pPr fontAlgn="base">
              <a:spcAft>
                <a:spcPct val="0"/>
              </a:spcAft>
            </a:pPr>
            <a:endParaRPr lang="en-GB" altLang="en-US"/>
          </a:p>
        </p:txBody>
      </p:sp>
      <p:sp>
        <p:nvSpPr>
          <p:cNvPr id="3" name="Content Placeholder 2">
            <a:extLst>
              <a:ext uri="{FF2B5EF4-FFF2-40B4-BE49-F238E27FC236}">
                <a16:creationId xmlns:a16="http://schemas.microsoft.com/office/drawing/2014/main" id="{37F8EF50-B5E3-4B67-9E36-625904844338}"/>
              </a:ext>
            </a:extLst>
          </p:cNvPr>
          <p:cNvSpPr>
            <a:spLocks noGrp="1"/>
          </p:cNvSpPr>
          <p:nvPr>
            <p:ph sz="quarter" idx="10"/>
          </p:nvPr>
        </p:nvSpPr>
        <p:spPr/>
        <p:txBody>
          <a:bodyPr/>
          <a:lstStyle/>
          <a:p>
            <a:pPr>
              <a:defRPr/>
            </a:pPr>
            <a:endParaRPr lang="en-GB"/>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Line 3">
            <a:extLst>
              <a:ext uri="{FF2B5EF4-FFF2-40B4-BE49-F238E27FC236}">
                <a16:creationId xmlns:a16="http://schemas.microsoft.com/office/drawing/2014/main" id="{AD134944-2B9A-4677-96B8-DE25F418840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19" name="Text Box 4">
            <a:extLst>
              <a:ext uri="{FF2B5EF4-FFF2-40B4-BE49-F238E27FC236}">
                <a16:creationId xmlns:a16="http://schemas.microsoft.com/office/drawing/2014/main" id="{15ADACEC-0B24-4EE8-99C5-578559B69D9B}"/>
              </a:ext>
            </a:extLst>
          </p:cNvPr>
          <p:cNvSpPr txBox="1">
            <a:spLocks noChangeArrowheads="1"/>
          </p:cNvSpPr>
          <p:nvPr/>
        </p:nvSpPr>
        <p:spPr bwMode="auto">
          <a:xfrm>
            <a:off x="2133600" y="762000"/>
            <a:ext cx="52498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b="1">
                <a:solidFill>
                  <a:srgbClr val="C00000"/>
                </a:solidFill>
                <a:latin typeface="Agency FB" panose="020B0503020202020204" pitchFamily="34" charset="0"/>
              </a:rPr>
              <a:t>Horizontal and Vertical Parity Check</a:t>
            </a:r>
            <a:endParaRPr lang="en-US" altLang="en-US" b="1" i="1">
              <a:solidFill>
                <a:srgbClr val="C00000"/>
              </a:solidFill>
              <a:latin typeface="Agency FB" panose="020B0503020202020204" pitchFamily="34" charset="0"/>
            </a:endParaRPr>
          </a:p>
        </p:txBody>
      </p:sp>
      <p:pic>
        <p:nvPicPr>
          <p:cNvPr id="60420" name="Picture 9">
            <a:extLst>
              <a:ext uri="{FF2B5EF4-FFF2-40B4-BE49-F238E27FC236}">
                <a16:creationId xmlns:a16="http://schemas.microsoft.com/office/drawing/2014/main" id="{6E68704B-5C35-43C5-95F9-3EFBA3DFFE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1550" y="2209800"/>
            <a:ext cx="4387850"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8">
            <a:extLst>
              <a:ext uri="{FF2B5EF4-FFF2-40B4-BE49-F238E27FC236}">
                <a16:creationId xmlns:a16="http://schemas.microsoft.com/office/drawing/2014/main" id="{D3ED215E-6360-4C32-94A7-1D2E64410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47900"/>
            <a:ext cx="8547100" cy="284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Text Box 4">
            <a:extLst>
              <a:ext uri="{FF2B5EF4-FFF2-40B4-BE49-F238E27FC236}">
                <a16:creationId xmlns:a16="http://schemas.microsoft.com/office/drawing/2014/main" id="{9EBCA40D-42CF-4155-8494-839496FDF5DA}"/>
              </a:ext>
            </a:extLst>
          </p:cNvPr>
          <p:cNvSpPr txBox="1">
            <a:spLocks noChangeArrowheads="1"/>
          </p:cNvSpPr>
          <p:nvPr/>
        </p:nvSpPr>
        <p:spPr bwMode="auto">
          <a:xfrm>
            <a:off x="2133600" y="762000"/>
            <a:ext cx="52498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b="1">
                <a:solidFill>
                  <a:srgbClr val="C00000"/>
                </a:solidFill>
                <a:latin typeface="Agency FB" panose="020B0503020202020204" pitchFamily="34" charset="0"/>
              </a:rPr>
              <a:t>Horizontal and Vertical Parity Check</a:t>
            </a:r>
            <a:endParaRPr lang="en-US" altLang="en-US" b="1" i="1">
              <a:solidFill>
                <a:srgbClr val="C00000"/>
              </a:solidFill>
              <a:latin typeface="Agency FB" panose="020B0503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7">
            <a:extLst>
              <a:ext uri="{FF2B5EF4-FFF2-40B4-BE49-F238E27FC236}">
                <a16:creationId xmlns:a16="http://schemas.microsoft.com/office/drawing/2014/main" id="{F7076F53-F5F2-4134-9008-EAFBD74CC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2189163"/>
            <a:ext cx="8547100" cy="284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Text Box 4">
            <a:extLst>
              <a:ext uri="{FF2B5EF4-FFF2-40B4-BE49-F238E27FC236}">
                <a16:creationId xmlns:a16="http://schemas.microsoft.com/office/drawing/2014/main" id="{2053FDDC-9863-48B4-BB78-C6DAED934CF1}"/>
              </a:ext>
            </a:extLst>
          </p:cNvPr>
          <p:cNvSpPr txBox="1">
            <a:spLocks noChangeArrowheads="1"/>
          </p:cNvSpPr>
          <p:nvPr/>
        </p:nvSpPr>
        <p:spPr bwMode="auto">
          <a:xfrm>
            <a:off x="2133600" y="762000"/>
            <a:ext cx="52498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US" altLang="en-US" b="1">
                <a:solidFill>
                  <a:srgbClr val="C00000"/>
                </a:solidFill>
                <a:latin typeface="Agency FB" panose="020B0503020202020204" pitchFamily="34" charset="0"/>
              </a:rPr>
              <a:t>Horizontal and Vertical Parity Check</a:t>
            </a:r>
            <a:endParaRPr lang="en-US" altLang="en-US" b="1" i="1">
              <a:solidFill>
                <a:srgbClr val="C00000"/>
              </a:solidFill>
              <a:latin typeface="Agency FB" panose="020B0503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a:extLst>
              <a:ext uri="{FF2B5EF4-FFF2-40B4-BE49-F238E27FC236}">
                <a16:creationId xmlns:a16="http://schemas.microsoft.com/office/drawing/2014/main" id="{B9148FC4-FF47-4389-B7A8-6710F5EBE5B4}"/>
              </a:ext>
            </a:extLst>
          </p:cNvPr>
          <p:cNvSpPr>
            <a:spLocks noGrp="1"/>
          </p:cNvSpPr>
          <p:nvPr>
            <p:ph idx="1"/>
          </p:nvPr>
        </p:nvSpPr>
        <p:spPr>
          <a:xfrm>
            <a:off x="304800" y="1493838"/>
            <a:ext cx="8229600" cy="4525962"/>
          </a:xfrm>
        </p:spPr>
        <p:txBody>
          <a:bodyPr/>
          <a:lstStyle/>
          <a:p>
            <a:pPr fontAlgn="base">
              <a:spcAft>
                <a:spcPct val="0"/>
              </a:spcAft>
            </a:pPr>
            <a:r>
              <a:rPr lang="en-US" altLang="zh-TW" sz="2800"/>
              <a:t>Code rate</a:t>
            </a:r>
          </a:p>
          <a:p>
            <a:pPr lvl="1" fontAlgn="base">
              <a:spcAft>
                <a:spcPct val="0"/>
              </a:spcAft>
            </a:pPr>
            <a:endParaRPr lang="en-US" altLang="zh-TW" sz="2400"/>
          </a:p>
          <a:p>
            <a:pPr lvl="1" fontAlgn="base">
              <a:spcAft>
                <a:spcPct val="0"/>
              </a:spcAft>
            </a:pPr>
            <a:r>
              <a:rPr lang="en-US" altLang="zh-TW" sz="2400">
                <a:solidFill>
                  <a:srgbClr val="C00000"/>
                </a:solidFill>
              </a:rPr>
              <a:t>Code rate increases </a:t>
            </a:r>
            <a:r>
              <a:rPr lang="en-US" altLang="zh-TW" sz="2400"/>
              <a:t>, error correcting capability decreases</a:t>
            </a:r>
          </a:p>
          <a:p>
            <a:pPr lvl="1" fontAlgn="base">
              <a:spcAft>
                <a:spcPct val="0"/>
              </a:spcAft>
              <a:buFont typeface="Wingdings" panose="05000000000000000000" pitchFamily="2" charset="2"/>
              <a:buNone/>
            </a:pPr>
            <a:r>
              <a:rPr lang="en-US" altLang="zh-TW" sz="2400"/>
              <a:t>      more bandwidth efficiency</a:t>
            </a:r>
          </a:p>
          <a:p>
            <a:pPr lvl="1" fontAlgn="base">
              <a:spcAft>
                <a:spcPct val="0"/>
              </a:spcAft>
            </a:pPr>
            <a:r>
              <a:rPr lang="en-US" altLang="zh-TW" sz="2400">
                <a:solidFill>
                  <a:srgbClr val="C00000"/>
                </a:solidFill>
              </a:rPr>
              <a:t>Code rate decreases </a:t>
            </a:r>
            <a:r>
              <a:rPr lang="en-US" altLang="zh-TW" sz="2400"/>
              <a:t>, error correcting capability increases</a:t>
            </a:r>
          </a:p>
          <a:p>
            <a:pPr lvl="1" fontAlgn="base">
              <a:spcAft>
                <a:spcPct val="0"/>
              </a:spcAft>
              <a:buFont typeface="Wingdings" panose="05000000000000000000" pitchFamily="2" charset="2"/>
              <a:buNone/>
            </a:pPr>
            <a:r>
              <a:rPr lang="en-US" altLang="zh-TW" sz="2400"/>
              <a:t>	waste of bandwidth</a:t>
            </a:r>
          </a:p>
        </p:txBody>
      </p:sp>
      <p:sp>
        <p:nvSpPr>
          <p:cNvPr id="154626" name="Rectangle 2">
            <a:extLst>
              <a:ext uri="{FF2B5EF4-FFF2-40B4-BE49-F238E27FC236}">
                <a16:creationId xmlns:a16="http://schemas.microsoft.com/office/drawing/2014/main" id="{DC79E223-B8FE-448C-8061-754952577F59}"/>
              </a:ext>
            </a:extLst>
          </p:cNvPr>
          <p:cNvSpPr>
            <a:spLocks noGrp="1" noChangeArrowheads="1"/>
          </p:cNvSpPr>
          <p:nvPr>
            <p:ph type="title" idx="4294967295"/>
          </p:nvPr>
        </p:nvSpPr>
        <p:spPr>
          <a:xfrm>
            <a:off x="0" y="533400"/>
            <a:ext cx="8229600" cy="838200"/>
          </a:xfrm>
        </p:spPr>
        <p:txBody>
          <a:bodyPr/>
          <a:lstStyle/>
          <a:p>
            <a:pPr>
              <a:defRPr/>
            </a:pPr>
            <a:r>
              <a:rPr lang="en-US" altLang="zh-TW" dirty="0">
                <a:solidFill>
                  <a:srgbClr val="C00000"/>
                </a:solidFill>
                <a:latin typeface="Cambria" pitchFamily="18" charset="0"/>
              </a:rPr>
              <a:t>Code Rate</a:t>
            </a:r>
          </a:p>
        </p:txBody>
      </p:sp>
      <p:graphicFrame>
        <p:nvGraphicFramePr>
          <p:cNvPr id="66564" name="Object 4">
            <a:extLst>
              <a:ext uri="{FF2B5EF4-FFF2-40B4-BE49-F238E27FC236}">
                <a16:creationId xmlns:a16="http://schemas.microsoft.com/office/drawing/2014/main" id="{0EDB1AA7-B287-4799-A7E5-A247380E1B04}"/>
              </a:ext>
            </a:extLst>
          </p:cNvPr>
          <p:cNvGraphicFramePr>
            <a:graphicFrameLocks noChangeAspect="1"/>
          </p:cNvGraphicFramePr>
          <p:nvPr/>
        </p:nvGraphicFramePr>
        <p:xfrm>
          <a:off x="2438400" y="1752600"/>
          <a:ext cx="649288" cy="720725"/>
        </p:xfrm>
        <a:graphic>
          <a:graphicData uri="http://schemas.openxmlformats.org/presentationml/2006/ole">
            <mc:AlternateContent xmlns:mc="http://schemas.openxmlformats.org/markup-compatibility/2006">
              <mc:Choice xmlns:v="urn:schemas-microsoft-com:vml" Requires="v">
                <p:oleObj name="Equation" r:id="rId2" imgW="266469" imgH="393359" progId="">
                  <p:embed/>
                </p:oleObj>
              </mc:Choice>
              <mc:Fallback>
                <p:oleObj name="Equation" r:id="rId2" imgW="266469" imgH="393359" progId="">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752600"/>
                        <a:ext cx="64928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7588" name="Text Box 4">
            <a:extLst>
              <a:ext uri="{FF2B5EF4-FFF2-40B4-BE49-F238E27FC236}">
                <a16:creationId xmlns:a16="http://schemas.microsoft.com/office/drawing/2014/main" id="{C29972C3-228E-4505-8358-40C6B61E1AE0}"/>
              </a:ext>
            </a:extLst>
          </p:cNvPr>
          <p:cNvSpPr txBox="1">
            <a:spLocks noChangeArrowheads="1"/>
          </p:cNvSpPr>
          <p:nvPr/>
        </p:nvSpPr>
        <p:spPr bwMode="auto">
          <a:xfrm>
            <a:off x="539750" y="1412875"/>
            <a:ext cx="830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Char char="•"/>
            </a:pPr>
            <a:r>
              <a:rPr lang="en-US" altLang="zh-CN" sz="2400">
                <a:latin typeface="Times New Roman" panose="02020603050405020304" pitchFamily="18" charset="0"/>
                <a:cs typeface="Times New Roman" panose="02020603050405020304" pitchFamily="18" charset="0"/>
              </a:rPr>
              <a:t>Cyclic code is a kind of linear block codes. </a:t>
            </a:r>
          </a:p>
        </p:txBody>
      </p:sp>
      <p:sp>
        <p:nvSpPr>
          <p:cNvPr id="707589" name="Text Box 5">
            <a:extLst>
              <a:ext uri="{FF2B5EF4-FFF2-40B4-BE49-F238E27FC236}">
                <a16:creationId xmlns:a16="http://schemas.microsoft.com/office/drawing/2014/main" id="{CB16B685-C29D-4E9A-9964-CF859FB28FCD}"/>
              </a:ext>
            </a:extLst>
          </p:cNvPr>
          <p:cNvSpPr txBox="1">
            <a:spLocks noChangeArrowheads="1"/>
          </p:cNvSpPr>
          <p:nvPr/>
        </p:nvSpPr>
        <p:spPr bwMode="auto">
          <a:xfrm>
            <a:off x="539750" y="1958975"/>
            <a:ext cx="81359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50000"/>
              </a:spcBef>
              <a:buFontTx/>
              <a:buChar char="•"/>
            </a:pPr>
            <a:r>
              <a:rPr lang="en-US" altLang="zh-CN" sz="2400">
                <a:latin typeface="Times New Roman" panose="02020603050405020304" pitchFamily="18" charset="0"/>
                <a:cs typeface="Times New Roman" panose="02020603050405020304" pitchFamily="18" charset="0"/>
              </a:rPr>
              <a:t>Any cyclic shift of a code word in the code is also a code word.</a:t>
            </a:r>
          </a:p>
        </p:txBody>
      </p:sp>
      <p:sp>
        <p:nvSpPr>
          <p:cNvPr id="707590" name="Text Box 6">
            <a:extLst>
              <a:ext uri="{FF2B5EF4-FFF2-40B4-BE49-F238E27FC236}">
                <a16:creationId xmlns:a16="http://schemas.microsoft.com/office/drawing/2014/main" id="{7110D415-82DB-494C-A354-19D34B1282C2}"/>
              </a:ext>
            </a:extLst>
          </p:cNvPr>
          <p:cNvSpPr txBox="1">
            <a:spLocks noChangeArrowheads="1"/>
          </p:cNvSpPr>
          <p:nvPr/>
        </p:nvSpPr>
        <p:spPr bwMode="auto">
          <a:xfrm>
            <a:off x="468313" y="2840038"/>
            <a:ext cx="8207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Char char="•"/>
            </a:pPr>
            <a:r>
              <a:rPr lang="en-US" altLang="zh-CN" sz="2400">
                <a:latin typeface="Times New Roman" panose="02020603050405020304" pitchFamily="18" charset="0"/>
                <a:cs typeface="Times New Roman" panose="02020603050405020304" pitchFamily="18" charset="0"/>
              </a:rPr>
              <a:t>Cyclic codes are easy to encode.</a:t>
            </a:r>
          </a:p>
        </p:txBody>
      </p:sp>
      <p:sp>
        <p:nvSpPr>
          <p:cNvPr id="707591" name="Text Box 7">
            <a:extLst>
              <a:ext uri="{FF2B5EF4-FFF2-40B4-BE49-F238E27FC236}">
                <a16:creationId xmlns:a16="http://schemas.microsoft.com/office/drawing/2014/main" id="{D70EFB0A-39CC-4ACE-BBA6-68E60E624667}"/>
              </a:ext>
            </a:extLst>
          </p:cNvPr>
          <p:cNvSpPr txBox="1">
            <a:spLocks noChangeArrowheads="1"/>
          </p:cNvSpPr>
          <p:nvPr/>
        </p:nvSpPr>
        <p:spPr bwMode="auto">
          <a:xfrm>
            <a:off x="468313" y="3352800"/>
            <a:ext cx="84232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Char char="•"/>
              <a:defRPr/>
            </a:pPr>
            <a:r>
              <a:rPr lang="en-US" altLang="zh-CN" sz="2400" dirty="0">
                <a:latin typeface="Times New Roman" panose="02020603050405020304" pitchFamily="18" charset="0"/>
                <a:cs typeface="Times New Roman" panose="02020603050405020304" pitchFamily="18" charset="0"/>
              </a:rPr>
              <a:t>Cyclic codes possess a well-define mathematical structure, which has led to the development of very efficient decoding schemes for them.</a:t>
            </a:r>
          </a:p>
          <a:p>
            <a:pPr>
              <a:spcBef>
                <a:spcPct val="0"/>
              </a:spcBef>
              <a:buFontTx/>
              <a:buNone/>
              <a:defRPr/>
            </a:pPr>
            <a:endParaRPr lang="en-US" altLang="zh-CN" sz="2400" dirty="0">
              <a:latin typeface="Times New Roman" panose="02020603050405020304" pitchFamily="18" charset="0"/>
              <a:cs typeface="Times New Roman" panose="02020603050405020304" pitchFamily="18" charset="0"/>
            </a:endParaRPr>
          </a:p>
          <a:p>
            <a:pPr>
              <a:spcBef>
                <a:spcPct val="0"/>
              </a:spcBef>
              <a:buFontTx/>
              <a:buChar char="•"/>
              <a:defRPr/>
            </a:pPr>
            <a:r>
              <a:rPr lang="en-IN" altLang="en-US" sz="2400" dirty="0">
                <a:latin typeface="Times New Roman" panose="02020603050405020304" pitchFamily="18" charset="0"/>
                <a:ea typeface="SimSun" panose="02010600030101010101" pitchFamily="2" charset="-122"/>
                <a:cs typeface="Times New Roman" panose="02020603050405020304" pitchFamily="18" charset="0"/>
              </a:rPr>
              <a:t>Linear Property: </a:t>
            </a:r>
            <a:r>
              <a:rPr lang="en-US" altLang="en-US" sz="2400" dirty="0">
                <a:effectLst>
                  <a:outerShdw blurRad="38100" dist="38100" dir="2700000" algn="tl">
                    <a:srgbClr val="C0C0C0"/>
                  </a:outerShdw>
                </a:effectLst>
                <a:latin typeface="Times New Roman" panose="02020603050405020304" pitchFamily="18" charset="0"/>
              </a:rPr>
              <a:t>In a cyclic code, if a codeword is cyclically shifted (rotated), the result is another codeword.</a:t>
            </a:r>
            <a:endParaRPr lang="en-IN" altLang="en-US" sz="2400" dirty="0">
              <a:latin typeface="Times New Roman" panose="02020603050405020304" pitchFamily="18" charset="0"/>
              <a:ea typeface="SimSun" panose="02010600030101010101" pitchFamily="2" charset="-122"/>
              <a:cs typeface="Times New Roman" panose="02020603050405020304" pitchFamily="18" charset="0"/>
            </a:endParaRPr>
          </a:p>
          <a:p>
            <a:pPr>
              <a:spcBef>
                <a:spcPct val="0"/>
              </a:spcBef>
              <a:buFontTx/>
              <a:buNone/>
              <a:defRPr/>
            </a:pPr>
            <a:endParaRPr lang="en-IN" altLang="en-US" sz="2400" dirty="0">
              <a:latin typeface="Times New Roman" panose="02020603050405020304" pitchFamily="18" charset="0"/>
              <a:ea typeface="SimSun" panose="02010600030101010101" pitchFamily="2" charset="-122"/>
              <a:cs typeface="Times New Roman" panose="02020603050405020304" pitchFamily="18" charset="0"/>
            </a:endParaRPr>
          </a:p>
          <a:p>
            <a:pPr>
              <a:spcBef>
                <a:spcPct val="0"/>
              </a:spcBef>
              <a:buFontTx/>
              <a:buChar char="•"/>
              <a:defRPr/>
            </a:pPr>
            <a:r>
              <a:rPr lang="en-IN" altLang="en-US" sz="2400" dirty="0">
                <a:latin typeface="Times New Roman" panose="02020603050405020304" pitchFamily="18" charset="0"/>
                <a:ea typeface="SimSun" panose="02010600030101010101" pitchFamily="2" charset="-122"/>
                <a:cs typeface="Times New Roman" panose="02020603050405020304" pitchFamily="18" charset="0"/>
              </a:rPr>
              <a:t>Cyclic property</a:t>
            </a:r>
          </a:p>
          <a:p>
            <a:pPr>
              <a:spcBef>
                <a:spcPct val="0"/>
              </a:spcBef>
              <a:buFontTx/>
              <a:buNone/>
              <a:defRPr/>
            </a:pPr>
            <a:endParaRPr lang="en-US" altLang="zh-CN" sz="2400" dirty="0">
              <a:latin typeface="Times New Roman" panose="02020603050405020304" pitchFamily="18" charset="0"/>
              <a:cs typeface="Times New Roman" panose="02020603050405020304" pitchFamily="18" charset="0"/>
            </a:endParaRPr>
          </a:p>
        </p:txBody>
      </p:sp>
      <p:sp>
        <p:nvSpPr>
          <p:cNvPr id="67590" name="Content Placeholder 5">
            <a:extLst>
              <a:ext uri="{FF2B5EF4-FFF2-40B4-BE49-F238E27FC236}">
                <a16:creationId xmlns:a16="http://schemas.microsoft.com/office/drawing/2014/main" id="{B4CB0EA5-C8B5-4B84-BE47-2930A0CA2DE5}"/>
              </a:ext>
            </a:extLst>
          </p:cNvPr>
          <p:cNvSpPr>
            <a:spLocks noGrp="1"/>
          </p:cNvSpPr>
          <p:nvPr>
            <p:ph idx="1"/>
          </p:nvPr>
        </p:nvSpPr>
        <p:spPr>
          <a:xfrm>
            <a:off x="304800" y="1493838"/>
            <a:ext cx="8229600" cy="4525962"/>
          </a:xfrm>
        </p:spPr>
        <p:txBody>
          <a:bodyPr/>
          <a:lstStyle/>
          <a:p>
            <a:pPr fontAlgn="base">
              <a:spcAft>
                <a:spcPct val="0"/>
              </a:spcAft>
            </a:pPr>
            <a:endParaRPr lang="en-GB" altLang="en-US"/>
          </a:p>
        </p:txBody>
      </p:sp>
      <p:sp>
        <p:nvSpPr>
          <p:cNvPr id="7" name="Content Placeholder 6">
            <a:extLst>
              <a:ext uri="{FF2B5EF4-FFF2-40B4-BE49-F238E27FC236}">
                <a16:creationId xmlns:a16="http://schemas.microsoft.com/office/drawing/2014/main" id="{4CD1229B-94D9-42E4-967A-30AB11F2977F}"/>
              </a:ext>
            </a:extLst>
          </p:cNvPr>
          <p:cNvSpPr>
            <a:spLocks noGrp="1"/>
          </p:cNvSpPr>
          <p:nvPr>
            <p:ph sz="quarter" idx="10"/>
          </p:nvPr>
        </p:nvSpPr>
        <p:spPr/>
        <p:txBody>
          <a:bodyPr/>
          <a:lstStyle/>
          <a:p>
            <a:pPr>
              <a:defRPr/>
            </a:pPr>
            <a:r>
              <a:rPr lang="en-GB" dirty="0"/>
              <a:t>Cyclic Codes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7588"/>
                                        </p:tgtEl>
                                        <p:attrNameLst>
                                          <p:attrName>style.visibility</p:attrName>
                                        </p:attrNameLst>
                                      </p:cBhvr>
                                      <p:to>
                                        <p:strVal val="visible"/>
                                      </p:to>
                                    </p:set>
                                    <p:animEffect transition="in" filter="wipe(left)">
                                      <p:cBhvr>
                                        <p:cTn id="7" dur="500"/>
                                        <p:tgtEl>
                                          <p:spTgt spid="7075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7589"/>
                                        </p:tgtEl>
                                        <p:attrNameLst>
                                          <p:attrName>style.visibility</p:attrName>
                                        </p:attrNameLst>
                                      </p:cBhvr>
                                      <p:to>
                                        <p:strVal val="visible"/>
                                      </p:to>
                                    </p:set>
                                    <p:animEffect transition="in" filter="wipe(left)">
                                      <p:cBhvr>
                                        <p:cTn id="12" dur="500"/>
                                        <p:tgtEl>
                                          <p:spTgt spid="7075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07590"/>
                                        </p:tgtEl>
                                        <p:attrNameLst>
                                          <p:attrName>style.visibility</p:attrName>
                                        </p:attrNameLst>
                                      </p:cBhvr>
                                      <p:to>
                                        <p:strVal val="visible"/>
                                      </p:to>
                                    </p:set>
                                    <p:animEffect transition="in" filter="wipe(left)">
                                      <p:cBhvr>
                                        <p:cTn id="17" dur="500"/>
                                        <p:tgtEl>
                                          <p:spTgt spid="7075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07591"/>
                                        </p:tgtEl>
                                        <p:attrNameLst>
                                          <p:attrName>style.visibility</p:attrName>
                                        </p:attrNameLst>
                                      </p:cBhvr>
                                      <p:to>
                                        <p:strVal val="visible"/>
                                      </p:to>
                                    </p:set>
                                    <p:animEffect transition="in" filter="wipe(left)">
                                      <p:cBhvr>
                                        <p:cTn id="22" dur="500"/>
                                        <p:tgtEl>
                                          <p:spTgt spid="707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8" grpId="0"/>
      <p:bldP spid="707589" grpId="0"/>
      <p:bldP spid="707590" grpId="0"/>
      <p:bldP spid="70759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id="{089D6376-658B-4785-9B9D-636F981D23DF}"/>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US" altLang="en-US">
                <a:latin typeface="Times New Roman" panose="02020603050405020304" pitchFamily="18" charset="0"/>
                <a:cs typeface="Times New Roman" panose="02020603050405020304" pitchFamily="18" charset="0"/>
              </a:rPr>
              <a:t>In a cyclic code, rotating a codeword always results in another codeword</a:t>
            </a:r>
          </a:p>
          <a:p>
            <a:pPr fontAlgn="base">
              <a:spcAft>
                <a:spcPct val="0"/>
              </a:spcAft>
            </a:pPr>
            <a:r>
              <a:rPr lang="en-US" altLang="en-US">
                <a:latin typeface="Times New Roman" panose="02020603050405020304" pitchFamily="18" charset="0"/>
                <a:cs typeface="Times New Roman" panose="02020603050405020304" pitchFamily="18" charset="0"/>
              </a:rPr>
              <a:t>Example:</a:t>
            </a:r>
          </a:p>
        </p:txBody>
      </p:sp>
      <p:sp>
        <p:nvSpPr>
          <p:cNvPr id="69635" name="Slide Number Placeholder 5">
            <a:extLst>
              <a:ext uri="{FF2B5EF4-FFF2-40B4-BE49-F238E27FC236}">
                <a16:creationId xmlns:a16="http://schemas.microsoft.com/office/drawing/2014/main" id="{FE0799CA-581A-4ACF-8565-EBD5E82D8700}"/>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81C19C58-BB9D-4858-9B2D-5E28C2564BA5}" type="slidenum">
              <a:rPr lang="en-US" altLang="en-US" sz="1800">
                <a:solidFill>
                  <a:srgbClr val="898989"/>
                </a:solidFill>
              </a:rPr>
              <a:pPr algn="l" eaLnBrk="0" hangingPunct="0">
                <a:spcBef>
                  <a:spcPct val="0"/>
                </a:spcBef>
                <a:buFontTx/>
                <a:buNone/>
              </a:pPr>
              <a:t>34</a:t>
            </a:fld>
            <a:endParaRPr lang="en-US" altLang="en-US" sz="1800">
              <a:solidFill>
                <a:srgbClr val="898989"/>
              </a:solidFill>
            </a:endParaRPr>
          </a:p>
        </p:txBody>
      </p:sp>
      <p:sp>
        <p:nvSpPr>
          <p:cNvPr id="437250" name="Rectangle 2">
            <a:extLst>
              <a:ext uri="{FF2B5EF4-FFF2-40B4-BE49-F238E27FC236}">
                <a16:creationId xmlns:a16="http://schemas.microsoft.com/office/drawing/2014/main" id="{AE371D28-82EE-456C-8AC2-9482F185C694}"/>
              </a:ext>
            </a:extLst>
          </p:cNvPr>
          <p:cNvSpPr>
            <a:spLocks noGrp="1" noChangeArrowheads="1"/>
          </p:cNvSpPr>
          <p:nvPr>
            <p:ph type="title" idx="4294967295"/>
          </p:nvPr>
        </p:nvSpPr>
        <p:spPr>
          <a:xfrm>
            <a:off x="0" y="274638"/>
            <a:ext cx="8229600" cy="792162"/>
          </a:xfrm>
        </p:spPr>
        <p:txBody>
          <a:bodyPr/>
          <a:lstStyle/>
          <a:p>
            <a:pPr eaLnBrk="1" hangingPunct="1">
              <a:defRPr/>
            </a:pPr>
            <a:r>
              <a:rPr lang="en-US" dirty="0">
                <a:solidFill>
                  <a:srgbClr val="C00000"/>
                </a:solidFill>
                <a:latin typeface="Agency FB" pitchFamily="34" charset="0"/>
              </a:rPr>
              <a:t>Cyclic Redundancy Check (CRC)</a:t>
            </a:r>
          </a:p>
        </p:txBody>
      </p:sp>
      <p:pic>
        <p:nvPicPr>
          <p:cNvPr id="69637" name="Picture 4">
            <a:extLst>
              <a:ext uri="{FF2B5EF4-FFF2-40B4-BE49-F238E27FC236}">
                <a16:creationId xmlns:a16="http://schemas.microsoft.com/office/drawing/2014/main" id="{4C49A95E-FAD8-48DD-ABBE-135BC47381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811463"/>
            <a:ext cx="7010400" cy="343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1">
            <a:extLst>
              <a:ext uri="{FF2B5EF4-FFF2-40B4-BE49-F238E27FC236}">
                <a16:creationId xmlns:a16="http://schemas.microsoft.com/office/drawing/2014/main" id="{29BA1A01-0757-4DD4-8AD2-6923536EE24D}"/>
              </a:ext>
            </a:extLst>
          </p:cNvPr>
          <p:cNvSpPr>
            <a:spLocks noGrp="1"/>
          </p:cNvSpPr>
          <p:nvPr>
            <p:ph idx="1"/>
          </p:nvPr>
        </p:nvSpPr>
        <p:spPr>
          <a:xfrm>
            <a:off x="304800" y="1493838"/>
            <a:ext cx="8229600" cy="4525962"/>
          </a:xfrm>
        </p:spPr>
        <p:txBody>
          <a:bodyPr/>
          <a:lstStyle/>
          <a:p>
            <a:pPr fontAlgn="base">
              <a:spcAft>
                <a:spcPct val="0"/>
              </a:spcAft>
            </a:pPr>
            <a:endParaRPr lang="en-US" altLang="en-US"/>
          </a:p>
        </p:txBody>
      </p:sp>
      <p:sp>
        <p:nvSpPr>
          <p:cNvPr id="70659" name="Slide Number Placeholder 4">
            <a:extLst>
              <a:ext uri="{FF2B5EF4-FFF2-40B4-BE49-F238E27FC236}">
                <a16:creationId xmlns:a16="http://schemas.microsoft.com/office/drawing/2014/main" id="{AD8383D3-2963-42EC-81F4-CC3FDA2A9C97}"/>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2DDACE3E-203E-43BF-885E-A7A47661EEEA}" type="slidenum">
              <a:rPr lang="en-US" altLang="en-US" sz="1800">
                <a:solidFill>
                  <a:srgbClr val="898989"/>
                </a:solidFill>
              </a:rPr>
              <a:pPr algn="l" eaLnBrk="0" hangingPunct="0">
                <a:spcBef>
                  <a:spcPct val="0"/>
                </a:spcBef>
                <a:buFontTx/>
                <a:buNone/>
              </a:pPr>
              <a:t>35</a:t>
            </a:fld>
            <a:endParaRPr lang="en-US" altLang="en-US" sz="1800">
              <a:solidFill>
                <a:srgbClr val="898989"/>
              </a:solidFill>
            </a:endParaRPr>
          </a:p>
        </p:txBody>
      </p:sp>
      <p:sp>
        <p:nvSpPr>
          <p:cNvPr id="441346" name="Rectangle 2">
            <a:extLst>
              <a:ext uri="{FF2B5EF4-FFF2-40B4-BE49-F238E27FC236}">
                <a16:creationId xmlns:a16="http://schemas.microsoft.com/office/drawing/2014/main" id="{B25C6D7C-FE19-4D55-A88E-7F3682FCDB7E}"/>
              </a:ext>
            </a:extLst>
          </p:cNvPr>
          <p:cNvSpPr>
            <a:spLocks noGrp="1" noChangeArrowheads="1"/>
          </p:cNvSpPr>
          <p:nvPr>
            <p:ph type="title" idx="4294967295"/>
          </p:nvPr>
        </p:nvSpPr>
        <p:spPr>
          <a:xfrm>
            <a:off x="0" y="274638"/>
            <a:ext cx="8229600" cy="1143000"/>
          </a:xfrm>
        </p:spPr>
        <p:txBody>
          <a:bodyPr/>
          <a:lstStyle/>
          <a:p>
            <a:pPr eaLnBrk="1" hangingPunct="1">
              <a:defRPr/>
            </a:pPr>
            <a:r>
              <a:rPr lang="en-US" dirty="0">
                <a:solidFill>
                  <a:srgbClr val="C00000"/>
                </a:solidFill>
                <a:latin typeface="Agency FB" pitchFamily="34" charset="0"/>
              </a:rPr>
              <a:t>CRC Encoder/Decoder</a:t>
            </a:r>
          </a:p>
        </p:txBody>
      </p:sp>
      <p:pic>
        <p:nvPicPr>
          <p:cNvPr id="70661" name="Picture 5">
            <a:extLst>
              <a:ext uri="{FF2B5EF4-FFF2-40B4-BE49-F238E27FC236}">
                <a16:creationId xmlns:a16="http://schemas.microsoft.com/office/drawing/2014/main" id="{F87A11F6-9A6E-4921-9F37-7E8D68E25E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57338"/>
            <a:ext cx="8355013" cy="438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4">
            <a:extLst>
              <a:ext uri="{FF2B5EF4-FFF2-40B4-BE49-F238E27FC236}">
                <a16:creationId xmlns:a16="http://schemas.microsoft.com/office/drawing/2014/main" id="{6442BE8F-452F-4FE7-9502-ADE535E2BE64}"/>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5C8B4911-5550-4016-97CC-1D977964A773}" type="slidenum">
              <a:rPr lang="en-US" altLang="en-US" sz="1800">
                <a:solidFill>
                  <a:srgbClr val="898989"/>
                </a:solidFill>
              </a:rPr>
              <a:pPr algn="l" eaLnBrk="0" hangingPunct="0">
                <a:spcBef>
                  <a:spcPct val="0"/>
                </a:spcBef>
                <a:buFontTx/>
                <a:buNone/>
              </a:pPr>
              <a:t>36</a:t>
            </a:fld>
            <a:endParaRPr lang="en-US" altLang="en-US" sz="1800">
              <a:solidFill>
                <a:srgbClr val="898989"/>
              </a:solidFill>
            </a:endParaRPr>
          </a:p>
        </p:txBody>
      </p:sp>
      <p:sp>
        <p:nvSpPr>
          <p:cNvPr id="443394" name="Rectangle 2">
            <a:extLst>
              <a:ext uri="{FF2B5EF4-FFF2-40B4-BE49-F238E27FC236}">
                <a16:creationId xmlns:a16="http://schemas.microsoft.com/office/drawing/2014/main" id="{A878B249-A88C-4FF0-83AC-BBD51812C6A8}"/>
              </a:ext>
            </a:extLst>
          </p:cNvPr>
          <p:cNvSpPr>
            <a:spLocks noGrp="1" noChangeArrowheads="1"/>
          </p:cNvSpPr>
          <p:nvPr>
            <p:ph type="title" idx="4294967295"/>
          </p:nvPr>
        </p:nvSpPr>
        <p:spPr>
          <a:xfrm>
            <a:off x="0" y="274638"/>
            <a:ext cx="8229600" cy="1143000"/>
          </a:xfrm>
        </p:spPr>
        <p:txBody>
          <a:bodyPr/>
          <a:lstStyle/>
          <a:p>
            <a:pPr eaLnBrk="1" hangingPunct="1">
              <a:defRPr/>
            </a:pPr>
            <a:r>
              <a:rPr lang="en-US"/>
              <a:t>CRC Generator</a:t>
            </a:r>
          </a:p>
        </p:txBody>
      </p:sp>
      <p:pic>
        <p:nvPicPr>
          <p:cNvPr id="71684" name="Picture 4">
            <a:extLst>
              <a:ext uri="{FF2B5EF4-FFF2-40B4-BE49-F238E27FC236}">
                <a16:creationId xmlns:a16="http://schemas.microsoft.com/office/drawing/2014/main" id="{76D73D71-BB4B-43D2-8027-B54D7D7408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381125"/>
            <a:ext cx="7086600"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4">
            <a:extLst>
              <a:ext uri="{FF2B5EF4-FFF2-40B4-BE49-F238E27FC236}">
                <a16:creationId xmlns:a16="http://schemas.microsoft.com/office/drawing/2014/main" id="{2729FAD9-96D5-4ED3-8CEB-36CF1D645197}"/>
              </a:ext>
            </a:extLst>
          </p:cNvPr>
          <p:cNvSpPr>
            <a:spLocks noGrp="1" noChangeArrowheads="1"/>
          </p:cNvSpPr>
          <p:nvPr>
            <p:ph type="sldNum" sz="quarter" idx="4"/>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fld id="{B718708A-3534-4FC4-B5C5-354FB8AC8F22}" type="slidenum">
              <a:rPr lang="en-US" altLang="en-US" sz="1800">
                <a:solidFill>
                  <a:srgbClr val="898989"/>
                </a:solidFill>
              </a:rPr>
              <a:pPr algn="l" eaLnBrk="0" hangingPunct="0">
                <a:spcBef>
                  <a:spcPct val="0"/>
                </a:spcBef>
                <a:buFontTx/>
                <a:buNone/>
              </a:pPr>
              <a:t>37</a:t>
            </a:fld>
            <a:endParaRPr lang="en-US" altLang="en-US" sz="1800">
              <a:solidFill>
                <a:srgbClr val="898989"/>
              </a:solidFill>
            </a:endParaRPr>
          </a:p>
        </p:txBody>
      </p:sp>
      <p:sp>
        <p:nvSpPr>
          <p:cNvPr id="447490" name="Rectangle 2">
            <a:extLst>
              <a:ext uri="{FF2B5EF4-FFF2-40B4-BE49-F238E27FC236}">
                <a16:creationId xmlns:a16="http://schemas.microsoft.com/office/drawing/2014/main" id="{E2EF57E0-13D9-468E-B40E-E559B807C25B}"/>
              </a:ext>
            </a:extLst>
          </p:cNvPr>
          <p:cNvSpPr>
            <a:spLocks noGrp="1" noChangeArrowheads="1"/>
          </p:cNvSpPr>
          <p:nvPr>
            <p:ph type="title" idx="4294967295"/>
          </p:nvPr>
        </p:nvSpPr>
        <p:spPr>
          <a:xfrm>
            <a:off x="0" y="274638"/>
            <a:ext cx="8229600" cy="1143000"/>
          </a:xfrm>
        </p:spPr>
        <p:txBody>
          <a:bodyPr/>
          <a:lstStyle/>
          <a:p>
            <a:pPr eaLnBrk="1" hangingPunct="1">
              <a:defRPr/>
            </a:pPr>
            <a:r>
              <a:rPr lang="en-US" dirty="0"/>
              <a:t>Checking CRC</a:t>
            </a:r>
          </a:p>
        </p:txBody>
      </p:sp>
      <p:pic>
        <p:nvPicPr>
          <p:cNvPr id="447492" name="Picture 4">
            <a:extLst>
              <a:ext uri="{FF2B5EF4-FFF2-40B4-BE49-F238E27FC236}">
                <a16:creationId xmlns:a16="http://schemas.microsoft.com/office/drawing/2014/main" id="{98EF4691-D71B-4A46-9829-68C1370BA5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0735"/>
          <a:stretch>
            <a:fillRect/>
          </a:stretch>
        </p:blipFill>
        <p:spPr bwMode="auto">
          <a:xfrm>
            <a:off x="493713" y="1550988"/>
            <a:ext cx="3773487" cy="454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7493" name="Picture 5">
            <a:extLst>
              <a:ext uri="{FF2B5EF4-FFF2-40B4-BE49-F238E27FC236}">
                <a16:creationId xmlns:a16="http://schemas.microsoft.com/office/drawing/2014/main" id="{79DEF0E7-E493-45C2-A2B5-C487E381AD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0259"/>
          <a:stretch>
            <a:fillRect/>
          </a:stretch>
        </p:blipFill>
        <p:spPr bwMode="auto">
          <a:xfrm>
            <a:off x="4343400" y="1600200"/>
            <a:ext cx="3810000" cy="454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74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7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Box 2">
            <a:extLst>
              <a:ext uri="{FF2B5EF4-FFF2-40B4-BE49-F238E27FC236}">
                <a16:creationId xmlns:a16="http://schemas.microsoft.com/office/drawing/2014/main" id="{66A2BDAA-16B1-469A-9EE4-66DD2021CA41}"/>
              </a:ext>
            </a:extLst>
          </p:cNvPr>
          <p:cNvSpPr txBox="1">
            <a:spLocks noChangeArrowheads="1"/>
          </p:cNvSpPr>
          <p:nvPr/>
        </p:nvSpPr>
        <p:spPr bwMode="auto">
          <a:xfrm>
            <a:off x="1600200" y="533400"/>
            <a:ext cx="49879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t>Data: 1000  Divisor: 1011</a:t>
            </a:r>
          </a:p>
          <a:p>
            <a:pPr>
              <a:spcBef>
                <a:spcPct val="0"/>
              </a:spcBef>
              <a:buFontTx/>
              <a:buNone/>
            </a:pPr>
            <a:r>
              <a:rPr lang="en-US" altLang="en-US" sz="1800"/>
              <a:t>What is the codeword? </a:t>
            </a:r>
          </a:p>
        </p:txBody>
      </p:sp>
      <p:pic>
        <p:nvPicPr>
          <p:cNvPr id="73731" name="Picture 2" descr="C:\Users\Cliff Zou\AppData\Local\Microsoft\Windows\Temporary Internet Files\Content.IE5\19XEHF69\CAAU2S6R.gif">
            <a:extLst>
              <a:ext uri="{FF2B5EF4-FFF2-40B4-BE49-F238E27FC236}">
                <a16:creationId xmlns:a16="http://schemas.microsoft.com/office/drawing/2014/main" id="{B0948136-5450-4AC6-8FF5-241949D6D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905000"/>
            <a:ext cx="3190875"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42005255-C20B-4A39-88DF-4DEA0944F28A}"/>
              </a:ext>
            </a:extLst>
          </p:cNvPr>
          <p:cNvSpPr>
            <a:spLocks noChangeArrowheads="1"/>
          </p:cNvSpPr>
          <p:nvPr/>
        </p:nvSpPr>
        <p:spPr bwMode="auto">
          <a:xfrm>
            <a:off x="1447800" y="609600"/>
            <a:ext cx="64770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800"/>
              <a:t>Data: 1010  Divisor: 10111</a:t>
            </a:r>
          </a:p>
          <a:p>
            <a:pPr>
              <a:spcBef>
                <a:spcPct val="0"/>
              </a:spcBef>
              <a:buFontTx/>
              <a:buNone/>
            </a:pPr>
            <a:r>
              <a:rPr lang="en-US" altLang="en-US" sz="1800"/>
              <a:t>What is the codeword? </a:t>
            </a:r>
          </a:p>
        </p:txBody>
      </p:sp>
      <p:pic>
        <p:nvPicPr>
          <p:cNvPr id="74755" name="Picture 2" descr="C:\Users\Cliff Zou\AppData\Local\Microsoft\Windows\Temporary Internet Files\Content.IE5\19XEHF69\CA7CGUP1.gif">
            <a:extLst>
              <a:ext uri="{FF2B5EF4-FFF2-40B4-BE49-F238E27FC236}">
                <a16:creationId xmlns:a16="http://schemas.microsoft.com/office/drawing/2014/main" id="{4898BCF6-2C90-43CB-AC16-F7CB3241F5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133600"/>
            <a:ext cx="4810125"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F9BF3-2EAC-464A-89BF-BE76AAF2E588}"/>
              </a:ext>
            </a:extLst>
          </p:cNvPr>
          <p:cNvSpPr>
            <a:spLocks noGrp="1"/>
          </p:cNvSpPr>
          <p:nvPr>
            <p:ph sz="quarter" idx="10"/>
          </p:nvPr>
        </p:nvSpPr>
        <p:spPr/>
        <p:txBody>
          <a:bodyPr/>
          <a:lstStyle/>
          <a:p>
            <a:pPr>
              <a:defRPr/>
            </a:pPr>
            <a:r>
              <a:rPr lang="en-US" dirty="0"/>
              <a:t>Checksum</a:t>
            </a:r>
          </a:p>
        </p:txBody>
      </p:sp>
      <p:sp>
        <p:nvSpPr>
          <p:cNvPr id="75779" name="Slide Number Placeholder 1">
            <a:extLst>
              <a:ext uri="{FF2B5EF4-FFF2-40B4-BE49-F238E27FC236}">
                <a16:creationId xmlns:a16="http://schemas.microsoft.com/office/drawing/2014/main" id="{1796798D-FD96-4BD4-B312-58715D065438}"/>
              </a:ext>
            </a:extLst>
          </p:cNvPr>
          <p:cNvSpPr>
            <a:spLocks noGrp="1" noChangeArrowheads="1"/>
          </p:cNvSpPr>
          <p:nvPr>
            <p:ph type="sldNum" sz="quarter" idx="4"/>
          </p:nvPr>
        </p:nvSpPr>
        <p:spPr bwMode="auto">
          <a:xfrm>
            <a:off x="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r>
              <a:rPr lang="en-US" altLang="en-US" sz="1800">
                <a:solidFill>
                  <a:srgbClr val="898989"/>
                </a:solidFill>
              </a:rPr>
              <a:t>10.</a:t>
            </a:r>
            <a:fld id="{B36ABA70-14A7-4A8C-AEFD-B646E1C1DBCC}" type="slidenum">
              <a:rPr lang="en-US" altLang="en-US" sz="1800">
                <a:solidFill>
                  <a:srgbClr val="898989"/>
                </a:solidFill>
              </a:rPr>
              <a:pPr algn="l" eaLnBrk="0" hangingPunct="0">
                <a:spcBef>
                  <a:spcPct val="0"/>
                </a:spcBef>
                <a:buFontTx/>
                <a:buNone/>
              </a:pPr>
              <a:t>40</a:t>
            </a:fld>
            <a:endParaRPr lang="en-US" altLang="en-US" sz="1800">
              <a:solidFill>
                <a:srgbClr val="898989"/>
              </a:solidFill>
            </a:endParaRPr>
          </a:p>
        </p:txBody>
      </p:sp>
      <p:sp>
        <p:nvSpPr>
          <p:cNvPr id="75780" name="Text Box 4">
            <a:extLst>
              <a:ext uri="{FF2B5EF4-FFF2-40B4-BE49-F238E27FC236}">
                <a16:creationId xmlns:a16="http://schemas.microsoft.com/office/drawing/2014/main" id="{750D0502-72D4-4F9E-9E8B-C0080B0DF537}"/>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latin typeface="Times New Roman" panose="02020603050405020304" pitchFamily="18" charset="0"/>
            </a:endParaRPr>
          </a:p>
        </p:txBody>
      </p:sp>
      <p:sp>
        <p:nvSpPr>
          <p:cNvPr id="861189" name="Rectangle 5">
            <a:extLst>
              <a:ext uri="{FF2B5EF4-FFF2-40B4-BE49-F238E27FC236}">
                <a16:creationId xmlns:a16="http://schemas.microsoft.com/office/drawing/2014/main" id="{AAF49FBF-CE90-42D4-982B-BC252787EB5B}"/>
              </a:ext>
            </a:extLst>
          </p:cNvPr>
          <p:cNvSpPr>
            <a:spLocks noChangeArrowheads="1"/>
          </p:cNvSpPr>
          <p:nvPr/>
        </p:nvSpPr>
        <p:spPr bwMode="auto">
          <a:xfrm>
            <a:off x="152400" y="1730375"/>
            <a:ext cx="8229600" cy="1814513"/>
          </a:xfrm>
          <a:prstGeom prst="rect">
            <a:avLst/>
          </a:prstGeom>
          <a:noFill/>
          <a:ln w="9525">
            <a:noFill/>
            <a:miter lim="800000"/>
            <a:headEnd/>
            <a:tailEnd/>
          </a:ln>
          <a:effectLst/>
        </p:spPr>
        <p:txBody>
          <a:bodyPr anchor="ctr">
            <a:spAutoFit/>
          </a:bodyPr>
          <a:lstStyle/>
          <a:p>
            <a:pPr marL="457200" indent="-457200" algn="just" eaLnBrk="1" hangingPunct="1">
              <a:buFont typeface="Arial" panose="020B0604020202020204" pitchFamily="34" charset="0"/>
              <a:buChar char="•"/>
              <a:defRPr/>
            </a:pPr>
            <a:r>
              <a:rPr lang="en-US" sz="2800" dirty="0">
                <a:effectLst>
                  <a:outerShdw blurRad="38100" dist="38100" dir="2700000" algn="tl">
                    <a:srgbClr val="C0C0C0"/>
                  </a:outerShdw>
                </a:effectLst>
                <a:latin typeface="Times New Roman" pitchFamily="18" charset="0"/>
              </a:rPr>
              <a:t>The last error detection method to discuss here is called the checksum. </a:t>
            </a:r>
          </a:p>
          <a:p>
            <a:pPr marL="457200" indent="-457200" algn="just" eaLnBrk="1" hangingPunct="1">
              <a:buFont typeface="Arial" panose="020B0604020202020204" pitchFamily="34" charset="0"/>
              <a:buChar char="•"/>
              <a:defRPr/>
            </a:pPr>
            <a:r>
              <a:rPr lang="en-US" sz="2800" dirty="0">
                <a:effectLst>
                  <a:outerShdw blurRad="38100" dist="38100" dir="2700000" algn="tl">
                    <a:srgbClr val="C0C0C0"/>
                  </a:outerShdw>
                </a:effectLst>
                <a:latin typeface="Times New Roman" pitchFamily="18" charset="0"/>
              </a:rPr>
              <a:t>The checksum is used in the Internet by several protocols although not at the data link layer.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A68C92E-52FC-44C2-B8C9-B4D5C5076781}"/>
              </a:ext>
            </a:extLst>
          </p:cNvPr>
          <p:cNvSpPr>
            <a:spLocks noGrp="1"/>
          </p:cNvSpPr>
          <p:nvPr>
            <p:ph sz="quarter" idx="10"/>
          </p:nvPr>
        </p:nvSpPr>
        <p:spPr/>
        <p:txBody>
          <a:bodyPr/>
          <a:lstStyle/>
          <a:p>
            <a:pPr>
              <a:defRPr/>
            </a:pPr>
            <a:r>
              <a:rPr lang="en-GB" dirty="0"/>
              <a:t>Example</a:t>
            </a:r>
          </a:p>
          <a:p>
            <a:pPr>
              <a:defRPr/>
            </a:pPr>
            <a:endParaRPr lang="en-GB" dirty="0"/>
          </a:p>
        </p:txBody>
      </p:sp>
      <p:sp>
        <p:nvSpPr>
          <p:cNvPr id="77827" name="Slide Number Placeholder 1">
            <a:extLst>
              <a:ext uri="{FF2B5EF4-FFF2-40B4-BE49-F238E27FC236}">
                <a16:creationId xmlns:a16="http://schemas.microsoft.com/office/drawing/2014/main" id="{BE3D55A5-C0EB-4765-8B8D-B85059FBA52D}"/>
              </a:ext>
            </a:extLst>
          </p:cNvPr>
          <p:cNvSpPr>
            <a:spLocks noGrp="1" noChangeArrowheads="1"/>
          </p:cNvSpPr>
          <p:nvPr>
            <p:ph type="sldNum" sz="quarter" idx="4"/>
          </p:nvPr>
        </p:nvSpPr>
        <p:spPr bwMode="auto">
          <a:xfrm>
            <a:off x="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r>
              <a:rPr lang="en-US" altLang="en-US" sz="1800">
                <a:solidFill>
                  <a:srgbClr val="898989"/>
                </a:solidFill>
              </a:rPr>
              <a:t>10.</a:t>
            </a:r>
            <a:fld id="{134CDA84-3C88-4045-8183-F5B4B471DCFD}" type="slidenum">
              <a:rPr lang="en-US" altLang="en-US" sz="1800">
                <a:solidFill>
                  <a:srgbClr val="898989"/>
                </a:solidFill>
              </a:rPr>
              <a:pPr algn="l" eaLnBrk="0" hangingPunct="0">
                <a:spcBef>
                  <a:spcPct val="0"/>
                </a:spcBef>
                <a:buFontTx/>
                <a:buNone/>
              </a:pPr>
              <a:t>41</a:t>
            </a:fld>
            <a:endParaRPr lang="en-US" altLang="en-US" sz="1800">
              <a:solidFill>
                <a:srgbClr val="898989"/>
              </a:solidFill>
            </a:endParaRPr>
          </a:p>
        </p:txBody>
      </p:sp>
      <p:sp>
        <p:nvSpPr>
          <p:cNvPr id="77828" name="Rectangle 9">
            <a:extLst>
              <a:ext uri="{FF2B5EF4-FFF2-40B4-BE49-F238E27FC236}">
                <a16:creationId xmlns:a16="http://schemas.microsoft.com/office/drawing/2014/main" id="{835E6661-A815-4FC0-BBE0-40963E61DD24}"/>
              </a:ext>
            </a:extLst>
          </p:cNvPr>
          <p:cNvSpPr>
            <a:spLocks noChangeArrowheads="1"/>
          </p:cNvSpPr>
          <p:nvPr/>
        </p:nvSpPr>
        <p:spPr bwMode="auto">
          <a:xfrm>
            <a:off x="76200" y="1447800"/>
            <a:ext cx="86868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i="1">
                <a:latin typeface="Times New Roman" panose="02020603050405020304" pitchFamily="18" charset="0"/>
              </a:rPr>
              <a:t>Suppose our data is a list of five 4-bit numbers that we want to send to a destination. In addition to sending these numbers, we send the sum of the numbers. For example, if the set of numbers is (7, 11, 12, 0, 6), we send (7, 11, 12, 0, 6, </a:t>
            </a:r>
            <a:r>
              <a:rPr lang="en-US" altLang="en-US" sz="2800" i="1">
                <a:solidFill>
                  <a:schemeClr val="hlink"/>
                </a:solidFill>
                <a:latin typeface="Times New Roman" panose="02020603050405020304" pitchFamily="18" charset="0"/>
              </a:rPr>
              <a:t>36</a:t>
            </a:r>
            <a:r>
              <a:rPr lang="en-US" altLang="en-US" sz="2800" i="1">
                <a:latin typeface="Times New Roman" panose="02020603050405020304" pitchFamily="18" charset="0"/>
              </a:rPr>
              <a:t>), where 36 is the sum of the original numbers. The receiver adds the five numbers and compares the result with the sum. If the two are the same, the receiver assumes no error, accepts the five numbers, and discards the sum. Otherwise, there is an error somewhere and the data are not accepted.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9">
            <a:extLst>
              <a:ext uri="{FF2B5EF4-FFF2-40B4-BE49-F238E27FC236}">
                <a16:creationId xmlns:a16="http://schemas.microsoft.com/office/drawing/2014/main" id="{22DC9B70-C9DB-454F-8507-7E14BF44103A}"/>
              </a:ext>
            </a:extLst>
          </p:cNvPr>
          <p:cNvSpPr>
            <a:spLocks noChangeArrowheads="1"/>
          </p:cNvSpPr>
          <p:nvPr/>
        </p:nvSpPr>
        <p:spPr bwMode="auto">
          <a:xfrm>
            <a:off x="228600" y="1447800"/>
            <a:ext cx="86868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i="1">
                <a:latin typeface="Times New Roman" panose="02020603050405020304" pitchFamily="18" charset="0"/>
              </a:rPr>
              <a:t>We can make the job of the receiver easier if we send the negative (complement) of the sum, called the </a:t>
            </a:r>
            <a:r>
              <a:rPr lang="en-US" altLang="en-US" sz="2800" i="1">
                <a:solidFill>
                  <a:schemeClr val="hlink"/>
                </a:solidFill>
                <a:latin typeface="Times New Roman" panose="02020603050405020304" pitchFamily="18" charset="0"/>
              </a:rPr>
              <a:t>checksum</a:t>
            </a:r>
            <a:r>
              <a:rPr lang="en-US" altLang="en-US" sz="2800" i="1">
                <a:latin typeface="Times New Roman" panose="02020603050405020304" pitchFamily="18" charset="0"/>
              </a:rPr>
              <a:t>. In this case, we send (7, 11, 12, 0, 6, </a:t>
            </a:r>
            <a:r>
              <a:rPr lang="en-US" altLang="en-US" sz="2800" i="1">
                <a:solidFill>
                  <a:schemeClr val="hlink"/>
                </a:solidFill>
                <a:latin typeface="Times New Roman" panose="02020603050405020304" pitchFamily="18" charset="0"/>
              </a:rPr>
              <a:t>−36</a:t>
            </a:r>
            <a:r>
              <a:rPr lang="en-US" altLang="en-US" sz="2800" i="1">
                <a:latin typeface="Times New Roman" panose="02020603050405020304" pitchFamily="18" charset="0"/>
              </a:rPr>
              <a:t>). The receiver can add all the numbers received (including the checksum). If the result is 0, it assumes no error; otherwise, there is an error.</a:t>
            </a:r>
          </a:p>
        </p:txBody>
      </p:sp>
      <p:sp>
        <p:nvSpPr>
          <p:cNvPr id="5" name="Content Placeholder 3">
            <a:extLst>
              <a:ext uri="{FF2B5EF4-FFF2-40B4-BE49-F238E27FC236}">
                <a16:creationId xmlns:a16="http://schemas.microsoft.com/office/drawing/2014/main" id="{EDED8368-2FD6-4397-AB26-6F8ED0498DD8}"/>
              </a:ext>
            </a:extLst>
          </p:cNvPr>
          <p:cNvSpPr txBox="1">
            <a:spLocks/>
          </p:cNvSpPr>
          <p:nvPr/>
        </p:nvSpPr>
        <p:spPr bwMode="auto">
          <a:xfrm>
            <a:off x="304800" y="152400"/>
            <a:ext cx="6324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marL="0" indent="-342900" algn="l" rtl="0" eaLnBrk="0" fontAlgn="base" hangingPunct="0">
              <a:lnSpc>
                <a:spcPts val="3600"/>
              </a:lnSpc>
              <a:spcBef>
                <a:spcPts val="0"/>
              </a:spcBef>
              <a:spcAft>
                <a:spcPct val="0"/>
              </a:spcAft>
              <a:buFont typeface="Arial" panose="020B0604020202020204" pitchFamily="34" charset="0"/>
              <a:buNone/>
              <a:defRPr sz="3600" b="1" kern="1200" spc="-150" baseline="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GB"/>
              <a:t>Example</a:t>
            </a:r>
          </a:p>
          <a:p>
            <a:pPr>
              <a:defRPr/>
            </a:pPr>
            <a:endParaRPr lang="en-GB"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1">
            <a:extLst>
              <a:ext uri="{FF2B5EF4-FFF2-40B4-BE49-F238E27FC236}">
                <a16:creationId xmlns:a16="http://schemas.microsoft.com/office/drawing/2014/main" id="{0A76562E-EDB8-4284-A1C0-4EA5C3EEC22E}"/>
              </a:ext>
            </a:extLst>
          </p:cNvPr>
          <p:cNvSpPr>
            <a:spLocks noGrp="1" noChangeArrowheads="1"/>
          </p:cNvSpPr>
          <p:nvPr>
            <p:ph type="sldNum" sz="quarter" idx="4"/>
          </p:nvPr>
        </p:nvSpPr>
        <p:spPr bwMode="auto">
          <a:xfrm>
            <a:off x="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r>
              <a:rPr lang="en-US" altLang="en-US" sz="1800">
                <a:solidFill>
                  <a:srgbClr val="898989"/>
                </a:solidFill>
              </a:rPr>
              <a:t>10.</a:t>
            </a:r>
            <a:fld id="{A36435B7-E4B7-4212-8060-8E79264CE349}" type="slidenum">
              <a:rPr lang="en-US" altLang="en-US" sz="1800">
                <a:solidFill>
                  <a:srgbClr val="898989"/>
                </a:solidFill>
              </a:rPr>
              <a:pPr algn="l" eaLnBrk="0" hangingPunct="0">
                <a:spcBef>
                  <a:spcPct val="0"/>
                </a:spcBef>
                <a:buFontTx/>
                <a:buNone/>
              </a:pPr>
              <a:t>43</a:t>
            </a:fld>
            <a:endParaRPr lang="en-US" altLang="en-US" sz="1800">
              <a:solidFill>
                <a:srgbClr val="898989"/>
              </a:solidFill>
            </a:endParaRPr>
          </a:p>
        </p:txBody>
      </p:sp>
      <p:sp>
        <p:nvSpPr>
          <p:cNvPr id="81923" name="Rectangle 9">
            <a:extLst>
              <a:ext uri="{FF2B5EF4-FFF2-40B4-BE49-F238E27FC236}">
                <a16:creationId xmlns:a16="http://schemas.microsoft.com/office/drawing/2014/main" id="{BEEDDCA1-500C-4CB0-82E7-431DC1B22C39}"/>
              </a:ext>
            </a:extLst>
          </p:cNvPr>
          <p:cNvSpPr>
            <a:spLocks noChangeArrowheads="1"/>
          </p:cNvSpPr>
          <p:nvPr/>
        </p:nvSpPr>
        <p:spPr bwMode="auto">
          <a:xfrm>
            <a:off x="192088" y="1546225"/>
            <a:ext cx="8305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i="1">
                <a:latin typeface="Times New Roman" panose="02020603050405020304" pitchFamily="18" charset="0"/>
              </a:rPr>
              <a:t>How can we represent the number 21 in </a:t>
            </a:r>
            <a:r>
              <a:rPr lang="en-US" altLang="en-US" sz="2800" i="1">
                <a:solidFill>
                  <a:schemeClr val="hlink"/>
                </a:solidFill>
                <a:latin typeface="Times New Roman" panose="02020603050405020304" pitchFamily="18" charset="0"/>
              </a:rPr>
              <a:t>one’s complement arithmetic</a:t>
            </a:r>
            <a:r>
              <a:rPr lang="en-US" altLang="en-US" sz="2800" i="1">
                <a:latin typeface="Times New Roman" panose="02020603050405020304" pitchFamily="18" charset="0"/>
              </a:rPr>
              <a:t> using only four bits?</a:t>
            </a:r>
          </a:p>
        </p:txBody>
      </p:sp>
      <p:sp>
        <p:nvSpPr>
          <p:cNvPr id="82955" name="Rectangle 10">
            <a:extLst>
              <a:ext uri="{FF2B5EF4-FFF2-40B4-BE49-F238E27FC236}">
                <a16:creationId xmlns:a16="http://schemas.microsoft.com/office/drawing/2014/main" id="{FC4083AE-832D-40E4-9AEF-136E8D411F37}"/>
              </a:ext>
            </a:extLst>
          </p:cNvPr>
          <p:cNvSpPr>
            <a:spLocks noChangeArrowheads="1"/>
          </p:cNvSpPr>
          <p:nvPr/>
        </p:nvSpPr>
        <p:spPr bwMode="auto">
          <a:xfrm>
            <a:off x="228600" y="3106738"/>
            <a:ext cx="86868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i="1">
                <a:solidFill>
                  <a:schemeClr val="hlink"/>
                </a:solidFill>
                <a:latin typeface="Times New Roman" panose="02020603050405020304" pitchFamily="18" charset="0"/>
              </a:rPr>
              <a:t>Solution</a:t>
            </a:r>
          </a:p>
          <a:p>
            <a:pPr algn="just">
              <a:spcBef>
                <a:spcPct val="0"/>
              </a:spcBef>
              <a:buFontTx/>
              <a:buNone/>
            </a:pPr>
            <a:r>
              <a:rPr lang="en-US" altLang="en-US" sz="2800" i="1">
                <a:latin typeface="Times" panose="02020603050405020304" pitchFamily="18" charset="0"/>
              </a:rPr>
              <a:t>The number 21 in binary is 10101 (it needs five bits). We can wrap the leftmost bit and add it to the four rightmost bits. We have (0101 + 1) = 0110 or </a:t>
            </a:r>
            <a:r>
              <a:rPr lang="en-US" altLang="en-US" sz="2800" i="1">
                <a:solidFill>
                  <a:schemeClr val="hlink"/>
                </a:solidFill>
                <a:latin typeface="Times" panose="02020603050405020304" pitchFamily="18" charset="0"/>
              </a:rPr>
              <a:t>6</a:t>
            </a:r>
            <a:r>
              <a:rPr lang="en-US" altLang="en-US" sz="2800" i="1">
                <a:latin typeface="Times" panose="02020603050405020304" pitchFamily="18" charset="0"/>
              </a:rPr>
              <a:t>.</a:t>
            </a:r>
          </a:p>
        </p:txBody>
      </p:sp>
      <p:sp>
        <p:nvSpPr>
          <p:cNvPr id="6" name="Content Placeholder 3">
            <a:extLst>
              <a:ext uri="{FF2B5EF4-FFF2-40B4-BE49-F238E27FC236}">
                <a16:creationId xmlns:a16="http://schemas.microsoft.com/office/drawing/2014/main" id="{F2571F51-C697-4750-82BB-7163D26FC064}"/>
              </a:ext>
            </a:extLst>
          </p:cNvPr>
          <p:cNvSpPr txBox="1">
            <a:spLocks/>
          </p:cNvSpPr>
          <p:nvPr/>
        </p:nvSpPr>
        <p:spPr bwMode="auto">
          <a:xfrm>
            <a:off x="304800" y="152400"/>
            <a:ext cx="6324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marL="0" indent="-342900" algn="l" rtl="0" eaLnBrk="0" fontAlgn="base" hangingPunct="0">
              <a:lnSpc>
                <a:spcPts val="3600"/>
              </a:lnSpc>
              <a:spcBef>
                <a:spcPts val="0"/>
              </a:spcBef>
              <a:spcAft>
                <a:spcPct val="0"/>
              </a:spcAft>
              <a:buFont typeface="Arial" panose="020B0604020202020204" pitchFamily="34" charset="0"/>
              <a:buNone/>
              <a:defRPr sz="3600" b="1" kern="1200" spc="-150" baseline="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GB" dirty="0"/>
              <a:t>Example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9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1">
            <a:extLst>
              <a:ext uri="{FF2B5EF4-FFF2-40B4-BE49-F238E27FC236}">
                <a16:creationId xmlns:a16="http://schemas.microsoft.com/office/drawing/2014/main" id="{FB559A00-16A8-49E7-A628-15D35609281F}"/>
              </a:ext>
            </a:extLst>
          </p:cNvPr>
          <p:cNvSpPr>
            <a:spLocks noGrp="1" noChangeArrowheads="1"/>
          </p:cNvSpPr>
          <p:nvPr>
            <p:ph type="sldNum" sz="quarter" idx="4"/>
          </p:nvPr>
        </p:nvSpPr>
        <p:spPr bwMode="auto">
          <a:xfrm>
            <a:off x="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l" eaLnBrk="0" hangingPunct="0">
              <a:spcBef>
                <a:spcPct val="0"/>
              </a:spcBef>
              <a:buFontTx/>
              <a:buNone/>
            </a:pPr>
            <a:r>
              <a:rPr lang="en-US" altLang="en-US" sz="1800">
                <a:solidFill>
                  <a:srgbClr val="898989"/>
                </a:solidFill>
              </a:rPr>
              <a:t>10.</a:t>
            </a:r>
            <a:fld id="{3FBF45A0-9019-4FAC-9915-A8792DB4CA7B}" type="slidenum">
              <a:rPr lang="en-US" altLang="en-US" sz="1800">
                <a:solidFill>
                  <a:srgbClr val="898989"/>
                </a:solidFill>
              </a:rPr>
              <a:pPr algn="l" eaLnBrk="0" hangingPunct="0">
                <a:spcBef>
                  <a:spcPct val="0"/>
                </a:spcBef>
                <a:buFontTx/>
                <a:buNone/>
              </a:pPr>
              <a:t>44</a:t>
            </a:fld>
            <a:endParaRPr lang="en-US" altLang="en-US" sz="1800">
              <a:solidFill>
                <a:srgbClr val="898989"/>
              </a:solidFill>
            </a:endParaRPr>
          </a:p>
        </p:txBody>
      </p:sp>
      <p:sp>
        <p:nvSpPr>
          <p:cNvPr id="83971" name="Rectangle 9">
            <a:extLst>
              <a:ext uri="{FF2B5EF4-FFF2-40B4-BE49-F238E27FC236}">
                <a16:creationId xmlns:a16="http://schemas.microsoft.com/office/drawing/2014/main" id="{7209980C-784A-4BD2-B5A9-A6AE4333043F}"/>
              </a:ext>
            </a:extLst>
          </p:cNvPr>
          <p:cNvSpPr>
            <a:spLocks noChangeArrowheads="1"/>
          </p:cNvSpPr>
          <p:nvPr/>
        </p:nvSpPr>
        <p:spPr bwMode="auto">
          <a:xfrm>
            <a:off x="228600" y="1408113"/>
            <a:ext cx="8458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i="1">
                <a:latin typeface="Times New Roman" panose="02020603050405020304" pitchFamily="18" charset="0"/>
              </a:rPr>
              <a:t>How can we represent the number −6 in one’s complement arithmetic using only four bits?</a:t>
            </a:r>
          </a:p>
        </p:txBody>
      </p:sp>
      <p:sp>
        <p:nvSpPr>
          <p:cNvPr id="83972" name="Rectangle 10">
            <a:extLst>
              <a:ext uri="{FF2B5EF4-FFF2-40B4-BE49-F238E27FC236}">
                <a16:creationId xmlns:a16="http://schemas.microsoft.com/office/drawing/2014/main" id="{093310AD-F771-4A79-A3BA-E4423F8D9508}"/>
              </a:ext>
            </a:extLst>
          </p:cNvPr>
          <p:cNvSpPr>
            <a:spLocks noChangeArrowheads="1"/>
          </p:cNvSpPr>
          <p:nvPr/>
        </p:nvSpPr>
        <p:spPr bwMode="auto">
          <a:xfrm>
            <a:off x="228600" y="2551113"/>
            <a:ext cx="8686800"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2800" i="1">
                <a:solidFill>
                  <a:schemeClr val="hlink"/>
                </a:solidFill>
                <a:latin typeface="Times New Roman" panose="02020603050405020304" pitchFamily="18" charset="0"/>
              </a:rPr>
              <a:t>Solution</a:t>
            </a:r>
          </a:p>
          <a:p>
            <a:pPr algn="just">
              <a:spcBef>
                <a:spcPct val="0"/>
              </a:spcBef>
              <a:buFontTx/>
              <a:buNone/>
            </a:pPr>
            <a:r>
              <a:rPr lang="en-US" altLang="en-US" sz="2800" i="1">
                <a:latin typeface="Times" panose="02020603050405020304" pitchFamily="18" charset="0"/>
              </a:rPr>
              <a:t>In one’s complement arithmetic, the negative or complement of a number is found by inverting all bits. Positive 6 is 0110; negative 6 is 1001. If we consider only unsigned numbers, this is 9. In other words, the complement of 6 is 9. </a:t>
            </a:r>
          </a:p>
        </p:txBody>
      </p:sp>
      <p:sp>
        <p:nvSpPr>
          <p:cNvPr id="6" name="Content Placeholder 3">
            <a:extLst>
              <a:ext uri="{FF2B5EF4-FFF2-40B4-BE49-F238E27FC236}">
                <a16:creationId xmlns:a16="http://schemas.microsoft.com/office/drawing/2014/main" id="{80E68170-F62C-4333-8B07-BC6122DBBCCF}"/>
              </a:ext>
            </a:extLst>
          </p:cNvPr>
          <p:cNvSpPr txBox="1">
            <a:spLocks/>
          </p:cNvSpPr>
          <p:nvPr/>
        </p:nvSpPr>
        <p:spPr bwMode="auto">
          <a:xfrm>
            <a:off x="304800" y="152400"/>
            <a:ext cx="6324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marL="0" indent="-342900" algn="l" rtl="0" eaLnBrk="0" fontAlgn="base" hangingPunct="0">
              <a:lnSpc>
                <a:spcPts val="3600"/>
              </a:lnSpc>
              <a:spcBef>
                <a:spcPts val="0"/>
              </a:spcBef>
              <a:spcAft>
                <a:spcPct val="0"/>
              </a:spcAft>
              <a:buFont typeface="Arial" panose="020B0604020202020204" pitchFamily="34" charset="0"/>
              <a:buNone/>
              <a:defRPr sz="3600" b="1" kern="1200" spc="-150" baseline="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GB"/>
              <a:t>Example</a:t>
            </a:r>
          </a:p>
          <a:p>
            <a:pPr>
              <a:defRPr/>
            </a:pPr>
            <a:endParaRPr lang="en-GB"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0EC67383-9435-459C-9849-7C6C88B4CD74}"/>
              </a:ext>
            </a:extLst>
          </p:cNvPr>
          <p:cNvSpPr txBox="1">
            <a:spLocks/>
          </p:cNvSpPr>
          <p:nvPr/>
        </p:nvSpPr>
        <p:spPr bwMode="auto">
          <a:xfrm>
            <a:off x="304800" y="152400"/>
            <a:ext cx="6324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marL="0" indent="-342900" algn="l" rtl="0" eaLnBrk="0" fontAlgn="base" hangingPunct="0">
              <a:lnSpc>
                <a:spcPts val="3600"/>
              </a:lnSpc>
              <a:spcBef>
                <a:spcPts val="0"/>
              </a:spcBef>
              <a:spcAft>
                <a:spcPct val="0"/>
              </a:spcAft>
              <a:buFont typeface="Arial" panose="020B0604020202020204" pitchFamily="34" charset="0"/>
              <a:buNone/>
              <a:defRPr sz="3600" b="1" kern="1200" spc="-150" baseline="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GB"/>
              <a:t>Example</a:t>
            </a:r>
          </a:p>
          <a:p>
            <a:pPr>
              <a:defRPr/>
            </a:pPr>
            <a:endParaRPr lang="en-GB" dirty="0"/>
          </a:p>
        </p:txBody>
      </p:sp>
      <p:pic>
        <p:nvPicPr>
          <p:cNvPr id="86019" name="Picture 2">
            <a:extLst>
              <a:ext uri="{FF2B5EF4-FFF2-40B4-BE49-F238E27FC236}">
                <a16:creationId xmlns:a16="http://schemas.microsoft.com/office/drawing/2014/main" id="{C98324E5-6CD9-42BB-98FA-99A7F140C7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3048"/>
          <a:stretch>
            <a:fillRect/>
          </a:stretch>
        </p:blipFill>
        <p:spPr bwMode="auto">
          <a:xfrm>
            <a:off x="304800" y="1600200"/>
            <a:ext cx="8458200" cy="479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Content Placeholder 2">
            <a:extLst>
              <a:ext uri="{FF2B5EF4-FFF2-40B4-BE49-F238E27FC236}">
                <a16:creationId xmlns:a16="http://schemas.microsoft.com/office/drawing/2014/main" id="{3DC2CF27-D0C8-4E64-BD2D-0F7A09052119}"/>
              </a:ext>
            </a:extLst>
          </p:cNvPr>
          <p:cNvSpPr>
            <a:spLocks noGrp="1"/>
          </p:cNvSpPr>
          <p:nvPr>
            <p:ph idx="1"/>
          </p:nvPr>
        </p:nvSpPr>
        <p:spPr>
          <a:xfrm>
            <a:off x="304800" y="1493838"/>
            <a:ext cx="8229600" cy="4525962"/>
          </a:xfrm>
        </p:spPr>
        <p:txBody>
          <a:bodyPr/>
          <a:lstStyle/>
          <a:p>
            <a:pPr fontAlgn="base">
              <a:spcAft>
                <a:spcPct val="0"/>
              </a:spcAft>
            </a:pPr>
            <a:r>
              <a:rPr lang="en-US" altLang="en-US"/>
              <a:t>Sender site:</a:t>
            </a:r>
          </a:p>
          <a:p>
            <a:pPr marL="400050" lvl="1" indent="0" algn="just" fontAlgn="base">
              <a:spcAft>
                <a:spcPct val="0"/>
              </a:spcAft>
              <a:buFont typeface="Arial" pitchFamily="34" charset="0"/>
              <a:buNone/>
            </a:pPr>
            <a:r>
              <a:rPr lang="en-US" altLang="en-US"/>
              <a:t>1. The message is divided into 16-bit words.</a:t>
            </a:r>
          </a:p>
          <a:p>
            <a:pPr marL="400050" lvl="1" indent="0" algn="just" fontAlgn="base">
              <a:spcAft>
                <a:spcPct val="0"/>
              </a:spcAft>
              <a:buFont typeface="Arial" pitchFamily="34" charset="0"/>
              <a:buNone/>
            </a:pPr>
            <a:r>
              <a:rPr lang="en-US" altLang="en-US"/>
              <a:t>2. The value of the checksum word is set to 0.</a:t>
            </a:r>
          </a:p>
          <a:p>
            <a:pPr marL="400050" lvl="1" indent="0" algn="just" fontAlgn="base">
              <a:spcAft>
                <a:spcPct val="0"/>
              </a:spcAft>
              <a:buFont typeface="Arial" pitchFamily="34" charset="0"/>
              <a:buNone/>
            </a:pPr>
            <a:r>
              <a:rPr lang="en-US" altLang="en-US"/>
              <a:t>3. All words including the checksum are added using one’s complement</a:t>
            </a:r>
          </a:p>
          <a:p>
            <a:pPr marL="400050" lvl="1" indent="0" algn="just" fontAlgn="base">
              <a:spcAft>
                <a:spcPct val="0"/>
              </a:spcAft>
              <a:buFont typeface="Arial" pitchFamily="34" charset="0"/>
              <a:buNone/>
            </a:pPr>
            <a:r>
              <a:rPr lang="en-US" altLang="en-US"/>
              <a:t>addition.</a:t>
            </a:r>
          </a:p>
          <a:p>
            <a:pPr marL="400050" lvl="1" indent="0" algn="just" fontAlgn="base">
              <a:spcAft>
                <a:spcPct val="0"/>
              </a:spcAft>
              <a:buFont typeface="Arial" pitchFamily="34" charset="0"/>
              <a:buNone/>
            </a:pPr>
            <a:r>
              <a:rPr lang="en-US" altLang="en-US"/>
              <a:t>4. The sum is complemented and becomes the checksum.</a:t>
            </a:r>
          </a:p>
          <a:p>
            <a:pPr marL="400050" lvl="1" indent="0" algn="just" fontAlgn="base">
              <a:spcAft>
                <a:spcPct val="0"/>
              </a:spcAft>
              <a:buFont typeface="Arial" pitchFamily="34" charset="0"/>
              <a:buNone/>
            </a:pPr>
            <a:r>
              <a:rPr lang="en-US" altLang="en-US"/>
              <a:t>5. The checksum is sent with the data.</a:t>
            </a:r>
          </a:p>
          <a:p>
            <a:pPr algn="just" fontAlgn="base">
              <a:spcAft>
                <a:spcPct val="0"/>
              </a:spcAft>
            </a:pPr>
            <a:r>
              <a:rPr lang="en-US" altLang="en-US"/>
              <a:t>Receiver site:</a:t>
            </a:r>
          </a:p>
          <a:p>
            <a:pPr marL="400050" lvl="1" indent="0" algn="just" fontAlgn="base">
              <a:spcAft>
                <a:spcPct val="0"/>
              </a:spcAft>
              <a:buFont typeface="Arial" pitchFamily="34" charset="0"/>
              <a:buNone/>
            </a:pPr>
            <a:r>
              <a:rPr lang="en-US" altLang="en-US"/>
              <a:t>1. The message (including checksum) is divided into 16-bit words.</a:t>
            </a:r>
          </a:p>
          <a:p>
            <a:pPr marL="400050" lvl="1" indent="0" algn="just" fontAlgn="base">
              <a:spcAft>
                <a:spcPct val="0"/>
              </a:spcAft>
              <a:buFont typeface="Arial" pitchFamily="34" charset="0"/>
              <a:buNone/>
            </a:pPr>
            <a:r>
              <a:rPr lang="en-US" altLang="en-US"/>
              <a:t>2. All words are added using one’s complement addition.</a:t>
            </a:r>
          </a:p>
          <a:p>
            <a:pPr marL="400050" lvl="1" indent="0" algn="just" fontAlgn="base">
              <a:spcAft>
                <a:spcPct val="0"/>
              </a:spcAft>
              <a:buFont typeface="Arial" pitchFamily="34" charset="0"/>
              <a:buNone/>
            </a:pPr>
            <a:r>
              <a:rPr lang="en-US" altLang="en-US"/>
              <a:t>3. The sum is complemented and becomes the new checksum.</a:t>
            </a:r>
          </a:p>
          <a:p>
            <a:pPr marL="400050" lvl="1" indent="0" algn="just" fontAlgn="base">
              <a:spcAft>
                <a:spcPct val="0"/>
              </a:spcAft>
              <a:buFont typeface="Arial" pitchFamily="34" charset="0"/>
              <a:buNone/>
            </a:pPr>
            <a:r>
              <a:rPr lang="en-US" altLang="en-US"/>
              <a:t>4. If the value of checksum is 0, the message is accepted; otherwise, it is</a:t>
            </a:r>
          </a:p>
          <a:p>
            <a:pPr marL="400050" lvl="1" indent="0" algn="just" fontAlgn="base">
              <a:spcAft>
                <a:spcPct val="0"/>
              </a:spcAft>
              <a:buFont typeface="Arial" pitchFamily="34" charset="0"/>
              <a:buNone/>
            </a:pPr>
            <a:r>
              <a:rPr lang="en-US" altLang="en-US"/>
              <a:t>rejected.</a:t>
            </a:r>
          </a:p>
        </p:txBody>
      </p:sp>
      <p:sp>
        <p:nvSpPr>
          <p:cNvPr id="2" name="Title 1">
            <a:extLst>
              <a:ext uri="{FF2B5EF4-FFF2-40B4-BE49-F238E27FC236}">
                <a16:creationId xmlns:a16="http://schemas.microsoft.com/office/drawing/2014/main" id="{EFE8BE2B-9781-4D1B-9F82-88B600A19CD9}"/>
              </a:ext>
            </a:extLst>
          </p:cNvPr>
          <p:cNvSpPr>
            <a:spLocks noGrp="1"/>
          </p:cNvSpPr>
          <p:nvPr>
            <p:ph type="title" idx="4294967295"/>
          </p:nvPr>
        </p:nvSpPr>
        <p:spPr>
          <a:xfrm>
            <a:off x="0" y="274638"/>
            <a:ext cx="8229600" cy="1143000"/>
          </a:xfrm>
        </p:spPr>
        <p:txBody>
          <a:bodyPr/>
          <a:lstStyle/>
          <a:p>
            <a:pPr>
              <a:defRPr/>
            </a:pPr>
            <a:r>
              <a:rPr lang="en-US" dirty="0"/>
              <a:t>Internet Checksum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Content Placeholder 2">
            <a:extLst>
              <a:ext uri="{FF2B5EF4-FFF2-40B4-BE49-F238E27FC236}">
                <a16:creationId xmlns:a16="http://schemas.microsoft.com/office/drawing/2014/main" id="{CC7C628A-A198-41BA-96E2-149FDEB64EDE}"/>
              </a:ext>
            </a:extLst>
          </p:cNvPr>
          <p:cNvSpPr>
            <a:spLocks noGrp="1"/>
          </p:cNvSpPr>
          <p:nvPr>
            <p:ph idx="1"/>
          </p:nvPr>
        </p:nvSpPr>
        <p:spPr>
          <a:xfrm>
            <a:off x="304800" y="1493838"/>
            <a:ext cx="8229600" cy="4525962"/>
          </a:xfrm>
        </p:spPr>
        <p:txBody>
          <a:bodyPr/>
          <a:lstStyle/>
          <a:p>
            <a:pPr fontAlgn="base">
              <a:spcAft>
                <a:spcPct val="0"/>
              </a:spcAft>
            </a:pPr>
            <a:r>
              <a:rPr lang="en-US" altLang="en-US"/>
              <a:t>0x466F, 0x726f, 0x757A, 0x616E</a:t>
            </a:r>
          </a:p>
        </p:txBody>
      </p:sp>
      <p:sp>
        <p:nvSpPr>
          <p:cNvPr id="2" name="Title 1">
            <a:extLst>
              <a:ext uri="{FF2B5EF4-FFF2-40B4-BE49-F238E27FC236}">
                <a16:creationId xmlns:a16="http://schemas.microsoft.com/office/drawing/2014/main" id="{99210CE7-3349-4603-AE39-0958BAFAD802}"/>
              </a:ext>
            </a:extLst>
          </p:cNvPr>
          <p:cNvSpPr>
            <a:spLocks noGrp="1"/>
          </p:cNvSpPr>
          <p:nvPr>
            <p:ph type="title" idx="4294967295"/>
          </p:nvPr>
        </p:nvSpPr>
        <p:spPr>
          <a:xfrm>
            <a:off x="0" y="274638"/>
            <a:ext cx="8229600" cy="1143000"/>
          </a:xfrm>
        </p:spPr>
        <p:txBody>
          <a:bodyPr/>
          <a:lstStyle/>
          <a:p>
            <a:pPr>
              <a:defRPr/>
            </a:pPr>
            <a:r>
              <a:rPr lang="en-US" dirty="0"/>
              <a:t>Internet Checksum: Example</a:t>
            </a:r>
          </a:p>
        </p:txBody>
      </p:sp>
      <p:pic>
        <p:nvPicPr>
          <p:cNvPr id="89092" name="Picture 3">
            <a:extLst>
              <a:ext uri="{FF2B5EF4-FFF2-40B4-BE49-F238E27FC236}">
                <a16:creationId xmlns:a16="http://schemas.microsoft.com/office/drawing/2014/main" id="{6F6E9801-17D7-4CA1-84D1-385CEE38E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2487"/>
          <a:stretch>
            <a:fillRect/>
          </a:stretch>
        </p:blipFill>
        <p:spPr bwMode="auto">
          <a:xfrm>
            <a:off x="407988" y="2057400"/>
            <a:ext cx="8242300" cy="420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1697</TotalTime>
  <Words>1886</Words>
  <Application>Microsoft Office PowerPoint</Application>
  <PresentationFormat>On-screen Show (4:3)</PresentationFormat>
  <Paragraphs>266</Paragraphs>
  <Slides>47</Slides>
  <Notes>17</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2</vt:i4>
      </vt:variant>
      <vt:variant>
        <vt:lpstr>Slide Titles</vt:lpstr>
      </vt:variant>
      <vt:variant>
        <vt:i4>47</vt:i4>
      </vt:variant>
    </vt:vector>
  </HeadingPairs>
  <TitlesOfParts>
    <vt:vector size="65" baseType="lpstr">
      <vt:lpstr>Arial</vt:lpstr>
      <vt:lpstr>Calibri</vt:lpstr>
      <vt:lpstr>PMingLiU</vt:lpstr>
      <vt:lpstr>Aharoni</vt:lpstr>
      <vt:lpstr>MS PGothic</vt:lpstr>
      <vt:lpstr>Wingdings</vt:lpstr>
      <vt:lpstr>Gill Sans MT</vt:lpstr>
      <vt:lpstr>Comic Sans MS</vt:lpstr>
      <vt:lpstr>Times New Roman</vt:lpstr>
      <vt:lpstr>Arabic Typesetting</vt:lpstr>
      <vt:lpstr>Agency FB</vt:lpstr>
      <vt:lpstr>Malgun Gothic</vt:lpstr>
      <vt:lpstr>Cambria</vt:lpstr>
      <vt:lpstr>SimSun</vt:lpstr>
      <vt:lpstr>Times</vt:lpstr>
      <vt:lpstr>Office Theme</vt:lpstr>
      <vt:lpstr>Image</vt:lpstr>
      <vt:lpstr>Equation</vt:lpstr>
      <vt:lpstr>BITS Pilani</vt:lpstr>
      <vt:lpstr>PowerPoint Presentation</vt:lpstr>
      <vt:lpstr>Link layer: introduction</vt:lpstr>
      <vt:lpstr>Link layer services</vt:lpstr>
      <vt:lpstr>Link layer services</vt:lpstr>
      <vt:lpstr>Where is the link layer implemented?</vt:lpstr>
      <vt:lpstr>Adaptors communicating</vt:lpstr>
      <vt:lpstr>Why Error Detection and Correction?</vt:lpstr>
      <vt:lpstr> Type of Errors</vt:lpstr>
      <vt:lpstr>Type of Errors</vt:lpstr>
      <vt:lpstr>Type of Errors</vt:lpstr>
      <vt:lpstr>Type of Errors</vt:lpstr>
      <vt:lpstr>Error Control</vt:lpstr>
      <vt:lpstr>Flow Control</vt:lpstr>
      <vt:lpstr>Redundancy</vt:lpstr>
      <vt:lpstr>Coding</vt:lpstr>
      <vt:lpstr>Block Coding</vt:lpstr>
      <vt:lpstr>Error Detection in Block Coding</vt:lpstr>
      <vt:lpstr>PowerPoint Presentation</vt:lpstr>
      <vt:lpstr>Common Detection Methods</vt:lpstr>
      <vt:lpstr>Parity Codes</vt:lpstr>
      <vt:lpstr>PowerPoint Presentation</vt:lpstr>
      <vt:lpstr>Parity Codes – Example  1</vt:lpstr>
      <vt:lpstr>Parity Codes – Example 2</vt:lpstr>
      <vt:lpstr>Parity Codes</vt:lpstr>
      <vt:lpstr>PowerPoint Presentation</vt:lpstr>
      <vt:lpstr>PowerPoint Presentation</vt:lpstr>
      <vt:lpstr>PowerPoint Presentation</vt:lpstr>
      <vt:lpstr>PowerPoint Presentation</vt:lpstr>
      <vt:lpstr>PowerPoint Presentation</vt:lpstr>
      <vt:lpstr>PowerPoint Presentation</vt:lpstr>
      <vt:lpstr>Code Rate</vt:lpstr>
      <vt:lpstr>PowerPoint Presentation</vt:lpstr>
      <vt:lpstr>Cyclic Redundancy Check (CRC)</vt:lpstr>
      <vt:lpstr>CRC Encoder/Decoder</vt:lpstr>
      <vt:lpstr>CRC Generator</vt:lpstr>
      <vt:lpstr>Checking CRC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Internet Checksum</vt:lpstr>
      <vt:lpstr>Internet Checksum: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app</cp:lastModifiedBy>
  <cp:revision>208</cp:revision>
  <dcterms:created xsi:type="dcterms:W3CDTF">2011-09-14T09:42:05Z</dcterms:created>
  <dcterms:modified xsi:type="dcterms:W3CDTF">2026-01-16T20:40:52Z</dcterms:modified>
</cp:coreProperties>
</file>