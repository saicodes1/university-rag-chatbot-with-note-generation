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260" r:id="rId2"/>
    <p:sldId id="301" r:id="rId3"/>
    <p:sldId id="302" r:id="rId4"/>
    <p:sldId id="303" r:id="rId5"/>
    <p:sldId id="356" r:id="rId6"/>
    <p:sldId id="304" r:id="rId7"/>
    <p:sldId id="305" r:id="rId8"/>
    <p:sldId id="306" r:id="rId9"/>
    <p:sldId id="307" r:id="rId10"/>
    <p:sldId id="308" r:id="rId11"/>
    <p:sldId id="262" r:id="rId12"/>
    <p:sldId id="357" r:id="rId13"/>
    <p:sldId id="358" r:id="rId14"/>
    <p:sldId id="368" r:id="rId15"/>
    <p:sldId id="369" r:id="rId16"/>
    <p:sldId id="370" r:id="rId17"/>
    <p:sldId id="371" r:id="rId18"/>
    <p:sldId id="372" r:id="rId19"/>
    <p:sldId id="373" r:id="rId20"/>
    <p:sldId id="374" r:id="rId21"/>
    <p:sldId id="375" r:id="rId22"/>
    <p:sldId id="376" r:id="rId23"/>
    <p:sldId id="377" r:id="rId24"/>
    <p:sldId id="378" r:id="rId25"/>
    <p:sldId id="379" r:id="rId26"/>
    <p:sldId id="380" r:id="rId27"/>
    <p:sldId id="381" r:id="rId28"/>
    <p:sldId id="382" r:id="rId29"/>
    <p:sldId id="383" r:id="rId30"/>
    <p:sldId id="263" r:id="rId31"/>
    <p:sldId id="264" r:id="rId32"/>
    <p:sldId id="266" r:id="rId33"/>
    <p:sldId id="267" r:id="rId34"/>
    <p:sldId id="268" r:id="rId35"/>
    <p:sldId id="269" r:id="rId36"/>
    <p:sldId id="366" r:id="rId37"/>
    <p:sldId id="367" r:id="rId38"/>
    <p:sldId id="270" r:id="rId39"/>
    <p:sldId id="271" r:id="rId40"/>
    <p:sldId id="272" r:id="rId41"/>
    <p:sldId id="273" r:id="rId42"/>
    <p:sldId id="274" r:id="rId43"/>
    <p:sldId id="275" r:id="rId44"/>
    <p:sldId id="276" r:id="rId45"/>
    <p:sldId id="277" r:id="rId46"/>
    <p:sldId id="278" r:id="rId47"/>
    <p:sldId id="389" r:id="rId48"/>
    <p:sldId id="279" r:id="rId49"/>
    <p:sldId id="280" r:id="rId50"/>
    <p:sldId id="281" r:id="rId51"/>
    <p:sldId id="282" r:id="rId52"/>
    <p:sldId id="283"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290" r:id="rId82"/>
    <p:sldId id="291" r:id="rId83"/>
    <p:sldId id="337" r:id="rId84"/>
    <p:sldId id="347" r:id="rId85"/>
    <p:sldId id="348" r:id="rId86"/>
    <p:sldId id="338" r:id="rId87"/>
    <p:sldId id="349" r:id="rId88"/>
    <p:sldId id="341" r:id="rId89"/>
    <p:sldId id="342" r:id="rId90"/>
    <p:sldId id="350" r:id="rId91"/>
    <p:sldId id="344" r:id="rId92"/>
    <p:sldId id="345" r:id="rId93"/>
    <p:sldId id="346" r:id="rId94"/>
    <p:sldId id="284" r:id="rId95"/>
    <p:sldId id="285" r:id="rId96"/>
    <p:sldId id="351" r:id="rId97"/>
    <p:sldId id="286" r:id="rId98"/>
    <p:sldId id="287" r:id="rId99"/>
    <p:sldId id="352" r:id="rId100"/>
    <p:sldId id="353" r:id="rId101"/>
    <p:sldId id="354" r:id="rId102"/>
    <p:sldId id="288" r:id="rId103"/>
    <p:sldId id="289" r:id="rId104"/>
    <p:sldId id="294" r:id="rId105"/>
    <p:sldId id="355" r:id="rId106"/>
    <p:sldId id="295" r:id="rId107"/>
    <p:sldId id="296" r:id="rId108"/>
    <p:sldId id="297" r:id="rId109"/>
    <p:sldId id="298" r:id="rId110"/>
    <p:sldId id="300" r:id="rId111"/>
    <p:sldId id="299" r:id="rId112"/>
    <p:sldId id="384" r:id="rId113"/>
    <p:sldId id="385" r:id="rId114"/>
    <p:sldId id="386" r:id="rId115"/>
    <p:sldId id="387" r:id="rId116"/>
    <p:sldId id="388" r:id="rId11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239" autoAdjust="0"/>
  </p:normalViewPr>
  <p:slideViewPr>
    <p:cSldViewPr>
      <p:cViewPr varScale="1">
        <p:scale>
          <a:sx n="65" d="100"/>
          <a:sy n="65" d="100"/>
        </p:scale>
        <p:origin x="1314"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B9391-00CF-49DB-818E-908016D6D0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B8521347-0050-412D-9B28-DE2992CA710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D68D0B4E-CCE0-4249-BC3F-019E048BF58E}" type="datetimeFigureOut">
              <a:rPr lang="en-US"/>
              <a:pPr>
                <a:defRPr/>
              </a:pPr>
              <a:t>1/16/2026</a:t>
            </a:fld>
            <a:endParaRPr lang="en-US"/>
          </a:p>
        </p:txBody>
      </p:sp>
      <p:sp>
        <p:nvSpPr>
          <p:cNvPr id="4" name="Slide Image Placeholder 3">
            <a:extLst>
              <a:ext uri="{FF2B5EF4-FFF2-40B4-BE49-F238E27FC236}">
                <a16:creationId xmlns:a16="http://schemas.microsoft.com/office/drawing/2014/main" id="{A50D4BAD-7DE8-44D9-A947-B5BC200E3F43}"/>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AA20A239-EBDF-4DB8-8A08-7B867753DDE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D0E8F38-A912-4543-B640-A7121502352E}"/>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FA4D708B-1AB6-48AA-8285-433243B12C91}"/>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8282B4D9-E430-43FB-B577-D530E46BA7D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archstorage.techtarget.com/definition/bus"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earchnetworking.techtarget.com/definition/FDDI" TargetMode="External"/><Relationship Id="rId5" Type="http://schemas.openxmlformats.org/officeDocument/2006/relationships/hyperlink" Target="http://whatis.techtarget.com/definition/IEEE-Institute-of-Electrical-and-Electronics-Engineers" TargetMode="External"/><Relationship Id="rId4" Type="http://schemas.openxmlformats.org/officeDocument/2006/relationships/hyperlink" Target="http://whatis.techtarget.com/definition/network-topology"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81531BD0-C6F2-41E1-A56B-51B65D07DF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73FF0825-3031-4B55-ACED-A5BB56A88D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6628" name="Slide Number Placeholder 3">
            <a:extLst>
              <a:ext uri="{FF2B5EF4-FFF2-40B4-BE49-F238E27FC236}">
                <a16:creationId xmlns:a16="http://schemas.microsoft.com/office/drawing/2014/main" id="{9EA85F22-4DEB-4D27-8A57-FEEA00882A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FBB0D2C-DB02-4558-ACD4-A71EAE3E3822}" type="slidenum">
              <a:rPr lang="en-US" altLang="en-US"/>
              <a:pPr/>
              <a:t>3</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2F78FDB6-DA2E-4EA7-ABCF-FB1D4DFEA4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1E54E254-6F0C-4FD5-A6A6-472EFAF537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8676" name="Slide Number Placeholder 3">
            <a:extLst>
              <a:ext uri="{FF2B5EF4-FFF2-40B4-BE49-F238E27FC236}">
                <a16:creationId xmlns:a16="http://schemas.microsoft.com/office/drawing/2014/main" id="{26C4D49A-B2CF-441E-9F6E-6EB1A8ACF0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FF367BA-5AE7-4310-9EDA-776D31661F79}" type="slidenum">
              <a:rPr lang="en-US" altLang="en-US"/>
              <a:pPr/>
              <a:t>4</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C9F6C2FF-62DD-40C7-9C60-36757F58A8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2F71F967-777D-4167-8AED-CEE71C1784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1748" name="Slide Number Placeholder 3">
            <a:extLst>
              <a:ext uri="{FF2B5EF4-FFF2-40B4-BE49-F238E27FC236}">
                <a16:creationId xmlns:a16="http://schemas.microsoft.com/office/drawing/2014/main" id="{A13030E1-78D8-4E28-BB9C-1DF03C9811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BF1FCAE-65A2-47FD-9714-4906A44EFD3C}" type="slidenum">
              <a:rPr lang="en-US" altLang="en-US"/>
              <a:pPr/>
              <a:t>6</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47F869CC-3144-4861-9BBB-1BA821F749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5319397E-A09A-4ADE-AB28-333F7E73F3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3796" name="Slide Number Placeholder 3">
            <a:extLst>
              <a:ext uri="{FF2B5EF4-FFF2-40B4-BE49-F238E27FC236}">
                <a16:creationId xmlns:a16="http://schemas.microsoft.com/office/drawing/2014/main" id="{F7A74CE3-862F-4683-B798-C571CAEB50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37751B3-69C9-4B5B-8DF2-4D66276C48EA}" type="slidenum">
              <a:rPr lang="en-US" altLang="en-US"/>
              <a:pPr/>
              <a:t>7</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8EED412C-70A6-40D0-8E17-49C8727302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AE5EEA6B-E219-4D08-8D72-99C51854F6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5844" name="Slide Number Placeholder 3">
            <a:extLst>
              <a:ext uri="{FF2B5EF4-FFF2-40B4-BE49-F238E27FC236}">
                <a16:creationId xmlns:a16="http://schemas.microsoft.com/office/drawing/2014/main" id="{68F54759-78F9-4809-B4D8-2E78E03FAA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08D74DE-89C4-4C95-9C04-56613452A517}" type="slidenum">
              <a:rPr lang="en-US" altLang="en-US"/>
              <a:pPr/>
              <a:t>8</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577E1FB6-2C27-43EA-A87F-5B3D95F989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4CCEBE37-EB9E-4096-A7F7-CF89B92D06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7892" name="Slide Number Placeholder 3">
            <a:extLst>
              <a:ext uri="{FF2B5EF4-FFF2-40B4-BE49-F238E27FC236}">
                <a16:creationId xmlns:a16="http://schemas.microsoft.com/office/drawing/2014/main" id="{C05DB9EC-75B5-4519-8A18-8AB91F22AB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E614AC5-8C01-47E8-B5D9-615349315CA2}" type="slidenum">
              <a:rPr lang="en-US" altLang="en-US"/>
              <a:pPr/>
              <a:t>9</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E0318F4A-AC32-40F9-B1D0-F7B32D46BF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a:extLst>
              <a:ext uri="{FF2B5EF4-FFF2-40B4-BE49-F238E27FC236}">
                <a16:creationId xmlns:a16="http://schemas.microsoft.com/office/drawing/2014/main" id="{A4B199FD-54FF-46B0-A926-6496AB79B1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9940" name="Slide Number Placeholder 3">
            <a:extLst>
              <a:ext uri="{FF2B5EF4-FFF2-40B4-BE49-F238E27FC236}">
                <a16:creationId xmlns:a16="http://schemas.microsoft.com/office/drawing/2014/main" id="{39B5E719-1D5B-4075-B85C-6023198F15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007F9A-DBE6-4C29-99EB-30AA8E1BB925}" type="slidenum">
              <a:rPr lang="en-US" altLang="en-US"/>
              <a:pPr/>
              <a:t>10</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A8FFFFC7-A07E-4216-B0FD-DC5DE617901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2ED699D9-C3D9-4DE8-9382-7C1BE425AAD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660519E3-1CFD-4F9D-8914-3D9B44F1419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855A17-7889-43D8-9699-A3253F9E4A4E}" type="slidenum">
              <a:rPr lang="en-US" altLang="en-US"/>
              <a:pPr/>
              <a:t>15</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C67764E9-CFB3-4299-8E67-33093D79683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833AA6A1-8402-4260-BADD-21988D003FD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Empty information frames are continuously circulated on the ring.</a:t>
            </a:r>
          </a:p>
          <a:p>
            <a:r>
              <a:rPr lang="en-US" altLang="en-US"/>
              <a:t>When a computer has a message to send, it inserts a token in an empty frame (this may consist of simply changing a 0 to a 1 in the token bit part of the frame) and inserts a message and a destination identifier in the frame.</a:t>
            </a:r>
          </a:p>
          <a:p>
            <a:r>
              <a:rPr lang="en-US" altLang="en-US"/>
              <a:t>The frame is then examined by each successive workstation. If the workstation sees that it is the destination for the message, it copies the message from the frame and changes the token back to 0.</a:t>
            </a:r>
          </a:p>
          <a:p>
            <a:r>
              <a:rPr lang="en-US" altLang="en-US"/>
              <a:t>When the frame gets back to the originator, it sees that the token has been changed to 0 and that the message has been copied and received. It removes the message from the frame.</a:t>
            </a:r>
          </a:p>
          <a:p>
            <a:r>
              <a:rPr lang="en-US" altLang="en-US"/>
              <a:t>The frame continues to circulate as an "empty" frame, ready to be taken by a workstation when it has a message to send.</a:t>
            </a:r>
          </a:p>
          <a:p>
            <a:r>
              <a:rPr lang="en-US" altLang="en-US"/>
              <a:t>The token scheme can also be used with </a:t>
            </a:r>
            <a:r>
              <a:rPr lang="en-US" altLang="en-US">
                <a:hlinkClick r:id="rId3"/>
              </a:rPr>
              <a:t>bus</a:t>
            </a:r>
            <a:r>
              <a:rPr lang="en-US" altLang="en-US"/>
              <a:t> </a:t>
            </a:r>
            <a:r>
              <a:rPr lang="en-US" altLang="en-US">
                <a:hlinkClick r:id="rId4"/>
              </a:rPr>
              <a:t>topology</a:t>
            </a:r>
            <a:r>
              <a:rPr lang="en-US" altLang="en-US"/>
              <a:t> LANs.</a:t>
            </a:r>
          </a:p>
          <a:p>
            <a:r>
              <a:rPr lang="en-US" altLang="en-US"/>
              <a:t>The standard for the Token Ring protocol is Institute of Electrical and Electronics Engineers (</a:t>
            </a:r>
            <a:r>
              <a:rPr lang="en-US" altLang="en-US">
                <a:hlinkClick r:id="rId5"/>
              </a:rPr>
              <a:t>IEEE</a:t>
            </a:r>
            <a:r>
              <a:rPr lang="en-US" altLang="en-US"/>
              <a:t>) 802.5. The Fiber Distributed-Data Interface (</a:t>
            </a:r>
            <a:r>
              <a:rPr lang="en-US" altLang="en-US">
                <a:hlinkClick r:id="rId6"/>
              </a:rPr>
              <a:t>FDDI</a:t>
            </a:r>
            <a:r>
              <a:rPr lang="en-US" altLang="en-US"/>
              <a:t>) also uses a Token Ring protocol.</a:t>
            </a:r>
          </a:p>
          <a:p>
            <a:endParaRPr lang="en-US" altLang="en-US"/>
          </a:p>
        </p:txBody>
      </p:sp>
      <p:sp>
        <p:nvSpPr>
          <p:cNvPr id="50180" name="Slide Number Placeholder 3">
            <a:extLst>
              <a:ext uri="{FF2B5EF4-FFF2-40B4-BE49-F238E27FC236}">
                <a16:creationId xmlns:a16="http://schemas.microsoft.com/office/drawing/2014/main" id="{1A0FA3CB-3EC5-445C-A909-E645610F72C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342ED59-FFA2-42B2-9BE5-F78BA951FB83}" type="slidenum">
              <a:rPr lang="en-US" altLang="en-US"/>
              <a:pPr/>
              <a:t>18</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F4F00D43-6917-4197-A47E-1288CAD3F5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C76CB63-E078-4AFB-A232-384FD299D6B3}" type="slidenum">
              <a:rPr lang="en-US" altLang="en-US"/>
              <a:pPr/>
              <a:t>19</a:t>
            </a:fld>
            <a:endParaRPr lang="en-US" altLang="en-US"/>
          </a:p>
        </p:txBody>
      </p:sp>
      <p:sp>
        <p:nvSpPr>
          <p:cNvPr id="52227" name="Rectangle 2">
            <a:extLst>
              <a:ext uri="{FF2B5EF4-FFF2-40B4-BE49-F238E27FC236}">
                <a16:creationId xmlns:a16="http://schemas.microsoft.com/office/drawing/2014/main" id="{E29C6EA5-25AC-4C7A-9AC7-96BF6301CF1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7D800E52-64F4-4BFF-9BEC-74BA5B796DA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Very device intensive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F961924E-BB27-453B-9599-98BE3BC0BD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a:extLst>
              <a:ext uri="{FF2B5EF4-FFF2-40B4-BE49-F238E27FC236}">
                <a16:creationId xmlns:a16="http://schemas.microsoft.com/office/drawing/2014/main" id="{C96F7004-7B77-454E-B26F-98B080D8AA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92164" name="Slide Number Placeholder 3">
            <a:extLst>
              <a:ext uri="{FF2B5EF4-FFF2-40B4-BE49-F238E27FC236}">
                <a16:creationId xmlns:a16="http://schemas.microsoft.com/office/drawing/2014/main" id="{062A7B82-8263-4E04-AB70-124009A8DD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5308D84-723B-4C62-95EC-7D4ABB755E26}" type="slidenum">
              <a:rPr lang="en-US" altLang="en-US"/>
              <a:pPr/>
              <a:t>57</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B0627E67-F511-4AF8-B972-9566DF7D44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182FD371-1D26-4D44-8B98-2A0A8B6742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94212" name="Slide Number Placeholder 3">
            <a:extLst>
              <a:ext uri="{FF2B5EF4-FFF2-40B4-BE49-F238E27FC236}">
                <a16:creationId xmlns:a16="http://schemas.microsoft.com/office/drawing/2014/main" id="{ACADB8F1-E217-454C-B1EE-840C6C93FD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86DA6EE-37BB-4DC9-AB2D-4BE204DB9F45}" type="slidenum">
              <a:rPr lang="en-US" altLang="en-US"/>
              <a:pPr/>
              <a:t>58</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3704C843-7742-4793-ADE0-16B0782121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id="{18DFCD0F-6126-4569-BBD8-5E154CBF366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Headers and trailers are the concepts of OSI model.</a:t>
            </a:r>
            <a:br>
              <a:rPr lang="en-US" altLang="en-US"/>
            </a:br>
            <a:r>
              <a:rPr lang="en-US" altLang="en-US"/>
              <a:t>Headers are information structures which identifies the information that follows, such as a block of bytes in communication.</a:t>
            </a:r>
            <a:br>
              <a:rPr lang="en-US" altLang="en-US"/>
            </a:br>
            <a:r>
              <a:rPr lang="en-US" altLang="en-US"/>
              <a:t>Trailer is the information which occupies several bytes at the end of the block of the data being transmitted. They contain error-checking data which is useful for confirming the accuracy and status of the transmission.</a:t>
            </a:r>
            <a:br>
              <a:rPr lang="en-US" altLang="en-US"/>
            </a:br>
            <a:br>
              <a:rPr lang="en-US" altLang="en-US"/>
            </a:br>
            <a:r>
              <a:rPr lang="en-US" altLang="en-US"/>
              <a:t>During communication of data the sender appends the header and passes it to the lower layer while the receiver removes header and passes it to upper layer. Headers are added at layer 6,5,4,3 &amp; 2 while Trailer is added at layer 2. </a:t>
            </a:r>
          </a:p>
        </p:txBody>
      </p:sp>
      <p:sp>
        <p:nvSpPr>
          <p:cNvPr id="97284" name="Slide Number Placeholder 3">
            <a:extLst>
              <a:ext uri="{FF2B5EF4-FFF2-40B4-BE49-F238E27FC236}">
                <a16:creationId xmlns:a16="http://schemas.microsoft.com/office/drawing/2014/main" id="{63E690DD-2675-4125-AD37-C90FB949B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01B8A8-7E6B-4D6F-B042-FB77A1D3931F}" type="slidenum">
              <a:rPr lang="en-US" altLang="en-US"/>
              <a:pPr/>
              <a:t>60</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0BDD208A-BD56-4921-A417-80A2582C49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44B026E4-B8E8-40A7-B92D-0B5767078F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0356" name="Slide Number Placeholder 3">
            <a:extLst>
              <a:ext uri="{FF2B5EF4-FFF2-40B4-BE49-F238E27FC236}">
                <a16:creationId xmlns:a16="http://schemas.microsoft.com/office/drawing/2014/main" id="{CCAD4B03-5484-4869-B3CD-FE64BE894E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F613F9F-DF04-4B52-9CAF-63B19EA347CB}" type="slidenum">
              <a:rPr lang="en-US" altLang="en-US"/>
              <a:pPr/>
              <a:t>62</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a:extLst>
              <a:ext uri="{FF2B5EF4-FFF2-40B4-BE49-F238E27FC236}">
                <a16:creationId xmlns:a16="http://schemas.microsoft.com/office/drawing/2014/main" id="{B4E47E2F-3F42-4807-B1C8-1CF9D5A44C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a:extLst>
              <a:ext uri="{FF2B5EF4-FFF2-40B4-BE49-F238E27FC236}">
                <a16:creationId xmlns:a16="http://schemas.microsoft.com/office/drawing/2014/main" id="{B347D656-E9BC-49AA-AE86-6AF2A2E55B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3428" name="Slide Number Placeholder 3">
            <a:extLst>
              <a:ext uri="{FF2B5EF4-FFF2-40B4-BE49-F238E27FC236}">
                <a16:creationId xmlns:a16="http://schemas.microsoft.com/office/drawing/2014/main" id="{7E7C3878-B6BD-46F8-8289-673545D8F3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2F9B4E9-3F2B-4799-98A6-79FAFD9FECDB}" type="slidenum">
              <a:rPr lang="en-US" altLang="en-US">
                <a:solidFill>
                  <a:srgbClr val="000000"/>
                </a:solidFill>
                <a:latin typeface="Calibri" panose="020F0502020204030204" pitchFamily="34" charset="0"/>
              </a:rPr>
              <a:pPr eaLnBrk="1" hangingPunct="1"/>
              <a:t>64</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a:extLst>
              <a:ext uri="{FF2B5EF4-FFF2-40B4-BE49-F238E27FC236}">
                <a16:creationId xmlns:a16="http://schemas.microsoft.com/office/drawing/2014/main" id="{4152186E-4DD9-4B46-9D57-69FCF27503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a:extLst>
              <a:ext uri="{FF2B5EF4-FFF2-40B4-BE49-F238E27FC236}">
                <a16:creationId xmlns:a16="http://schemas.microsoft.com/office/drawing/2014/main" id="{E63A6E5B-3380-47F2-9389-E8FD5E7D05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This layer allows a process to add checkpoints which are considered as synchronization points into stream of data. Example: If a system is sending a file of 800 pages, adding checkpoints after every 50 pages is recommended. This ensures that 50 page unit is successfully received and acknowledged. This is beneficial at the time of crash as if a crash happens at page number 110; there is no need to retransmit 1 to100 pages.</a:t>
            </a:r>
          </a:p>
        </p:txBody>
      </p:sp>
      <p:sp>
        <p:nvSpPr>
          <p:cNvPr id="105476" name="Slide Number Placeholder 3">
            <a:extLst>
              <a:ext uri="{FF2B5EF4-FFF2-40B4-BE49-F238E27FC236}">
                <a16:creationId xmlns:a16="http://schemas.microsoft.com/office/drawing/2014/main" id="{69D1A7FB-9A58-4C09-AB82-C13B7DA0056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3F7F3-0651-4655-9654-C9968DFE746A}" type="slidenum">
              <a:rPr lang="en-US" altLang="en-US">
                <a:solidFill>
                  <a:srgbClr val="000000"/>
                </a:solidFill>
                <a:latin typeface="Calibri" panose="020F0502020204030204" pitchFamily="34" charset="0"/>
              </a:rPr>
              <a:pPr eaLnBrk="1" hangingPunct="1"/>
              <a:t>65</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a:extLst>
              <a:ext uri="{FF2B5EF4-FFF2-40B4-BE49-F238E27FC236}">
                <a16:creationId xmlns:a16="http://schemas.microsoft.com/office/drawing/2014/main" id="{5EEFFA93-71F8-4720-94B5-99CF51053C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a:extLst>
              <a:ext uri="{FF2B5EF4-FFF2-40B4-BE49-F238E27FC236}">
                <a16:creationId xmlns:a16="http://schemas.microsoft.com/office/drawing/2014/main" id="{87034C36-C99B-4897-AFB9-589EB5057E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7524" name="Slide Number Placeholder 3">
            <a:extLst>
              <a:ext uri="{FF2B5EF4-FFF2-40B4-BE49-F238E27FC236}">
                <a16:creationId xmlns:a16="http://schemas.microsoft.com/office/drawing/2014/main" id="{75562D6E-C4B0-4797-AF9C-BCBB5A2B4E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AB67890-34B3-4137-B459-73C3A958422C}" type="slidenum">
              <a:rPr lang="en-US" altLang="en-US">
                <a:solidFill>
                  <a:srgbClr val="000000"/>
                </a:solidFill>
                <a:latin typeface="Calibri" panose="020F0502020204030204" pitchFamily="34" charset="0"/>
              </a:rPr>
              <a:pPr eaLnBrk="1" hangingPunct="1"/>
              <a:t>66</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id="{4B193ECE-870A-486A-B8F9-C17311B352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a:extLst>
              <a:ext uri="{FF2B5EF4-FFF2-40B4-BE49-F238E27FC236}">
                <a16:creationId xmlns:a16="http://schemas.microsoft.com/office/drawing/2014/main" id="{F1D9912C-2F47-4FA2-BDAC-1C3DEF3E08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Transport layer data could be broken down to many data-link layer frames/packets. </a:t>
            </a:r>
          </a:p>
          <a:p>
            <a:r>
              <a:rPr lang="en-US" altLang="en-US"/>
              <a:t>So it is possible that even without any data-link errors the transport layer stream/packet may be corrupt. </a:t>
            </a:r>
            <a:r>
              <a:rPr lang="en-US" altLang="en-US" b="1"/>
              <a:t>Edit:</a:t>
            </a:r>
            <a:r>
              <a:rPr lang="en-US" altLang="en-US"/>
              <a:t> This is because a transport layer path is usually composed of many data-link layer </a:t>
            </a:r>
            <a:r>
              <a:rPr lang="en-US" altLang="en-US" i="1"/>
              <a:t>hops</a:t>
            </a:r>
            <a:r>
              <a:rPr lang="en-US" altLang="en-US"/>
              <a:t>, for example:</a:t>
            </a:r>
          </a:p>
          <a:p>
            <a:r>
              <a:rPr lang="en-US" altLang="en-US"/>
              <a:t>Host1 &lt;----&gt; switch1 &lt;----&gt; switch2 &lt;----&gt; Host2 if a packet was lost between switch1 and switch2 then there would be no errors recorded on the switch2 Host2 link, but the corresponding transport layer stream would be corrupted.</a:t>
            </a:r>
          </a:p>
          <a:p>
            <a:endParaRPr lang="en-US" altLang="en-US"/>
          </a:p>
        </p:txBody>
      </p:sp>
      <p:sp>
        <p:nvSpPr>
          <p:cNvPr id="109572" name="Slide Number Placeholder 3">
            <a:extLst>
              <a:ext uri="{FF2B5EF4-FFF2-40B4-BE49-F238E27FC236}">
                <a16:creationId xmlns:a16="http://schemas.microsoft.com/office/drawing/2014/main" id="{4D32FF69-D1C9-48BA-A3C4-56C3AEE127A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92EB78-6282-4A31-80A9-12B6ED7746F1}" type="slidenum">
              <a:rPr lang="en-US" altLang="en-US">
                <a:solidFill>
                  <a:srgbClr val="000000"/>
                </a:solidFill>
                <a:latin typeface="Calibri" panose="020F0502020204030204" pitchFamily="34" charset="0"/>
              </a:rPr>
              <a:pPr eaLnBrk="1" hangingPunct="1"/>
              <a:t>67</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AF66461D-7576-4D4C-8E57-543861BFE7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a:extLst>
              <a:ext uri="{FF2B5EF4-FFF2-40B4-BE49-F238E27FC236}">
                <a16:creationId xmlns:a16="http://schemas.microsoft.com/office/drawing/2014/main" id="{7DE0293C-E41A-4457-898B-4EE667BEFD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2644" name="Slide Number Placeholder 3">
            <a:extLst>
              <a:ext uri="{FF2B5EF4-FFF2-40B4-BE49-F238E27FC236}">
                <a16:creationId xmlns:a16="http://schemas.microsoft.com/office/drawing/2014/main" id="{FC72F807-5C6C-4B04-8A0D-22773AF45C3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B80F998-6227-40D3-BDCF-6865663AE034}" type="slidenum">
              <a:rPr lang="en-US" altLang="en-US">
                <a:solidFill>
                  <a:srgbClr val="000000"/>
                </a:solidFill>
                <a:latin typeface="Calibri" panose="020F0502020204030204" pitchFamily="34" charset="0"/>
              </a:rPr>
              <a:pPr eaLnBrk="1" hangingPunct="1"/>
              <a:t>69</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98CEF1C6-9EEA-486A-9992-CB89DD98DB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a:extLst>
              <a:ext uri="{FF2B5EF4-FFF2-40B4-BE49-F238E27FC236}">
                <a16:creationId xmlns:a16="http://schemas.microsoft.com/office/drawing/2014/main" id="{C865FA12-6359-46CD-83E4-A3C4122E8C8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4692" name="Slide Number Placeholder 3">
            <a:extLst>
              <a:ext uri="{FF2B5EF4-FFF2-40B4-BE49-F238E27FC236}">
                <a16:creationId xmlns:a16="http://schemas.microsoft.com/office/drawing/2014/main" id="{A5572161-3E2E-4E68-B5BB-4918BB9EF10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838E92-1527-4CBF-AC3C-A03A1019155E}" type="slidenum">
              <a:rPr lang="en-US" altLang="en-US">
                <a:solidFill>
                  <a:srgbClr val="000000"/>
                </a:solidFill>
                <a:latin typeface="Calibri" panose="020F0502020204030204" pitchFamily="34" charset="0"/>
              </a:rPr>
              <a:pPr eaLnBrk="1" hangingPunct="1"/>
              <a:t>70</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10B48C65-A036-4517-B3C5-00F58F0167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a:extLst>
              <a:ext uri="{FF2B5EF4-FFF2-40B4-BE49-F238E27FC236}">
                <a16:creationId xmlns:a16="http://schemas.microsoft.com/office/drawing/2014/main" id="{4BF232E6-2FC3-49FA-9842-EEE641EDAB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 </a:t>
            </a:r>
            <a:r>
              <a:rPr lang="en-US" altLang="en-US" b="1"/>
              <a:t>heterogeneous network</a:t>
            </a:r>
            <a:r>
              <a:rPr lang="en-US" altLang="en-US"/>
              <a:t> is a </a:t>
            </a:r>
            <a:r>
              <a:rPr lang="en-US" altLang="en-US" b="1"/>
              <a:t>network</a:t>
            </a:r>
            <a:r>
              <a:rPr lang="en-US" altLang="en-US"/>
              <a:t> connecting computers and other devices with different operating systems and/or protocols. For example, local area </a:t>
            </a:r>
            <a:r>
              <a:rPr lang="en-US" altLang="en-US" b="1"/>
              <a:t>networks</a:t>
            </a:r>
            <a:r>
              <a:rPr lang="en-US" altLang="en-US"/>
              <a:t> (LANs) that connect Microsoft Windows and Linux based personal computers with Apple Macintosh computers are </a:t>
            </a:r>
            <a:r>
              <a:rPr lang="en-US" altLang="en-US" b="1"/>
              <a:t>heterogeneous</a:t>
            </a:r>
            <a:r>
              <a:rPr lang="en-US" altLang="en-US"/>
              <a:t>.</a:t>
            </a:r>
          </a:p>
          <a:p>
            <a:endParaRPr lang="en-US" altLang="en-US"/>
          </a:p>
          <a:p>
            <a:r>
              <a:rPr lang="en-US" altLang="en-US" b="1"/>
              <a:t>IP fragmentation</a:t>
            </a:r>
            <a:r>
              <a:rPr lang="en-US" altLang="en-US"/>
              <a:t> is the process of breaking up a single Internet Protocol (</a:t>
            </a:r>
            <a:r>
              <a:rPr lang="en-US" altLang="en-US" b="1"/>
              <a:t>IP</a:t>
            </a:r>
            <a:r>
              <a:rPr lang="en-US" altLang="en-US"/>
              <a:t>) datagram into multiple packets of smaller size. Every network link has a characteristic size of messages that may be transmitted, called the maximum transmission unit (MTU).</a:t>
            </a:r>
          </a:p>
        </p:txBody>
      </p:sp>
      <p:sp>
        <p:nvSpPr>
          <p:cNvPr id="116740" name="Slide Number Placeholder 3">
            <a:extLst>
              <a:ext uri="{FF2B5EF4-FFF2-40B4-BE49-F238E27FC236}">
                <a16:creationId xmlns:a16="http://schemas.microsoft.com/office/drawing/2014/main" id="{A48B7CEF-5D0B-43AC-858F-4407469CCAE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DF3032F-373B-4A57-BF95-887003CF75E0}" type="slidenum">
              <a:rPr lang="en-US" altLang="en-US">
                <a:solidFill>
                  <a:srgbClr val="000000"/>
                </a:solidFill>
                <a:latin typeface="Calibri" panose="020F0502020204030204" pitchFamily="34" charset="0"/>
              </a:rPr>
              <a:pPr eaLnBrk="1" hangingPunct="1"/>
              <a:t>71</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94ABB0C1-D052-4A76-8B93-94625FED6A4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9DBAC2A-5D3C-4214-8C27-BBF4045E6AC8}" type="slidenum">
              <a:rPr lang="en-US" altLang="en-US">
                <a:solidFill>
                  <a:srgbClr val="000000"/>
                </a:solidFill>
                <a:latin typeface="Calibri" panose="020F0502020204030204" pitchFamily="34" charset="0"/>
              </a:rPr>
              <a:pPr eaLnBrk="1" hangingPunct="1"/>
              <a:t>72</a:t>
            </a:fld>
            <a:endParaRPr lang="en-US" altLang="en-US">
              <a:solidFill>
                <a:srgbClr val="000000"/>
              </a:solidFill>
              <a:latin typeface="Calibri" panose="020F0502020204030204" pitchFamily="34" charset="0"/>
            </a:endParaRPr>
          </a:p>
        </p:txBody>
      </p:sp>
      <p:sp>
        <p:nvSpPr>
          <p:cNvPr id="118787" name="Rectangle 2">
            <a:extLst>
              <a:ext uri="{FF2B5EF4-FFF2-40B4-BE49-F238E27FC236}">
                <a16:creationId xmlns:a16="http://schemas.microsoft.com/office/drawing/2014/main" id="{A6EE839B-583F-4407-99B4-EDA725853EC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8" name="Rectangle 3">
            <a:extLst>
              <a:ext uri="{FF2B5EF4-FFF2-40B4-BE49-F238E27FC236}">
                <a16:creationId xmlns:a16="http://schemas.microsoft.com/office/drawing/2014/main" id="{EA1F5622-20D1-492A-8B20-A81A8EA911A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F86B4477-8409-4B58-87F3-9DEFBCEEDF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a:extLst>
              <a:ext uri="{FF2B5EF4-FFF2-40B4-BE49-F238E27FC236}">
                <a16:creationId xmlns:a16="http://schemas.microsoft.com/office/drawing/2014/main" id="{D5C05442-7966-4023-939F-0E1A8CBC08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0836" name="Slide Number Placeholder 3">
            <a:extLst>
              <a:ext uri="{FF2B5EF4-FFF2-40B4-BE49-F238E27FC236}">
                <a16:creationId xmlns:a16="http://schemas.microsoft.com/office/drawing/2014/main" id="{61D9E147-6DE6-4949-A71C-CB8C3EC6465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F1FBE3-28A4-40FA-BE39-866E6B6BAA33}" type="slidenum">
              <a:rPr lang="en-US" altLang="en-US">
                <a:solidFill>
                  <a:srgbClr val="000000"/>
                </a:solidFill>
                <a:latin typeface="Calibri" panose="020F0502020204030204" pitchFamily="34" charset="0"/>
              </a:rPr>
              <a:pPr eaLnBrk="1" hangingPunct="1"/>
              <a:t>73</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3526650D-3D7C-4DE4-9A6C-30CAD24236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a:extLst>
              <a:ext uri="{FF2B5EF4-FFF2-40B4-BE49-F238E27FC236}">
                <a16:creationId xmlns:a16="http://schemas.microsoft.com/office/drawing/2014/main" id="{5DCFADE1-038D-43A6-866E-8254CF5323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framing is the process of dividing bit stream of information into logical groups of equal size. Framing is done both with asynchronous communication and synchronous communication.</a:t>
            </a:r>
          </a:p>
          <a:p>
            <a:endParaRPr lang="en-US" altLang="en-US"/>
          </a:p>
          <a:p>
            <a:r>
              <a:rPr lang="en-US" altLang="en-US" b="1"/>
              <a:t>flow control</a:t>
            </a:r>
            <a:r>
              <a:rPr lang="en-US" altLang="en-US"/>
              <a:t> is the process of managing the rate of data transmission between two nodes to prevent a fast sender from overwhelming a slow receiver.</a:t>
            </a:r>
          </a:p>
        </p:txBody>
      </p:sp>
      <p:sp>
        <p:nvSpPr>
          <p:cNvPr id="122884" name="Slide Number Placeholder 3">
            <a:extLst>
              <a:ext uri="{FF2B5EF4-FFF2-40B4-BE49-F238E27FC236}">
                <a16:creationId xmlns:a16="http://schemas.microsoft.com/office/drawing/2014/main" id="{19C2C35E-2D88-4FF8-ACC9-0A20EC435B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43AFF0-0C9B-4BC7-A0A5-02DCB5D54525}" type="slidenum">
              <a:rPr lang="en-US" altLang="en-US">
                <a:solidFill>
                  <a:srgbClr val="000000"/>
                </a:solidFill>
                <a:latin typeface="Calibri" panose="020F0502020204030204" pitchFamily="34" charset="0"/>
              </a:rPr>
              <a:pPr eaLnBrk="1" hangingPunct="1"/>
              <a:t>74</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a:extLst>
              <a:ext uri="{FF2B5EF4-FFF2-40B4-BE49-F238E27FC236}">
                <a16:creationId xmlns:a16="http://schemas.microsoft.com/office/drawing/2014/main" id="{E8AD9856-9589-4E2F-BC16-404F33F6C8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a:extLst>
              <a:ext uri="{FF2B5EF4-FFF2-40B4-BE49-F238E27FC236}">
                <a16:creationId xmlns:a16="http://schemas.microsoft.com/office/drawing/2014/main" id="{9907B169-2587-4B97-B657-0863AFD7AD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4932" name="Slide Number Placeholder 3">
            <a:extLst>
              <a:ext uri="{FF2B5EF4-FFF2-40B4-BE49-F238E27FC236}">
                <a16:creationId xmlns:a16="http://schemas.microsoft.com/office/drawing/2014/main" id="{FF4B2FDB-92B4-4519-AAAB-066F042CBCD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81BD8B3-D23A-41ED-8039-55A4C35E18B5}" type="slidenum">
              <a:rPr lang="en-US" altLang="en-US">
                <a:solidFill>
                  <a:srgbClr val="000000"/>
                </a:solidFill>
                <a:latin typeface="Calibri" panose="020F0502020204030204" pitchFamily="34" charset="0"/>
              </a:rPr>
              <a:pPr eaLnBrk="1" hangingPunct="1"/>
              <a:t>75</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a:extLst>
              <a:ext uri="{FF2B5EF4-FFF2-40B4-BE49-F238E27FC236}">
                <a16:creationId xmlns:a16="http://schemas.microsoft.com/office/drawing/2014/main" id="{2B3035E8-9290-47C6-840F-5D08E80BD6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a:extLst>
              <a:ext uri="{FF2B5EF4-FFF2-40B4-BE49-F238E27FC236}">
                <a16:creationId xmlns:a16="http://schemas.microsoft.com/office/drawing/2014/main" id="{118484D8-D14A-43CB-8F23-866692CB6C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6980" name="Slide Number Placeholder 3">
            <a:extLst>
              <a:ext uri="{FF2B5EF4-FFF2-40B4-BE49-F238E27FC236}">
                <a16:creationId xmlns:a16="http://schemas.microsoft.com/office/drawing/2014/main" id="{18CB8521-044D-4D02-A87A-E4CC8B2C7BC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FE958A9-BF56-4797-87F2-38F28B65B6ED}" type="slidenum">
              <a:rPr lang="en-US" altLang="en-US">
                <a:solidFill>
                  <a:srgbClr val="000000"/>
                </a:solidFill>
                <a:latin typeface="Calibri" panose="020F0502020204030204" pitchFamily="34" charset="0"/>
              </a:rPr>
              <a:pPr eaLnBrk="1" hangingPunct="1"/>
              <a:t>76</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a:extLst>
              <a:ext uri="{FF2B5EF4-FFF2-40B4-BE49-F238E27FC236}">
                <a16:creationId xmlns:a16="http://schemas.microsoft.com/office/drawing/2014/main" id="{E32845D0-8B6B-4974-955D-1A93D7F111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a:extLst>
              <a:ext uri="{FF2B5EF4-FFF2-40B4-BE49-F238E27FC236}">
                <a16:creationId xmlns:a16="http://schemas.microsoft.com/office/drawing/2014/main" id="{A60E1705-6C9D-4BFD-9A07-F49C97B22E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0052" name="Slide Number Placeholder 3">
            <a:extLst>
              <a:ext uri="{FF2B5EF4-FFF2-40B4-BE49-F238E27FC236}">
                <a16:creationId xmlns:a16="http://schemas.microsoft.com/office/drawing/2014/main" id="{5247C7C6-2509-4FFE-93AD-A965359F9CC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E5ECA6A-4C5A-4457-8592-CDD71B80D77E}" type="slidenum">
              <a:rPr lang="en-US" altLang="en-US">
                <a:solidFill>
                  <a:srgbClr val="000000"/>
                </a:solidFill>
                <a:latin typeface="Calibri" panose="020F0502020204030204" pitchFamily="34" charset="0"/>
              </a:rPr>
              <a:pPr eaLnBrk="1" hangingPunct="1"/>
              <a:t>78</a:t>
            </a:fld>
            <a:endParaRPr lang="en-US" altLang="en-US">
              <a:solidFill>
                <a:srgbClr val="000000"/>
              </a:solidFill>
              <a:latin typeface="Calibri" panose="020F050202020403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BDA6BA57-924F-418D-AA69-254D8B00B5F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1AC3A6-8FE8-4FAE-9C10-26CCCF6A1068}" type="slidenum">
              <a:rPr lang="en-US" altLang="en-US"/>
              <a:pPr/>
              <a:t>79</a:t>
            </a:fld>
            <a:endParaRPr lang="en-US" altLang="en-US"/>
          </a:p>
        </p:txBody>
      </p:sp>
      <p:sp>
        <p:nvSpPr>
          <p:cNvPr id="132099" name="Rectangle 2">
            <a:extLst>
              <a:ext uri="{FF2B5EF4-FFF2-40B4-BE49-F238E27FC236}">
                <a16:creationId xmlns:a16="http://schemas.microsoft.com/office/drawing/2014/main" id="{77AB9E24-26A1-4815-9438-CDDE3BB9F0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100" name="Rectangle 3">
            <a:extLst>
              <a:ext uri="{FF2B5EF4-FFF2-40B4-BE49-F238E27FC236}">
                <a16:creationId xmlns:a16="http://schemas.microsoft.com/office/drawing/2014/main" id="{612CD226-0564-44CA-A2C0-63A98A8FA1A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374D3BD1-3E83-4247-8666-B3CF4FC2417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B29013F-0EFC-41A6-A448-BCB3687EC5CC}" type="slidenum">
              <a:rPr lang="en-US" altLang="en-US"/>
              <a:pPr/>
              <a:t>80</a:t>
            </a:fld>
            <a:endParaRPr lang="en-US" altLang="en-US"/>
          </a:p>
        </p:txBody>
      </p:sp>
      <p:sp>
        <p:nvSpPr>
          <p:cNvPr id="134147" name="Rectangle 2">
            <a:extLst>
              <a:ext uri="{FF2B5EF4-FFF2-40B4-BE49-F238E27FC236}">
                <a16:creationId xmlns:a16="http://schemas.microsoft.com/office/drawing/2014/main" id="{F6A6F7EE-6AE8-471D-95DF-8D4ECDF3DE3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8" name="Rectangle 3">
            <a:extLst>
              <a:ext uri="{FF2B5EF4-FFF2-40B4-BE49-F238E27FC236}">
                <a16:creationId xmlns:a16="http://schemas.microsoft.com/office/drawing/2014/main" id="{428C0CEF-F0B0-4CA7-AE5F-9327B7B756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68C7F835-A77D-461A-9B25-16EDD7B13E3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176E547-D168-4A77-978B-08370DB697E6}" type="slidenum">
              <a:rPr lang="en-US" altLang="en-US"/>
              <a:pPr/>
              <a:t>83</a:t>
            </a:fld>
            <a:endParaRPr lang="en-US" altLang="en-US"/>
          </a:p>
        </p:txBody>
      </p:sp>
      <p:sp>
        <p:nvSpPr>
          <p:cNvPr id="138243" name="Rectangle 2">
            <a:extLst>
              <a:ext uri="{FF2B5EF4-FFF2-40B4-BE49-F238E27FC236}">
                <a16:creationId xmlns:a16="http://schemas.microsoft.com/office/drawing/2014/main" id="{522AAEA7-760B-4744-96DA-4FE91D5E8E5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4" name="Rectangle 3">
            <a:extLst>
              <a:ext uri="{FF2B5EF4-FFF2-40B4-BE49-F238E27FC236}">
                <a16:creationId xmlns:a16="http://schemas.microsoft.com/office/drawing/2014/main" id="{3A93C515-742F-4DB0-B185-E4E7E88B27E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BB73E0DE-60B0-479D-851B-747E7781589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D330E1-E3A4-41B1-BF36-1DCCD879F3E3}" type="slidenum">
              <a:rPr lang="en-US" altLang="en-US"/>
              <a:pPr/>
              <a:t>84</a:t>
            </a:fld>
            <a:endParaRPr lang="en-US" altLang="en-US"/>
          </a:p>
        </p:txBody>
      </p:sp>
      <p:sp>
        <p:nvSpPr>
          <p:cNvPr id="140291" name="Rectangle 2">
            <a:extLst>
              <a:ext uri="{FF2B5EF4-FFF2-40B4-BE49-F238E27FC236}">
                <a16:creationId xmlns:a16="http://schemas.microsoft.com/office/drawing/2014/main" id="{DBE2B7D1-C137-4DC9-8F69-3603A9EF390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2" name="Rectangle 3">
            <a:extLst>
              <a:ext uri="{FF2B5EF4-FFF2-40B4-BE49-F238E27FC236}">
                <a16:creationId xmlns:a16="http://schemas.microsoft.com/office/drawing/2014/main" id="{BE90F1A5-9486-4958-B331-3AF0F959B58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a:extLst>
              <a:ext uri="{FF2B5EF4-FFF2-40B4-BE49-F238E27FC236}">
                <a16:creationId xmlns:a16="http://schemas.microsoft.com/office/drawing/2014/main" id="{FB47894D-4D93-44D5-A62D-833DF77A6F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a:extLst>
              <a:ext uri="{FF2B5EF4-FFF2-40B4-BE49-F238E27FC236}">
                <a16:creationId xmlns:a16="http://schemas.microsoft.com/office/drawing/2014/main" id="{CB22A3E5-9011-4CFD-8F42-FEF8FD3DAD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The vendor-assigned portion of the MAC address is just that, the alphanumeric identifier assigned by the vendor. It is the combination of the OUI and the vendor-assigned number that ensures that no two network adapters have the same MAC address.</a:t>
            </a:r>
          </a:p>
        </p:txBody>
      </p:sp>
      <p:sp>
        <p:nvSpPr>
          <p:cNvPr id="142340" name="Slide Number Placeholder 3">
            <a:extLst>
              <a:ext uri="{FF2B5EF4-FFF2-40B4-BE49-F238E27FC236}">
                <a16:creationId xmlns:a16="http://schemas.microsoft.com/office/drawing/2014/main" id="{22458794-CB5E-4E13-8EDB-CB1389CCE9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DE0FDB1-9FCE-4500-9810-563EA973BCC4}" type="slidenum">
              <a:rPr lang="en-US" altLang="en-US"/>
              <a:pPr/>
              <a:t>85</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9AD5F94B-4253-4CF4-A342-56C42494EE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E8EF864-0833-48A8-A92D-CF89F53433E7}" type="slidenum">
              <a:rPr lang="en-US" altLang="en-US"/>
              <a:pPr/>
              <a:t>86</a:t>
            </a:fld>
            <a:endParaRPr lang="en-US" altLang="en-US"/>
          </a:p>
        </p:txBody>
      </p:sp>
      <p:sp>
        <p:nvSpPr>
          <p:cNvPr id="144387" name="Rectangle 2">
            <a:extLst>
              <a:ext uri="{FF2B5EF4-FFF2-40B4-BE49-F238E27FC236}">
                <a16:creationId xmlns:a16="http://schemas.microsoft.com/office/drawing/2014/main" id="{2BE8C79E-B427-4263-945F-C8DE52F52E0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8" name="Rectangle 3">
            <a:extLst>
              <a:ext uri="{FF2B5EF4-FFF2-40B4-BE49-F238E27FC236}">
                <a16:creationId xmlns:a16="http://schemas.microsoft.com/office/drawing/2014/main" id="{365CCF4B-C9DB-4801-818F-FB5FAAF207B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05753291-FCB3-45BE-871C-406C1B80F85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914E46F-98AC-4B1F-8983-EC1B35C5DA1A}" type="slidenum">
              <a:rPr lang="en-US" altLang="en-US"/>
              <a:pPr/>
              <a:t>87</a:t>
            </a:fld>
            <a:endParaRPr lang="en-US" altLang="en-US"/>
          </a:p>
        </p:txBody>
      </p:sp>
      <p:sp>
        <p:nvSpPr>
          <p:cNvPr id="146435" name="Rectangle 2">
            <a:extLst>
              <a:ext uri="{FF2B5EF4-FFF2-40B4-BE49-F238E27FC236}">
                <a16:creationId xmlns:a16="http://schemas.microsoft.com/office/drawing/2014/main" id="{C72C2F2E-D45D-4BD5-9EF9-CCBD6EC6FB9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6" name="Rectangle 3">
            <a:extLst>
              <a:ext uri="{FF2B5EF4-FFF2-40B4-BE49-F238E27FC236}">
                <a16:creationId xmlns:a16="http://schemas.microsoft.com/office/drawing/2014/main" id="{38E96187-EF3A-493D-9EA3-6572220FF2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1276A475-4631-4123-892C-79274445E83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B35386E-D46C-4495-9C47-151641730DD0}" type="slidenum">
              <a:rPr lang="en-US" altLang="en-US"/>
              <a:pPr/>
              <a:t>88</a:t>
            </a:fld>
            <a:endParaRPr lang="en-US" altLang="en-US"/>
          </a:p>
        </p:txBody>
      </p:sp>
      <p:sp>
        <p:nvSpPr>
          <p:cNvPr id="148483" name="Rectangle 2">
            <a:extLst>
              <a:ext uri="{FF2B5EF4-FFF2-40B4-BE49-F238E27FC236}">
                <a16:creationId xmlns:a16="http://schemas.microsoft.com/office/drawing/2014/main" id="{47B92F6F-90C7-4331-B668-AD79CF2176E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4" name="Rectangle 3">
            <a:extLst>
              <a:ext uri="{FF2B5EF4-FFF2-40B4-BE49-F238E27FC236}">
                <a16:creationId xmlns:a16="http://schemas.microsoft.com/office/drawing/2014/main" id="{27490262-40CF-4401-AAF8-BC9450C69CF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9949063A-C2F5-49ED-BAB9-F652DAC8B1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95DB54F-BAD8-46C5-A823-7F1B5DE55F30}" type="slidenum">
              <a:rPr lang="en-US" altLang="en-US"/>
              <a:pPr/>
              <a:t>89</a:t>
            </a:fld>
            <a:endParaRPr lang="en-US" altLang="en-US"/>
          </a:p>
        </p:txBody>
      </p:sp>
      <p:sp>
        <p:nvSpPr>
          <p:cNvPr id="150531" name="Rectangle 2">
            <a:extLst>
              <a:ext uri="{FF2B5EF4-FFF2-40B4-BE49-F238E27FC236}">
                <a16:creationId xmlns:a16="http://schemas.microsoft.com/office/drawing/2014/main" id="{EA91444C-820F-4419-83E8-C0F99C83A75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2" name="Rectangle 3">
            <a:extLst>
              <a:ext uri="{FF2B5EF4-FFF2-40B4-BE49-F238E27FC236}">
                <a16:creationId xmlns:a16="http://schemas.microsoft.com/office/drawing/2014/main" id="{9B0F5162-3B00-4349-AF1D-F8365F9CC27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768CD9CD-3D57-4581-97B5-A5616D5EE87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A425B3C-04A1-4E90-ACD0-85FD56C75167}" type="slidenum">
              <a:rPr lang="en-US" altLang="en-US"/>
              <a:pPr/>
              <a:t>90</a:t>
            </a:fld>
            <a:endParaRPr lang="en-US" altLang="en-US"/>
          </a:p>
        </p:txBody>
      </p:sp>
      <p:sp>
        <p:nvSpPr>
          <p:cNvPr id="152579" name="Rectangle 2">
            <a:extLst>
              <a:ext uri="{FF2B5EF4-FFF2-40B4-BE49-F238E27FC236}">
                <a16:creationId xmlns:a16="http://schemas.microsoft.com/office/drawing/2014/main" id="{79B3E6AE-E59E-4EF8-992C-5A188460713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80" name="Rectangle 3">
            <a:extLst>
              <a:ext uri="{FF2B5EF4-FFF2-40B4-BE49-F238E27FC236}">
                <a16:creationId xmlns:a16="http://schemas.microsoft.com/office/drawing/2014/main" id="{C5DFD7FB-A561-459B-9DAC-243D7103F55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D6CCEE55-E10D-458D-8003-B776C8C8B26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2479D9-EE46-4E8E-B19C-8737E365A0FE}" type="slidenum">
              <a:rPr lang="en-US" altLang="en-US"/>
              <a:pPr/>
              <a:t>91</a:t>
            </a:fld>
            <a:endParaRPr lang="en-US" altLang="en-US"/>
          </a:p>
        </p:txBody>
      </p:sp>
      <p:sp>
        <p:nvSpPr>
          <p:cNvPr id="154627" name="Rectangle 2">
            <a:extLst>
              <a:ext uri="{FF2B5EF4-FFF2-40B4-BE49-F238E27FC236}">
                <a16:creationId xmlns:a16="http://schemas.microsoft.com/office/drawing/2014/main" id="{C1597040-EDAB-466D-BA72-7D721A49C0B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8" name="Rectangle 3">
            <a:extLst>
              <a:ext uri="{FF2B5EF4-FFF2-40B4-BE49-F238E27FC236}">
                <a16:creationId xmlns:a16="http://schemas.microsoft.com/office/drawing/2014/main" id="{080F4FF3-5FF4-441C-9CCE-466E5B7015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C1B5426F-074D-4F3D-9CC4-F1554F1D7C2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98F3541-D9B5-43B6-B575-794897BDECCC}" type="slidenum">
              <a:rPr lang="en-US" altLang="en-US"/>
              <a:pPr/>
              <a:t>92</a:t>
            </a:fld>
            <a:endParaRPr lang="en-US" altLang="en-US"/>
          </a:p>
        </p:txBody>
      </p:sp>
      <p:sp>
        <p:nvSpPr>
          <p:cNvPr id="156675" name="Rectangle 2">
            <a:extLst>
              <a:ext uri="{FF2B5EF4-FFF2-40B4-BE49-F238E27FC236}">
                <a16:creationId xmlns:a16="http://schemas.microsoft.com/office/drawing/2014/main" id="{30BDADC1-E1F5-4549-B481-838BE619874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6" name="Rectangle 3">
            <a:extLst>
              <a:ext uri="{FF2B5EF4-FFF2-40B4-BE49-F238E27FC236}">
                <a16:creationId xmlns:a16="http://schemas.microsoft.com/office/drawing/2014/main" id="{E9FC7533-A116-4558-82C5-76ED82AA9FD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64CBD2A8-92AE-43B6-9FBB-F06435EDDB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0D89D31-3D4E-4312-9DD6-CA01F04A179E}" type="slidenum">
              <a:rPr lang="en-US" altLang="en-US"/>
              <a:pPr/>
              <a:t>93</a:t>
            </a:fld>
            <a:endParaRPr lang="en-US" altLang="en-US"/>
          </a:p>
        </p:txBody>
      </p:sp>
      <p:sp>
        <p:nvSpPr>
          <p:cNvPr id="158723" name="Rectangle 2">
            <a:extLst>
              <a:ext uri="{FF2B5EF4-FFF2-40B4-BE49-F238E27FC236}">
                <a16:creationId xmlns:a16="http://schemas.microsoft.com/office/drawing/2014/main" id="{124F3389-2A18-4AEE-ACE1-3EF8C56F17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4" name="Rectangle 3">
            <a:extLst>
              <a:ext uri="{FF2B5EF4-FFF2-40B4-BE49-F238E27FC236}">
                <a16:creationId xmlns:a16="http://schemas.microsoft.com/office/drawing/2014/main" id="{688A1754-AA0F-4E0C-BBD9-A5F73A4C45E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F0350457-C57E-450F-BA50-92E78E1AD7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a:extLst>
              <a:ext uri="{FF2B5EF4-FFF2-40B4-BE49-F238E27FC236}">
                <a16:creationId xmlns:a16="http://schemas.microsoft.com/office/drawing/2014/main" id="{AAF68EA3-C1A1-4976-920E-8795368C20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This delay can be calculated by the formula: , where d is the distance between router A and router B, and s is the propagation speed between the two routers. The speed is usually in the range 2 · 10</a:t>
            </a:r>
            <a:r>
              <a:rPr lang="en-US" altLang="en-US" baseline="30000"/>
              <a:t>8</a:t>
            </a:r>
            <a:r>
              <a:rPr lang="en-US" altLang="en-US"/>
              <a:t> meter/sec to 3 · 10</a:t>
            </a:r>
            <a:r>
              <a:rPr lang="en-US" altLang="en-US" baseline="30000"/>
              <a:t>8</a:t>
            </a:r>
            <a:r>
              <a:rPr lang="en-US" altLang="en-US"/>
              <a:t> meter/sec, which basically is around the speed of light. </a:t>
            </a:r>
          </a:p>
          <a:p>
            <a:pPr eaLnBrk="1" hangingPunct="1">
              <a:spcBef>
                <a:spcPct val="0"/>
              </a:spcBef>
            </a:pPr>
            <a:endParaRPr lang="en-US" altLang="en-US"/>
          </a:p>
          <a:p>
            <a:pPr eaLnBrk="1" hangingPunct="1">
              <a:spcBef>
                <a:spcPct val="0"/>
              </a:spcBef>
            </a:pPr>
            <a:r>
              <a:rPr lang="en-US" altLang="en-US"/>
              <a:t>Propagation Delay = Distance/Propagation speed</a:t>
            </a:r>
          </a:p>
          <a:p>
            <a:pPr eaLnBrk="1" hangingPunct="1">
              <a:spcBef>
                <a:spcPct val="0"/>
              </a:spcBef>
            </a:pPr>
            <a:endParaRPr lang="en-US" altLang="en-US"/>
          </a:p>
          <a:p>
            <a:pPr eaLnBrk="1" hangingPunct="1">
              <a:spcBef>
                <a:spcPct val="0"/>
              </a:spcBef>
            </a:pPr>
            <a:r>
              <a:rPr lang="en-US" altLang="en-US"/>
              <a:t>Transmission Delay = Message size/bandwidth bps</a:t>
            </a:r>
          </a:p>
          <a:p>
            <a:pPr eaLnBrk="1" hangingPunct="1">
              <a:spcBef>
                <a:spcPct val="0"/>
              </a:spcBef>
            </a:pPr>
            <a:endParaRPr lang="en-US" altLang="en-US"/>
          </a:p>
          <a:p>
            <a:pPr eaLnBrk="1" hangingPunct="1">
              <a:spcBef>
                <a:spcPct val="0"/>
              </a:spcBef>
            </a:pPr>
            <a:r>
              <a:rPr lang="en-US" altLang="en-US"/>
              <a:t>Latency = Propagation delay + Transmission delay + Queueing time + Processing time</a:t>
            </a:r>
          </a:p>
          <a:p>
            <a:pPr eaLnBrk="1" hangingPunct="1">
              <a:spcBef>
                <a:spcPct val="0"/>
              </a:spcBef>
            </a:pPr>
            <a:endParaRPr lang="en-US" altLang="en-US"/>
          </a:p>
        </p:txBody>
      </p:sp>
      <p:sp>
        <p:nvSpPr>
          <p:cNvPr id="160772" name="Slide Number Placeholder 3">
            <a:extLst>
              <a:ext uri="{FF2B5EF4-FFF2-40B4-BE49-F238E27FC236}">
                <a16:creationId xmlns:a16="http://schemas.microsoft.com/office/drawing/2014/main" id="{834476D3-B399-4D63-B2BC-8E9EDCCDBBE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EC9628A-7804-4FEF-AEE7-3A01A0AE1C2C}" type="slidenum">
              <a:rPr lang="en-US" altLang="en-US"/>
              <a:pPr/>
              <a:t>94</a:t>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3C57D66C-9B73-4B50-9783-BD2531D7F2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6682FE7-6087-4913-BF46-CAA72817253C}" type="slidenum">
              <a:rPr lang="en-US" altLang="en-US">
                <a:latin typeface="Times New Roman" panose="02020603050405020304" pitchFamily="18" charset="0"/>
              </a:rPr>
              <a:pPr/>
              <a:t>95</a:t>
            </a:fld>
            <a:endParaRPr lang="en-US" altLang="en-US">
              <a:latin typeface="Times New Roman" panose="02020603050405020304" pitchFamily="18" charset="0"/>
            </a:endParaRPr>
          </a:p>
        </p:txBody>
      </p:sp>
      <p:sp>
        <p:nvSpPr>
          <p:cNvPr id="162819" name="Rectangle 2">
            <a:extLst>
              <a:ext uri="{FF2B5EF4-FFF2-40B4-BE49-F238E27FC236}">
                <a16:creationId xmlns:a16="http://schemas.microsoft.com/office/drawing/2014/main" id="{8B86542D-FBE5-47F0-93C0-EC902932C1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20" name="Rectangle 3">
            <a:extLst>
              <a:ext uri="{FF2B5EF4-FFF2-40B4-BE49-F238E27FC236}">
                <a16:creationId xmlns:a16="http://schemas.microsoft.com/office/drawing/2014/main" id="{B7D9D28E-FFFE-4467-B094-EC1857FEAE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C4ED5741-38C3-4EF2-BB95-22DFBD5CDC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61226A1-6123-4242-8D5C-23E9CE7565D3}" type="slidenum">
              <a:rPr lang="en-US" altLang="en-US">
                <a:latin typeface="Times New Roman" panose="02020603050405020304" pitchFamily="18" charset="0"/>
              </a:rPr>
              <a:pPr/>
              <a:t>96</a:t>
            </a:fld>
            <a:endParaRPr lang="en-US" altLang="en-US">
              <a:latin typeface="Times New Roman" panose="02020603050405020304" pitchFamily="18" charset="0"/>
            </a:endParaRPr>
          </a:p>
        </p:txBody>
      </p:sp>
      <p:sp>
        <p:nvSpPr>
          <p:cNvPr id="164867" name="Rectangle 2">
            <a:extLst>
              <a:ext uri="{FF2B5EF4-FFF2-40B4-BE49-F238E27FC236}">
                <a16:creationId xmlns:a16="http://schemas.microsoft.com/office/drawing/2014/main" id="{4F2223CE-0BF6-4CBC-A2E3-6096344F9F8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8" name="Rectangle 3">
            <a:extLst>
              <a:ext uri="{FF2B5EF4-FFF2-40B4-BE49-F238E27FC236}">
                <a16:creationId xmlns:a16="http://schemas.microsoft.com/office/drawing/2014/main" id="{0F0253C0-8585-4DF0-BB86-A97C801CC6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914" name="Rectangle 11">
            <a:extLst>
              <a:ext uri="{FF2B5EF4-FFF2-40B4-BE49-F238E27FC236}">
                <a16:creationId xmlns:a16="http://schemas.microsoft.com/office/drawing/2014/main" id="{593C4202-3ECC-4187-84C5-31DB5CCB8D8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6B5005F-F565-4D28-BCC4-66E9EF80A759}" type="slidenum">
              <a:rPr lang="en-GB" altLang="en-US">
                <a:latin typeface="Calibri" panose="020F0502020204030204" pitchFamily="34" charset="0"/>
                <a:ea typeface="MS PGothic" panose="020B0600070205080204" pitchFamily="34" charset="-128"/>
              </a:rPr>
              <a:pPr eaLnBrk="1" hangingPunct="1"/>
              <a:t>97</a:t>
            </a:fld>
            <a:endParaRPr lang="en-GB" altLang="en-US">
              <a:latin typeface="Calibri" panose="020F0502020204030204" pitchFamily="34" charset="0"/>
              <a:ea typeface="MS PGothic" panose="020B0600070205080204" pitchFamily="34" charset="-128"/>
            </a:endParaRPr>
          </a:p>
        </p:txBody>
      </p:sp>
      <p:sp>
        <p:nvSpPr>
          <p:cNvPr id="166915" name="Text Box 1">
            <a:extLst>
              <a:ext uri="{FF2B5EF4-FFF2-40B4-BE49-F238E27FC236}">
                <a16:creationId xmlns:a16="http://schemas.microsoft.com/office/drawing/2014/main" id="{CAEAD5FA-F263-498D-950A-667B6A00B3A2}"/>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1pPr>
            <a:lvl2pPr marL="37931725" indent="-37474525">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2pPr>
            <a:lvl3pPr marL="11430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3pPr>
            <a:lvl4pPr marL="16002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4pPr>
            <a:lvl5pPr marL="20574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9pPr>
          </a:lstStyle>
          <a:p>
            <a:pPr algn="r" eaLnBrk="1" hangingPunct="1">
              <a:lnSpc>
                <a:spcPct val="102000"/>
              </a:lnSpc>
            </a:pPr>
            <a:fld id="{056FCB2D-B8A1-4BEA-89F7-97BFF48D5E9E}" type="slidenum">
              <a:rPr lang="en-US" altLang="en-US" sz="1300">
                <a:solidFill>
                  <a:srgbClr val="000000"/>
                </a:solidFill>
                <a:latin typeface="Times New Roman" panose="02020603050405020304" pitchFamily="18" charset="0"/>
                <a:ea typeface="MS PGothic" panose="020B0600070205080204" pitchFamily="34" charset="-128"/>
                <a:cs typeface="DejaVu Sans" pitchFamily="34" charset="0"/>
              </a:rPr>
              <a:pPr algn="r" eaLnBrk="1" hangingPunct="1">
                <a:lnSpc>
                  <a:spcPct val="102000"/>
                </a:lnSpc>
              </a:pPr>
              <a:t>97</a:t>
            </a:fld>
            <a:endParaRPr lang="en-US" altLang="en-US" sz="1300">
              <a:solidFill>
                <a:srgbClr val="000000"/>
              </a:solidFill>
              <a:latin typeface="Times New Roman" panose="02020603050405020304" pitchFamily="18" charset="0"/>
              <a:ea typeface="MS PGothic" panose="020B0600070205080204" pitchFamily="34" charset="-128"/>
              <a:cs typeface="DejaVu Sans" pitchFamily="34" charset="0"/>
            </a:endParaRPr>
          </a:p>
        </p:txBody>
      </p:sp>
      <p:sp>
        <p:nvSpPr>
          <p:cNvPr id="166916" name="Text Box 2">
            <a:extLst>
              <a:ext uri="{FF2B5EF4-FFF2-40B4-BE49-F238E27FC236}">
                <a16:creationId xmlns:a16="http://schemas.microsoft.com/office/drawing/2014/main" id="{8DCAC26C-B947-4660-93F6-C6F20C67B73F}"/>
              </a:ext>
            </a:extLst>
          </p:cNvPr>
          <p:cNvSpPr txBox="1">
            <a:spLocks noChangeArrowheads="1"/>
          </p:cNvSpPr>
          <p:nvPr/>
        </p:nvSpPr>
        <p:spPr bwMode="auto">
          <a:xfrm>
            <a:off x="1209675" y="693738"/>
            <a:ext cx="4438650" cy="3429000"/>
          </a:xfrm>
          <a:prstGeom prst="rect">
            <a:avLst/>
          </a:prstGeom>
          <a:solidFill>
            <a:srgbClr val="FFFFFF"/>
          </a:solidFill>
          <a:ln w="9360">
            <a:solidFill>
              <a:srgbClr val="000000"/>
            </a:solidFill>
            <a:miter lim="800000"/>
            <a:headEnd/>
            <a:tailEnd/>
          </a:ln>
        </p:spPr>
        <p:txBody>
          <a:bodyPr wrap="none" lIns="82058" tIns="41029" rIns="82058" bIns="41029" anchor="ct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a typeface="MS PGothic" panose="020B0600070205080204" pitchFamily="34" charset="-128"/>
            </a:endParaRPr>
          </a:p>
        </p:txBody>
      </p:sp>
      <p:sp>
        <p:nvSpPr>
          <p:cNvPr id="166917" name="Text Box 3">
            <a:extLst>
              <a:ext uri="{FF2B5EF4-FFF2-40B4-BE49-F238E27FC236}">
                <a16:creationId xmlns:a16="http://schemas.microsoft.com/office/drawing/2014/main" id="{64F77AB4-C9AF-4682-9ACA-911D091B4CB3}"/>
              </a:ext>
            </a:extLst>
          </p:cNvPr>
          <p:cNvSpPr>
            <a:spLocks noGrp="1" noChangeArrowheads="1"/>
          </p:cNvSpPr>
          <p:nvPr>
            <p:ph type="body"/>
          </p:nvPr>
        </p:nvSpPr>
        <p:spPr bwMode="auto">
          <a:xfrm>
            <a:off x="684213" y="4341813"/>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962" name="Rectangle 11">
            <a:extLst>
              <a:ext uri="{FF2B5EF4-FFF2-40B4-BE49-F238E27FC236}">
                <a16:creationId xmlns:a16="http://schemas.microsoft.com/office/drawing/2014/main" id="{91B2B6F3-26CA-4712-BE06-7A1F37310A6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B65575F-5B09-4F55-8709-D9BB804D7D16}" type="slidenum">
              <a:rPr lang="en-GB" altLang="en-US">
                <a:latin typeface="Calibri" panose="020F0502020204030204" pitchFamily="34" charset="0"/>
                <a:ea typeface="MS PGothic" panose="020B0600070205080204" pitchFamily="34" charset="-128"/>
              </a:rPr>
              <a:pPr eaLnBrk="1" hangingPunct="1"/>
              <a:t>98</a:t>
            </a:fld>
            <a:endParaRPr lang="en-GB" altLang="en-US">
              <a:latin typeface="Calibri" panose="020F0502020204030204" pitchFamily="34" charset="0"/>
              <a:ea typeface="MS PGothic" panose="020B0600070205080204" pitchFamily="34" charset="-128"/>
            </a:endParaRPr>
          </a:p>
        </p:txBody>
      </p:sp>
      <p:sp>
        <p:nvSpPr>
          <p:cNvPr id="168963" name="Text Box 1">
            <a:extLst>
              <a:ext uri="{FF2B5EF4-FFF2-40B4-BE49-F238E27FC236}">
                <a16:creationId xmlns:a16="http://schemas.microsoft.com/office/drawing/2014/main" id="{7D719E12-159A-4E67-B912-5C30E4014D3C}"/>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1pPr>
            <a:lvl2pPr marL="37931725" indent="-37474525">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2pPr>
            <a:lvl3pPr marL="11430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3pPr>
            <a:lvl4pPr marL="16002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4pPr>
            <a:lvl5pPr marL="20574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9pPr>
          </a:lstStyle>
          <a:p>
            <a:pPr algn="r" eaLnBrk="1" hangingPunct="1">
              <a:lnSpc>
                <a:spcPct val="102000"/>
              </a:lnSpc>
            </a:pPr>
            <a:fld id="{5CE1E3C9-5C19-4A55-BF1A-08BC9ECD240C}" type="slidenum">
              <a:rPr lang="en-US" altLang="en-US" sz="1300">
                <a:solidFill>
                  <a:srgbClr val="000000"/>
                </a:solidFill>
                <a:latin typeface="Times New Roman" panose="02020603050405020304" pitchFamily="18" charset="0"/>
                <a:ea typeface="MS PGothic" panose="020B0600070205080204" pitchFamily="34" charset="-128"/>
                <a:cs typeface="DejaVu Sans" pitchFamily="34" charset="0"/>
              </a:rPr>
              <a:pPr algn="r" eaLnBrk="1" hangingPunct="1">
                <a:lnSpc>
                  <a:spcPct val="102000"/>
                </a:lnSpc>
              </a:pPr>
              <a:t>98</a:t>
            </a:fld>
            <a:endParaRPr lang="en-US" altLang="en-US" sz="1300">
              <a:solidFill>
                <a:srgbClr val="000000"/>
              </a:solidFill>
              <a:latin typeface="Times New Roman" panose="02020603050405020304" pitchFamily="18" charset="0"/>
              <a:ea typeface="MS PGothic" panose="020B0600070205080204" pitchFamily="34" charset="-128"/>
              <a:cs typeface="DejaVu Sans" pitchFamily="34" charset="0"/>
            </a:endParaRPr>
          </a:p>
        </p:txBody>
      </p:sp>
      <p:sp>
        <p:nvSpPr>
          <p:cNvPr id="168964" name="Text Box 2">
            <a:extLst>
              <a:ext uri="{FF2B5EF4-FFF2-40B4-BE49-F238E27FC236}">
                <a16:creationId xmlns:a16="http://schemas.microsoft.com/office/drawing/2014/main" id="{FF6DF2BC-6BB4-4930-87D9-313C7D17015A}"/>
              </a:ext>
            </a:extLst>
          </p:cNvPr>
          <p:cNvSpPr txBox="1">
            <a:spLocks noChangeArrowheads="1"/>
          </p:cNvSpPr>
          <p:nvPr/>
        </p:nvSpPr>
        <p:spPr bwMode="auto">
          <a:xfrm>
            <a:off x="1209675" y="693738"/>
            <a:ext cx="4437063" cy="3427412"/>
          </a:xfrm>
          <a:prstGeom prst="rect">
            <a:avLst/>
          </a:prstGeom>
          <a:solidFill>
            <a:srgbClr val="FFFFFF"/>
          </a:solidFill>
          <a:ln w="9525">
            <a:solidFill>
              <a:srgbClr val="000000"/>
            </a:solidFill>
            <a:miter lim="800000"/>
            <a:headEnd/>
            <a:tailEnd/>
          </a:ln>
        </p:spPr>
        <p:txBody>
          <a:bodyPr wrap="none" lIns="82058" tIns="41029" rIns="82058" bIns="41029" anchor="ct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a typeface="MS PGothic" panose="020B0600070205080204" pitchFamily="34" charset="-128"/>
            </a:endParaRPr>
          </a:p>
        </p:txBody>
      </p:sp>
      <p:sp>
        <p:nvSpPr>
          <p:cNvPr id="168965" name="Text Box 3">
            <a:extLst>
              <a:ext uri="{FF2B5EF4-FFF2-40B4-BE49-F238E27FC236}">
                <a16:creationId xmlns:a16="http://schemas.microsoft.com/office/drawing/2014/main" id="{E9C9881B-13E4-4CC3-BC8A-1366BE5203C3}"/>
              </a:ext>
            </a:extLst>
          </p:cNvPr>
          <p:cNvSpPr>
            <a:spLocks noGrp="1" noChangeArrowheads="1"/>
          </p:cNvSpPr>
          <p:nvPr>
            <p:ph type="body"/>
          </p:nvPr>
        </p:nvSpPr>
        <p:spPr bwMode="auto">
          <a:xfrm>
            <a:off x="684213" y="4341813"/>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Rectangle 11">
            <a:extLst>
              <a:ext uri="{FF2B5EF4-FFF2-40B4-BE49-F238E27FC236}">
                <a16:creationId xmlns:a16="http://schemas.microsoft.com/office/drawing/2014/main" id="{6AF0E4B0-009E-4326-B296-67085F23BE6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15389A0-5AEC-48D7-B0AB-46376A96C591}" type="slidenum">
              <a:rPr lang="en-GB" altLang="en-US">
                <a:latin typeface="Calibri" panose="020F0502020204030204" pitchFamily="34" charset="0"/>
                <a:ea typeface="MS PGothic" panose="020B0600070205080204" pitchFamily="34" charset="-128"/>
              </a:rPr>
              <a:pPr eaLnBrk="1" hangingPunct="1"/>
              <a:t>99</a:t>
            </a:fld>
            <a:endParaRPr lang="en-GB" altLang="en-US">
              <a:latin typeface="Calibri" panose="020F0502020204030204" pitchFamily="34" charset="0"/>
              <a:ea typeface="MS PGothic" panose="020B0600070205080204" pitchFamily="34" charset="-128"/>
            </a:endParaRPr>
          </a:p>
        </p:txBody>
      </p:sp>
      <p:sp>
        <p:nvSpPr>
          <p:cNvPr id="171011" name="Text Box 1">
            <a:extLst>
              <a:ext uri="{FF2B5EF4-FFF2-40B4-BE49-F238E27FC236}">
                <a16:creationId xmlns:a16="http://schemas.microsoft.com/office/drawing/2014/main" id="{183CD1D2-7600-4964-B164-EC2F421E41FD}"/>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1pPr>
            <a:lvl2pPr marL="37931725" indent="-37474525">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2pPr>
            <a:lvl3pPr marL="11430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3pPr>
            <a:lvl4pPr marL="16002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4pPr>
            <a:lvl5pPr marL="20574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9pPr>
          </a:lstStyle>
          <a:p>
            <a:pPr algn="r" eaLnBrk="1" hangingPunct="1">
              <a:lnSpc>
                <a:spcPct val="102000"/>
              </a:lnSpc>
            </a:pPr>
            <a:fld id="{F5FB25EC-90A2-4A09-B6CE-A697452DCD38}" type="slidenum">
              <a:rPr lang="en-US" altLang="en-US" sz="1300">
                <a:solidFill>
                  <a:srgbClr val="000000"/>
                </a:solidFill>
                <a:latin typeface="Times New Roman" panose="02020603050405020304" pitchFamily="18" charset="0"/>
                <a:ea typeface="MS PGothic" panose="020B0600070205080204" pitchFamily="34" charset="-128"/>
                <a:cs typeface="DejaVu Sans" pitchFamily="34" charset="0"/>
              </a:rPr>
              <a:pPr algn="r" eaLnBrk="1" hangingPunct="1">
                <a:lnSpc>
                  <a:spcPct val="102000"/>
                </a:lnSpc>
              </a:pPr>
              <a:t>99</a:t>
            </a:fld>
            <a:endParaRPr lang="en-US" altLang="en-US" sz="1300">
              <a:solidFill>
                <a:srgbClr val="000000"/>
              </a:solidFill>
              <a:latin typeface="Times New Roman" panose="02020603050405020304" pitchFamily="18" charset="0"/>
              <a:ea typeface="MS PGothic" panose="020B0600070205080204" pitchFamily="34" charset="-128"/>
              <a:cs typeface="DejaVu Sans" pitchFamily="34" charset="0"/>
            </a:endParaRPr>
          </a:p>
        </p:txBody>
      </p:sp>
      <p:sp>
        <p:nvSpPr>
          <p:cNvPr id="171012" name="Text Box 2">
            <a:extLst>
              <a:ext uri="{FF2B5EF4-FFF2-40B4-BE49-F238E27FC236}">
                <a16:creationId xmlns:a16="http://schemas.microsoft.com/office/drawing/2014/main" id="{53B04970-34FA-4895-9AE5-AA1838B61F3D}"/>
              </a:ext>
            </a:extLst>
          </p:cNvPr>
          <p:cNvSpPr txBox="1">
            <a:spLocks noChangeArrowheads="1"/>
          </p:cNvSpPr>
          <p:nvPr/>
        </p:nvSpPr>
        <p:spPr bwMode="auto">
          <a:xfrm>
            <a:off x="1209675" y="693738"/>
            <a:ext cx="4438650" cy="3429000"/>
          </a:xfrm>
          <a:prstGeom prst="rect">
            <a:avLst/>
          </a:prstGeom>
          <a:solidFill>
            <a:srgbClr val="FFFFFF"/>
          </a:solidFill>
          <a:ln w="9360">
            <a:solidFill>
              <a:srgbClr val="000000"/>
            </a:solidFill>
            <a:miter lim="800000"/>
            <a:headEnd/>
            <a:tailEnd/>
          </a:ln>
        </p:spPr>
        <p:txBody>
          <a:bodyPr wrap="none" lIns="82058" tIns="41029" rIns="82058" bIns="41029" anchor="ct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a typeface="MS PGothic" panose="020B0600070205080204" pitchFamily="34" charset="-128"/>
            </a:endParaRPr>
          </a:p>
        </p:txBody>
      </p:sp>
      <p:sp>
        <p:nvSpPr>
          <p:cNvPr id="171013" name="Text Box 3">
            <a:extLst>
              <a:ext uri="{FF2B5EF4-FFF2-40B4-BE49-F238E27FC236}">
                <a16:creationId xmlns:a16="http://schemas.microsoft.com/office/drawing/2014/main" id="{677481D4-BDC9-4352-877B-D1E7752D3DC1}"/>
              </a:ext>
            </a:extLst>
          </p:cNvPr>
          <p:cNvSpPr>
            <a:spLocks noGrp="1" noChangeArrowheads="1"/>
          </p:cNvSpPr>
          <p:nvPr>
            <p:ph type="body"/>
          </p:nvPr>
        </p:nvSpPr>
        <p:spPr bwMode="auto">
          <a:xfrm>
            <a:off x="684213" y="4341813"/>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58" name="Rectangle 11">
            <a:extLst>
              <a:ext uri="{FF2B5EF4-FFF2-40B4-BE49-F238E27FC236}">
                <a16:creationId xmlns:a16="http://schemas.microsoft.com/office/drawing/2014/main" id="{BA8326EE-DD0E-496B-939E-6250E98A91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7D5242-E09C-4180-8722-17E778972731}" type="slidenum">
              <a:rPr lang="en-GB" altLang="en-US">
                <a:latin typeface="Calibri" panose="020F0502020204030204" pitchFamily="34" charset="0"/>
                <a:ea typeface="MS PGothic" panose="020B0600070205080204" pitchFamily="34" charset="-128"/>
              </a:rPr>
              <a:pPr eaLnBrk="1" hangingPunct="1"/>
              <a:t>100</a:t>
            </a:fld>
            <a:endParaRPr lang="en-GB" altLang="en-US">
              <a:latin typeface="Calibri" panose="020F0502020204030204" pitchFamily="34" charset="0"/>
              <a:ea typeface="MS PGothic" panose="020B0600070205080204" pitchFamily="34" charset="-128"/>
            </a:endParaRPr>
          </a:p>
        </p:txBody>
      </p:sp>
      <p:sp>
        <p:nvSpPr>
          <p:cNvPr id="173059" name="Text Box 1">
            <a:extLst>
              <a:ext uri="{FF2B5EF4-FFF2-40B4-BE49-F238E27FC236}">
                <a16:creationId xmlns:a16="http://schemas.microsoft.com/office/drawing/2014/main" id="{37D383DF-0360-4EEE-A36E-91DBC7F5F551}"/>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1pPr>
            <a:lvl2pPr marL="37931725" indent="-37474525">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2pPr>
            <a:lvl3pPr marL="11430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3pPr>
            <a:lvl4pPr marL="16002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4pPr>
            <a:lvl5pPr marL="20574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9pPr>
          </a:lstStyle>
          <a:p>
            <a:pPr algn="r" eaLnBrk="1" hangingPunct="1">
              <a:lnSpc>
                <a:spcPct val="102000"/>
              </a:lnSpc>
            </a:pPr>
            <a:fld id="{ED29B72C-255E-40F3-BC41-D5E4CBC69354}" type="slidenum">
              <a:rPr lang="en-US" altLang="en-US" sz="1300">
                <a:solidFill>
                  <a:srgbClr val="000000"/>
                </a:solidFill>
                <a:latin typeface="Times New Roman" panose="02020603050405020304" pitchFamily="18" charset="0"/>
                <a:ea typeface="MS PGothic" panose="020B0600070205080204" pitchFamily="34" charset="-128"/>
                <a:cs typeface="DejaVu Sans" pitchFamily="34" charset="0"/>
              </a:rPr>
              <a:pPr algn="r" eaLnBrk="1" hangingPunct="1">
                <a:lnSpc>
                  <a:spcPct val="102000"/>
                </a:lnSpc>
              </a:pPr>
              <a:t>100</a:t>
            </a:fld>
            <a:endParaRPr lang="en-US" altLang="en-US" sz="1300">
              <a:solidFill>
                <a:srgbClr val="000000"/>
              </a:solidFill>
              <a:latin typeface="Times New Roman" panose="02020603050405020304" pitchFamily="18" charset="0"/>
              <a:ea typeface="MS PGothic" panose="020B0600070205080204" pitchFamily="34" charset="-128"/>
              <a:cs typeface="DejaVu Sans" pitchFamily="34" charset="0"/>
            </a:endParaRPr>
          </a:p>
        </p:txBody>
      </p:sp>
      <p:sp>
        <p:nvSpPr>
          <p:cNvPr id="173060" name="Text Box 2">
            <a:extLst>
              <a:ext uri="{FF2B5EF4-FFF2-40B4-BE49-F238E27FC236}">
                <a16:creationId xmlns:a16="http://schemas.microsoft.com/office/drawing/2014/main" id="{0D62562A-FE36-42C1-AEFB-855ABBA3E826}"/>
              </a:ext>
            </a:extLst>
          </p:cNvPr>
          <p:cNvSpPr txBox="1">
            <a:spLocks noChangeArrowheads="1"/>
          </p:cNvSpPr>
          <p:nvPr/>
        </p:nvSpPr>
        <p:spPr bwMode="auto">
          <a:xfrm>
            <a:off x="1209675" y="693738"/>
            <a:ext cx="4438650" cy="3429000"/>
          </a:xfrm>
          <a:prstGeom prst="rect">
            <a:avLst/>
          </a:prstGeom>
          <a:solidFill>
            <a:srgbClr val="FFFFFF"/>
          </a:solidFill>
          <a:ln w="9360">
            <a:solidFill>
              <a:srgbClr val="000000"/>
            </a:solidFill>
            <a:miter lim="800000"/>
            <a:headEnd/>
            <a:tailEnd/>
          </a:ln>
        </p:spPr>
        <p:txBody>
          <a:bodyPr wrap="none" lIns="82058" tIns="41029" rIns="82058" bIns="41029" anchor="ct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a typeface="MS PGothic" panose="020B0600070205080204" pitchFamily="34" charset="-128"/>
            </a:endParaRPr>
          </a:p>
        </p:txBody>
      </p:sp>
      <p:sp>
        <p:nvSpPr>
          <p:cNvPr id="173061" name="Text Box 3">
            <a:extLst>
              <a:ext uri="{FF2B5EF4-FFF2-40B4-BE49-F238E27FC236}">
                <a16:creationId xmlns:a16="http://schemas.microsoft.com/office/drawing/2014/main" id="{79ABF77F-8759-4BDF-920A-F2A9F1CCEDDB}"/>
              </a:ext>
            </a:extLst>
          </p:cNvPr>
          <p:cNvSpPr>
            <a:spLocks noGrp="1" noChangeArrowheads="1"/>
          </p:cNvSpPr>
          <p:nvPr>
            <p:ph type="body"/>
          </p:nvPr>
        </p:nvSpPr>
        <p:spPr bwMode="auto">
          <a:xfrm>
            <a:off x="684213" y="4341813"/>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130" name="Rectangle 11">
            <a:extLst>
              <a:ext uri="{FF2B5EF4-FFF2-40B4-BE49-F238E27FC236}">
                <a16:creationId xmlns:a16="http://schemas.microsoft.com/office/drawing/2014/main" id="{7131BA88-3B10-4D1F-9FE8-2F93902FF32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50FD9D3-05CB-4F58-A4FD-26765AE8259F}" type="slidenum">
              <a:rPr lang="en-GB" altLang="en-US">
                <a:latin typeface="Calibri" panose="020F0502020204030204" pitchFamily="34" charset="0"/>
                <a:ea typeface="MS PGothic" panose="020B0600070205080204" pitchFamily="34" charset="-128"/>
              </a:rPr>
              <a:pPr eaLnBrk="1" hangingPunct="1"/>
              <a:t>102</a:t>
            </a:fld>
            <a:endParaRPr lang="en-GB" altLang="en-US">
              <a:latin typeface="Calibri" panose="020F0502020204030204" pitchFamily="34" charset="0"/>
              <a:ea typeface="MS PGothic" panose="020B0600070205080204" pitchFamily="34" charset="-128"/>
            </a:endParaRPr>
          </a:p>
        </p:txBody>
      </p:sp>
      <p:sp>
        <p:nvSpPr>
          <p:cNvPr id="176131" name="Text Box 1">
            <a:extLst>
              <a:ext uri="{FF2B5EF4-FFF2-40B4-BE49-F238E27FC236}">
                <a16:creationId xmlns:a16="http://schemas.microsoft.com/office/drawing/2014/main" id="{DC6B175E-3223-4D31-8F07-0B104972B0D9}"/>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1pPr>
            <a:lvl2pPr marL="37931725" indent="-37474525">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2pPr>
            <a:lvl3pPr marL="11430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3pPr>
            <a:lvl4pPr marL="16002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4pPr>
            <a:lvl5pPr marL="20574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9pPr>
          </a:lstStyle>
          <a:p>
            <a:pPr algn="r" eaLnBrk="1" hangingPunct="1">
              <a:lnSpc>
                <a:spcPct val="102000"/>
              </a:lnSpc>
            </a:pPr>
            <a:fld id="{E000CAA8-8994-476A-AE1E-003662E377D5}" type="slidenum">
              <a:rPr lang="en-US" altLang="en-US" sz="1300">
                <a:solidFill>
                  <a:srgbClr val="000000"/>
                </a:solidFill>
                <a:latin typeface="Times New Roman" panose="02020603050405020304" pitchFamily="18" charset="0"/>
                <a:ea typeface="MS PGothic" panose="020B0600070205080204" pitchFamily="34" charset="-128"/>
                <a:cs typeface="DejaVu Sans" pitchFamily="34" charset="0"/>
              </a:rPr>
              <a:pPr algn="r" eaLnBrk="1" hangingPunct="1">
                <a:lnSpc>
                  <a:spcPct val="102000"/>
                </a:lnSpc>
              </a:pPr>
              <a:t>102</a:t>
            </a:fld>
            <a:endParaRPr lang="en-US" altLang="en-US" sz="1300">
              <a:solidFill>
                <a:srgbClr val="000000"/>
              </a:solidFill>
              <a:latin typeface="Times New Roman" panose="02020603050405020304" pitchFamily="18" charset="0"/>
              <a:ea typeface="MS PGothic" panose="020B0600070205080204" pitchFamily="34" charset="-128"/>
              <a:cs typeface="DejaVu Sans" pitchFamily="34" charset="0"/>
            </a:endParaRPr>
          </a:p>
        </p:txBody>
      </p:sp>
      <p:sp>
        <p:nvSpPr>
          <p:cNvPr id="176132" name="Text Box 2">
            <a:extLst>
              <a:ext uri="{FF2B5EF4-FFF2-40B4-BE49-F238E27FC236}">
                <a16:creationId xmlns:a16="http://schemas.microsoft.com/office/drawing/2014/main" id="{30CAAF90-2F2D-4EE3-9C0A-5DA5D029FDD1}"/>
              </a:ext>
            </a:extLst>
          </p:cNvPr>
          <p:cNvSpPr txBox="1">
            <a:spLocks noChangeArrowheads="1"/>
          </p:cNvSpPr>
          <p:nvPr/>
        </p:nvSpPr>
        <p:spPr bwMode="auto">
          <a:xfrm>
            <a:off x="1209675" y="693738"/>
            <a:ext cx="4438650" cy="3429000"/>
          </a:xfrm>
          <a:prstGeom prst="rect">
            <a:avLst/>
          </a:prstGeom>
          <a:solidFill>
            <a:srgbClr val="FFFFFF"/>
          </a:solidFill>
          <a:ln w="9360">
            <a:solidFill>
              <a:srgbClr val="000000"/>
            </a:solidFill>
            <a:miter lim="800000"/>
            <a:headEnd/>
            <a:tailEnd/>
          </a:ln>
        </p:spPr>
        <p:txBody>
          <a:bodyPr wrap="none" lIns="82058" tIns="41029" rIns="82058" bIns="41029" anchor="ct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a typeface="MS PGothic" panose="020B0600070205080204" pitchFamily="34" charset="-128"/>
            </a:endParaRPr>
          </a:p>
        </p:txBody>
      </p:sp>
      <p:sp>
        <p:nvSpPr>
          <p:cNvPr id="176133" name="Text Box 3">
            <a:extLst>
              <a:ext uri="{FF2B5EF4-FFF2-40B4-BE49-F238E27FC236}">
                <a16:creationId xmlns:a16="http://schemas.microsoft.com/office/drawing/2014/main" id="{EA3AB122-A869-467A-BDB9-DD6ED131F110}"/>
              </a:ext>
            </a:extLst>
          </p:cNvPr>
          <p:cNvSpPr>
            <a:spLocks noGrp="1" noChangeArrowheads="1"/>
          </p:cNvSpPr>
          <p:nvPr>
            <p:ph type="body"/>
          </p:nvPr>
        </p:nvSpPr>
        <p:spPr bwMode="auto">
          <a:xfrm>
            <a:off x="684213" y="4341813"/>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178" name="Rectangle 11">
            <a:extLst>
              <a:ext uri="{FF2B5EF4-FFF2-40B4-BE49-F238E27FC236}">
                <a16:creationId xmlns:a16="http://schemas.microsoft.com/office/drawing/2014/main" id="{AAC1C8C9-B51D-41A6-824E-58E14106D06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432002B-63C1-41FE-B132-282C22BB6FC1}" type="slidenum">
              <a:rPr lang="en-GB" altLang="en-US">
                <a:latin typeface="Calibri" panose="020F0502020204030204" pitchFamily="34" charset="0"/>
                <a:ea typeface="MS PGothic" panose="020B0600070205080204" pitchFamily="34" charset="-128"/>
              </a:rPr>
              <a:pPr eaLnBrk="1" hangingPunct="1"/>
              <a:t>103</a:t>
            </a:fld>
            <a:endParaRPr lang="en-GB" altLang="en-US">
              <a:latin typeface="Calibri" panose="020F0502020204030204" pitchFamily="34" charset="0"/>
              <a:ea typeface="MS PGothic" panose="020B0600070205080204" pitchFamily="34" charset="-128"/>
            </a:endParaRPr>
          </a:p>
        </p:txBody>
      </p:sp>
      <p:sp>
        <p:nvSpPr>
          <p:cNvPr id="178179" name="Text Box 1">
            <a:extLst>
              <a:ext uri="{FF2B5EF4-FFF2-40B4-BE49-F238E27FC236}">
                <a16:creationId xmlns:a16="http://schemas.microsoft.com/office/drawing/2014/main" id="{E92D0543-22EB-42A3-89CE-28B56D96300A}"/>
              </a:ext>
            </a:extLst>
          </p:cNvPr>
          <p:cNvSpPr txBox="1">
            <a:spLocks noChangeArrowheads="1"/>
          </p:cNvSpPr>
          <p:nvPr/>
        </p:nvSpPr>
        <p:spPr bwMode="auto">
          <a:xfrm>
            <a:off x="3881438" y="8686800"/>
            <a:ext cx="29749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b"/>
          <a:lstStyle>
            <a:lvl1pPr>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1pPr>
            <a:lvl2pPr marL="37931725" indent="-37474525">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2pPr>
            <a:lvl3pPr marL="11430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3pPr>
            <a:lvl4pPr marL="16002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4pPr>
            <a:lvl5pPr marL="2057400" indent="-228600">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09575" algn="l"/>
                <a:tab pos="819150" algn="l"/>
                <a:tab pos="1230313" algn="l"/>
                <a:tab pos="1639888" algn="l"/>
                <a:tab pos="2051050" algn="l"/>
                <a:tab pos="2460625" algn="l"/>
                <a:tab pos="2871788" algn="l"/>
                <a:tab pos="3281363" algn="l"/>
                <a:tab pos="3692525" algn="l"/>
                <a:tab pos="4102100" algn="l"/>
                <a:tab pos="4511675" algn="l"/>
                <a:tab pos="4922838" algn="l"/>
                <a:tab pos="5332413" algn="l"/>
                <a:tab pos="5743575" algn="l"/>
                <a:tab pos="6153150" algn="l"/>
                <a:tab pos="6564313" algn="l"/>
                <a:tab pos="6973888" algn="l"/>
                <a:tab pos="7385050" algn="l"/>
                <a:tab pos="7794625" algn="l"/>
                <a:tab pos="8205788" algn="l"/>
              </a:tabLst>
              <a:defRPr>
                <a:solidFill>
                  <a:schemeClr val="tx1"/>
                </a:solidFill>
                <a:latin typeface="Arial" panose="020B0604020202020204" pitchFamily="34" charset="0"/>
                <a:cs typeface="Arial" panose="020B0604020202020204" pitchFamily="34" charset="0"/>
              </a:defRPr>
            </a:lvl9pPr>
          </a:lstStyle>
          <a:p>
            <a:pPr algn="r" eaLnBrk="1" hangingPunct="1">
              <a:lnSpc>
                <a:spcPct val="102000"/>
              </a:lnSpc>
            </a:pPr>
            <a:fld id="{C692F247-F52B-4902-AEF3-E400AFC89114}" type="slidenum">
              <a:rPr lang="en-US" altLang="en-US" sz="1300">
                <a:solidFill>
                  <a:srgbClr val="000000"/>
                </a:solidFill>
                <a:latin typeface="Times New Roman" panose="02020603050405020304" pitchFamily="18" charset="0"/>
                <a:ea typeface="MS PGothic" panose="020B0600070205080204" pitchFamily="34" charset="-128"/>
                <a:cs typeface="DejaVu Sans" pitchFamily="34" charset="0"/>
              </a:rPr>
              <a:pPr algn="r" eaLnBrk="1" hangingPunct="1">
                <a:lnSpc>
                  <a:spcPct val="102000"/>
                </a:lnSpc>
              </a:pPr>
              <a:t>103</a:t>
            </a:fld>
            <a:endParaRPr lang="en-US" altLang="en-US" sz="1300">
              <a:solidFill>
                <a:srgbClr val="000000"/>
              </a:solidFill>
              <a:latin typeface="Times New Roman" panose="02020603050405020304" pitchFamily="18" charset="0"/>
              <a:ea typeface="MS PGothic" panose="020B0600070205080204" pitchFamily="34" charset="-128"/>
              <a:cs typeface="DejaVu Sans" pitchFamily="34" charset="0"/>
            </a:endParaRPr>
          </a:p>
        </p:txBody>
      </p:sp>
      <p:sp>
        <p:nvSpPr>
          <p:cNvPr id="178180" name="Text Box 2">
            <a:extLst>
              <a:ext uri="{FF2B5EF4-FFF2-40B4-BE49-F238E27FC236}">
                <a16:creationId xmlns:a16="http://schemas.microsoft.com/office/drawing/2014/main" id="{DAF7BD77-6701-4974-AD25-9D61340A8306}"/>
              </a:ext>
            </a:extLst>
          </p:cNvPr>
          <p:cNvSpPr txBox="1">
            <a:spLocks noChangeArrowheads="1"/>
          </p:cNvSpPr>
          <p:nvPr/>
        </p:nvSpPr>
        <p:spPr bwMode="auto">
          <a:xfrm>
            <a:off x="1209675" y="693738"/>
            <a:ext cx="4438650" cy="3429000"/>
          </a:xfrm>
          <a:prstGeom prst="rect">
            <a:avLst/>
          </a:prstGeom>
          <a:solidFill>
            <a:srgbClr val="FFFFFF"/>
          </a:solidFill>
          <a:ln w="9360">
            <a:solidFill>
              <a:srgbClr val="000000"/>
            </a:solidFill>
            <a:miter lim="800000"/>
            <a:headEnd/>
            <a:tailEnd/>
          </a:ln>
        </p:spPr>
        <p:txBody>
          <a:bodyPr wrap="none" lIns="82058" tIns="41029" rIns="82058" bIns="41029" anchor="ctr"/>
          <a:lstStyle>
            <a:lvl1pPr>
              <a:defRPr>
                <a:solidFill>
                  <a:schemeClr val="tx1"/>
                </a:solidFill>
                <a:latin typeface="Arial" panose="020B0604020202020204" pitchFamily="34" charset="0"/>
                <a:cs typeface="Arial" panose="020B0604020202020204" pitchFamily="34" charset="0"/>
              </a:defRPr>
            </a:lvl1pPr>
            <a:lvl2pPr marL="37931725" indent="-37474525">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a typeface="MS PGothic" panose="020B0600070205080204" pitchFamily="34" charset="-128"/>
            </a:endParaRPr>
          </a:p>
        </p:txBody>
      </p:sp>
      <p:sp>
        <p:nvSpPr>
          <p:cNvPr id="178181" name="Text Box 3">
            <a:extLst>
              <a:ext uri="{FF2B5EF4-FFF2-40B4-BE49-F238E27FC236}">
                <a16:creationId xmlns:a16="http://schemas.microsoft.com/office/drawing/2014/main" id="{49639DF7-AA70-4E52-A14E-EA34E384390D}"/>
              </a:ext>
            </a:extLst>
          </p:cNvPr>
          <p:cNvSpPr>
            <a:spLocks noGrp="1" noChangeArrowheads="1"/>
          </p:cNvSpPr>
          <p:nvPr>
            <p:ph type="body"/>
          </p:nvPr>
        </p:nvSpPr>
        <p:spPr bwMode="auto">
          <a:xfrm>
            <a:off x="684213" y="4341813"/>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a:extLst>
              <a:ext uri="{FF2B5EF4-FFF2-40B4-BE49-F238E27FC236}">
                <a16:creationId xmlns:a16="http://schemas.microsoft.com/office/drawing/2014/main" id="{AC9144D3-E60E-4164-BB57-7B57660ADD7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512E60F-AA3A-47ED-9C02-F1CF0DE0530C}" type="slidenum">
              <a:rPr lang="en-US" altLang="en-US">
                <a:latin typeface="Times New Roman" panose="02020603050405020304" pitchFamily="18" charset="0"/>
              </a:rPr>
              <a:pPr/>
              <a:t>104</a:t>
            </a:fld>
            <a:endParaRPr lang="en-US" altLang="en-US">
              <a:latin typeface="Times New Roman" panose="02020603050405020304" pitchFamily="18" charset="0"/>
            </a:endParaRPr>
          </a:p>
        </p:txBody>
      </p:sp>
      <p:sp>
        <p:nvSpPr>
          <p:cNvPr id="180227" name="Rectangle 2">
            <a:extLst>
              <a:ext uri="{FF2B5EF4-FFF2-40B4-BE49-F238E27FC236}">
                <a16:creationId xmlns:a16="http://schemas.microsoft.com/office/drawing/2014/main" id="{0C72F761-E18D-426E-9683-01FC9095491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8" name="Rectangle 3">
            <a:extLst>
              <a:ext uri="{FF2B5EF4-FFF2-40B4-BE49-F238E27FC236}">
                <a16:creationId xmlns:a16="http://schemas.microsoft.com/office/drawing/2014/main" id="{A1104DE4-1EA7-4232-9C2C-DC54448900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1BB67F2B-6236-446D-B724-28871D776C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6A8C73-52EA-413E-96EB-37FE1F8EB952}" type="slidenum">
              <a:rPr lang="en-US" altLang="en-US">
                <a:latin typeface="Times New Roman" panose="02020603050405020304" pitchFamily="18" charset="0"/>
              </a:rPr>
              <a:pPr/>
              <a:t>105</a:t>
            </a:fld>
            <a:endParaRPr lang="en-US" altLang="en-US">
              <a:latin typeface="Times New Roman" panose="02020603050405020304" pitchFamily="18" charset="0"/>
            </a:endParaRPr>
          </a:p>
        </p:txBody>
      </p:sp>
      <p:sp>
        <p:nvSpPr>
          <p:cNvPr id="182275" name="Rectangle 2">
            <a:extLst>
              <a:ext uri="{FF2B5EF4-FFF2-40B4-BE49-F238E27FC236}">
                <a16:creationId xmlns:a16="http://schemas.microsoft.com/office/drawing/2014/main" id="{71753020-C587-426E-8F0B-77DE8796D95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6" name="Rectangle 3">
            <a:extLst>
              <a:ext uri="{FF2B5EF4-FFF2-40B4-BE49-F238E27FC236}">
                <a16:creationId xmlns:a16="http://schemas.microsoft.com/office/drawing/2014/main" id="{2B644C1C-5B40-4404-A669-9605BE6EA5D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941A4DCA-778D-4748-BB5D-5BBB550ED25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534E7D7-9D6D-4C74-9727-42A205BB8679}" type="slidenum">
              <a:rPr lang="en-US" altLang="en-US">
                <a:latin typeface="Times New Roman" panose="02020603050405020304" pitchFamily="18" charset="0"/>
              </a:rPr>
              <a:pPr/>
              <a:t>106</a:t>
            </a:fld>
            <a:endParaRPr lang="en-US" altLang="en-US">
              <a:latin typeface="Times New Roman" panose="02020603050405020304" pitchFamily="18" charset="0"/>
            </a:endParaRPr>
          </a:p>
        </p:txBody>
      </p:sp>
      <p:sp>
        <p:nvSpPr>
          <p:cNvPr id="184323" name="Rectangle 2">
            <a:extLst>
              <a:ext uri="{FF2B5EF4-FFF2-40B4-BE49-F238E27FC236}">
                <a16:creationId xmlns:a16="http://schemas.microsoft.com/office/drawing/2014/main" id="{5BA79935-9F0E-4868-8993-C7673BB619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4" name="Rectangle 3">
            <a:extLst>
              <a:ext uri="{FF2B5EF4-FFF2-40B4-BE49-F238E27FC236}">
                <a16:creationId xmlns:a16="http://schemas.microsoft.com/office/drawing/2014/main" id="{216D2802-9B15-4206-8042-B6715562649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3A7B08F6-D3E7-40E0-B8E8-F3B0714580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C24EAB5-041B-42F1-8464-FB1118B2913D}" type="slidenum">
              <a:rPr lang="en-US" altLang="en-US">
                <a:latin typeface="Times New Roman" panose="02020603050405020304" pitchFamily="18" charset="0"/>
              </a:rPr>
              <a:pPr/>
              <a:t>107</a:t>
            </a:fld>
            <a:endParaRPr lang="en-US" altLang="en-US">
              <a:latin typeface="Times New Roman" panose="02020603050405020304" pitchFamily="18" charset="0"/>
            </a:endParaRPr>
          </a:p>
        </p:txBody>
      </p:sp>
      <p:sp>
        <p:nvSpPr>
          <p:cNvPr id="186371" name="Rectangle 2">
            <a:extLst>
              <a:ext uri="{FF2B5EF4-FFF2-40B4-BE49-F238E27FC236}">
                <a16:creationId xmlns:a16="http://schemas.microsoft.com/office/drawing/2014/main" id="{783250B2-6A0C-4825-A55E-3958C9E3E6E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2" name="Rectangle 3">
            <a:extLst>
              <a:ext uri="{FF2B5EF4-FFF2-40B4-BE49-F238E27FC236}">
                <a16:creationId xmlns:a16="http://schemas.microsoft.com/office/drawing/2014/main" id="{FB497F40-D977-4644-B35B-9D65C7E2F80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860AA022-B912-48DB-AF89-5607932143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7B17C8-F31D-412D-8973-9D91C1C8E154}" type="slidenum">
              <a:rPr lang="en-US" altLang="en-US">
                <a:latin typeface="Times New Roman" panose="02020603050405020304" pitchFamily="18" charset="0"/>
              </a:rPr>
              <a:pPr/>
              <a:t>108</a:t>
            </a:fld>
            <a:endParaRPr lang="en-US" altLang="en-US">
              <a:latin typeface="Times New Roman" panose="02020603050405020304" pitchFamily="18" charset="0"/>
            </a:endParaRPr>
          </a:p>
        </p:txBody>
      </p:sp>
      <p:sp>
        <p:nvSpPr>
          <p:cNvPr id="188419" name="Rectangle 2">
            <a:extLst>
              <a:ext uri="{FF2B5EF4-FFF2-40B4-BE49-F238E27FC236}">
                <a16:creationId xmlns:a16="http://schemas.microsoft.com/office/drawing/2014/main" id="{3DC306CD-1426-46CA-B72C-85E0DC59226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20" name="Rectangle 3">
            <a:extLst>
              <a:ext uri="{FF2B5EF4-FFF2-40B4-BE49-F238E27FC236}">
                <a16:creationId xmlns:a16="http://schemas.microsoft.com/office/drawing/2014/main" id="{A195D57D-05C2-45E4-935C-AA05E1D378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a:extLst>
              <a:ext uri="{FF2B5EF4-FFF2-40B4-BE49-F238E27FC236}">
                <a16:creationId xmlns:a16="http://schemas.microsoft.com/office/drawing/2014/main" id="{5FC0A255-35EB-4A29-A692-50B14E8720B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44409BB-E9F9-4536-A0B9-06EF3CCCD493}" type="slidenum">
              <a:rPr lang="en-US" altLang="en-US">
                <a:latin typeface="Times New Roman" panose="02020603050405020304" pitchFamily="18" charset="0"/>
              </a:rPr>
              <a:pPr/>
              <a:t>109</a:t>
            </a:fld>
            <a:endParaRPr lang="en-US" altLang="en-US">
              <a:latin typeface="Times New Roman" panose="02020603050405020304" pitchFamily="18" charset="0"/>
            </a:endParaRPr>
          </a:p>
        </p:txBody>
      </p:sp>
      <p:sp>
        <p:nvSpPr>
          <p:cNvPr id="190467" name="Rectangle 2">
            <a:extLst>
              <a:ext uri="{FF2B5EF4-FFF2-40B4-BE49-F238E27FC236}">
                <a16:creationId xmlns:a16="http://schemas.microsoft.com/office/drawing/2014/main" id="{E0333D02-9E81-41D8-A80B-718852205B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8" name="Rectangle 3">
            <a:extLst>
              <a:ext uri="{FF2B5EF4-FFF2-40B4-BE49-F238E27FC236}">
                <a16:creationId xmlns:a16="http://schemas.microsoft.com/office/drawing/2014/main" id="{8EBAA37D-A9F8-4686-8AD6-35B831C5D63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A54DA8-0139-4E3C-A351-0B7A1DC0D4EB}"/>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0A508AA2-A9BA-4014-A8A4-C452E9499421}"/>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62A010D7-AC76-4324-A004-57282682145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5097D11-A331-4CA0-BC27-0DB35F4437F3}"/>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10" descr="BITS_university_logo_whitevert.png">
            <a:extLst>
              <a:ext uri="{FF2B5EF4-FFF2-40B4-BE49-F238E27FC236}">
                <a16:creationId xmlns:a16="http://schemas.microsoft.com/office/drawing/2014/main" id="{05F14074-517B-44D6-BD8B-CB4D774B322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29BC660C-6FE1-46DF-B0F8-393571BC9FE0}"/>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A6ED21B0-E152-4FF2-A344-F99924680DB4}"/>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15817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D313D9-B561-4127-A62F-5E27091C8810}"/>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5" name="Rectangle 4">
            <a:extLst>
              <a:ext uri="{FF2B5EF4-FFF2-40B4-BE49-F238E27FC236}">
                <a16:creationId xmlns:a16="http://schemas.microsoft.com/office/drawing/2014/main" id="{6CBCC422-F7F3-40A7-9EB9-EDC35CD30EBD}"/>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C399E1FE-A4F5-4C26-B431-279344A0A1D5}"/>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495B672D-E04A-4254-8731-DE099ABE9B7E}"/>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10" descr="BITS_university_logo_whitevert.png">
            <a:extLst>
              <a:ext uri="{FF2B5EF4-FFF2-40B4-BE49-F238E27FC236}">
                <a16:creationId xmlns:a16="http://schemas.microsoft.com/office/drawing/2014/main" id="{4964C04E-0765-405C-A2B7-D99EA71B8F17}"/>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97EA4B25-72F2-40B6-B25B-0C76E1985675}"/>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a:extLst>
              <a:ext uri="{FF2B5EF4-FFF2-40B4-BE49-F238E27FC236}">
                <a16:creationId xmlns:a16="http://schemas.microsoft.com/office/drawing/2014/main" id="{16FD64E8-0540-40F5-A47C-951D73AEA8FD}"/>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Dubai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10702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180D1710-296B-4AE6-BCDF-10C732211C2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8C458F1F-7605-4320-80E0-2FD0E0F9AB6A}"/>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8" descr="Picture 7.png">
            <a:extLst>
              <a:ext uri="{FF2B5EF4-FFF2-40B4-BE49-F238E27FC236}">
                <a16:creationId xmlns:a16="http://schemas.microsoft.com/office/drawing/2014/main" id="{D2D8BF9D-E1C4-4305-A298-A97D12773B54}"/>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DD00BF26-FF6F-483A-8986-3CA507358244}"/>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526601D6-D075-422E-BC5C-3D884FC9E6E7}"/>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2F84621E-DDDC-43D9-B245-79EC9ADA1483}"/>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a:extLst>
              <a:ext uri="{FF2B5EF4-FFF2-40B4-BE49-F238E27FC236}">
                <a16:creationId xmlns:a16="http://schemas.microsoft.com/office/drawing/2014/main" id="{1F7DF813-6F76-4606-ADAF-1F72D11DB8C1}"/>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7386008A-31BE-4B8E-BA07-6F09E3877225}"/>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Dubai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7283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961446-2FBA-4359-96D2-E0AA61BBA2B9}"/>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grpSp>
        <p:nvGrpSpPr>
          <p:cNvPr id="5" name="Group 11">
            <a:extLst>
              <a:ext uri="{FF2B5EF4-FFF2-40B4-BE49-F238E27FC236}">
                <a16:creationId xmlns:a16="http://schemas.microsoft.com/office/drawing/2014/main" id="{91B2F9CB-9EBB-4B62-A3ED-94D049C47E6D}"/>
              </a:ext>
            </a:extLst>
          </p:cNvPr>
          <p:cNvGrpSpPr>
            <a:grpSpLocks/>
          </p:cNvGrpSpPr>
          <p:nvPr userDrawn="1"/>
        </p:nvGrpSpPr>
        <p:grpSpPr bwMode="auto">
          <a:xfrm>
            <a:off x="2084388" y="6550025"/>
            <a:ext cx="7059612" cy="49213"/>
            <a:chOff x="2083888" y="6550671"/>
            <a:chExt cx="7060112" cy="48665"/>
          </a:xfrm>
        </p:grpSpPr>
        <p:sp>
          <p:nvSpPr>
            <p:cNvPr id="6" name="Rectangle 5">
              <a:extLst>
                <a:ext uri="{FF2B5EF4-FFF2-40B4-BE49-F238E27FC236}">
                  <a16:creationId xmlns:a16="http://schemas.microsoft.com/office/drawing/2014/main" id="{355DC0A5-5F6F-4C7A-A1AF-7F8A9ABC2F9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04994B79-E6C8-4DB7-B642-8365C59ADBA2}"/>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0316FBBC-E111-458C-9A48-B1E0293915B2}"/>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a:extLst>
              <a:ext uri="{FF2B5EF4-FFF2-40B4-BE49-F238E27FC236}">
                <a16:creationId xmlns:a16="http://schemas.microsoft.com/office/drawing/2014/main" id="{5C669320-72F7-47B4-8C5A-C5CFC2C1F3F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031AD538-05A1-4B45-8B2C-2CB8B63A45F5}"/>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206E017C-5CD4-4194-A607-67CF4AB1CFF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CD9AB05-581B-44A5-84EB-9DEDF48B071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CD670840-1EB1-4925-8B97-79413EFE5E3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a:extLst>
              <a:ext uri="{FF2B5EF4-FFF2-40B4-BE49-F238E27FC236}">
                <a16:creationId xmlns:a16="http://schemas.microsoft.com/office/drawing/2014/main" id="{43D7D97C-116C-4020-82EF-2D502B9BC1B8}"/>
              </a:ext>
            </a:extLst>
          </p:cNvPr>
          <p:cNvGrpSpPr>
            <a:grpSpLocks/>
          </p:cNvGrpSpPr>
          <p:nvPr userDrawn="1"/>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C278ADD0-D8C6-4F7E-B0C8-70DF9C53C1A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180F5227-A2AB-4C92-AE49-255FB98F23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797B5DAB-BB29-40E9-846D-5138855433D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17160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6" descr="Picture 7.png">
            <a:extLst>
              <a:ext uri="{FF2B5EF4-FFF2-40B4-BE49-F238E27FC236}">
                <a16:creationId xmlns:a16="http://schemas.microsoft.com/office/drawing/2014/main" id="{5901A7DC-C794-4B64-8AF6-EC1BE8B0F08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9">
            <a:extLst>
              <a:ext uri="{FF2B5EF4-FFF2-40B4-BE49-F238E27FC236}">
                <a16:creationId xmlns:a16="http://schemas.microsoft.com/office/drawing/2014/main" id="{15BB363B-D456-4F1B-B32F-580BCAC2CE99}"/>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97176219-BE8D-4472-8759-C2A403B26E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AB2B90D5-E655-4668-9ED6-978EF8CA20A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F2BD5BD8-76ED-4416-97A4-BBC4D1A1955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8">
            <a:extLst>
              <a:ext uri="{FF2B5EF4-FFF2-40B4-BE49-F238E27FC236}">
                <a16:creationId xmlns:a16="http://schemas.microsoft.com/office/drawing/2014/main" id="{D0E7748A-5E57-46E6-84A9-D6D1E1515320}"/>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CF1F672D-64E5-4BD6-B9F1-82FB84D234F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1BF6EF8C-765B-45DA-89E0-E7829B72DE6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19EB4EE8-B1FB-4108-9979-55FA4811FCE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4" name="TextBox 13">
            <a:extLst>
              <a:ext uri="{FF2B5EF4-FFF2-40B4-BE49-F238E27FC236}">
                <a16:creationId xmlns:a16="http://schemas.microsoft.com/office/drawing/2014/main" id="{E026B580-E4BD-484E-8BE8-F9CEB6E7BFB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87522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7" name="Group 10">
            <a:extLst>
              <a:ext uri="{FF2B5EF4-FFF2-40B4-BE49-F238E27FC236}">
                <a16:creationId xmlns:a16="http://schemas.microsoft.com/office/drawing/2014/main" id="{DDC6E94A-AA69-40B7-B2FB-43E4C90C0091}"/>
              </a:ext>
            </a:extLst>
          </p:cNvPr>
          <p:cNvGrpSpPr>
            <a:grpSpLocks/>
          </p:cNvGrpSpPr>
          <p:nvPr userDrawn="1"/>
        </p:nvGrpSpPr>
        <p:grpSpPr bwMode="auto">
          <a:xfrm>
            <a:off x="0" y="1295400"/>
            <a:ext cx="7010400" cy="46038"/>
            <a:chOff x="1905000" y="6553200"/>
            <a:chExt cx="7010400" cy="45719"/>
          </a:xfrm>
        </p:grpSpPr>
        <p:sp>
          <p:nvSpPr>
            <p:cNvPr id="8" name="Rectangle 7">
              <a:extLst>
                <a:ext uri="{FF2B5EF4-FFF2-40B4-BE49-F238E27FC236}">
                  <a16:creationId xmlns:a16="http://schemas.microsoft.com/office/drawing/2014/main" id="{1DB21626-FAB4-45C1-A702-8D1573001B6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9DB29645-31F7-4EDF-8E43-B84F26F519B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5C0C83E7-18C7-4B23-B253-F8065866989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2" name="Group 15">
            <a:extLst>
              <a:ext uri="{FF2B5EF4-FFF2-40B4-BE49-F238E27FC236}">
                <a16:creationId xmlns:a16="http://schemas.microsoft.com/office/drawing/2014/main" id="{157994C5-D3DB-42BF-AB75-E581736F1A28}"/>
              </a:ext>
            </a:extLst>
          </p:cNvPr>
          <p:cNvGrpSpPr>
            <a:grpSpLocks/>
          </p:cNvGrpSpPr>
          <p:nvPr userDrawn="1"/>
        </p:nvGrpSpPr>
        <p:grpSpPr bwMode="auto">
          <a:xfrm>
            <a:off x="2133600" y="6553200"/>
            <a:ext cx="7010400" cy="46038"/>
            <a:chOff x="1905000" y="6553200"/>
            <a:chExt cx="7010400" cy="45719"/>
          </a:xfrm>
        </p:grpSpPr>
        <p:sp>
          <p:nvSpPr>
            <p:cNvPr id="13" name="Rectangle 12">
              <a:extLst>
                <a:ext uri="{FF2B5EF4-FFF2-40B4-BE49-F238E27FC236}">
                  <a16:creationId xmlns:a16="http://schemas.microsoft.com/office/drawing/2014/main" id="{0F6AE965-E85C-4A08-9D9F-4061F68C64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9FF01AEA-EF37-4726-8988-EF6EA6A0A29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D59704F4-9FEA-419B-927C-54DACBF164C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6" name="Picture 13" descr="Picture 7.png">
            <a:extLst>
              <a:ext uri="{FF2B5EF4-FFF2-40B4-BE49-F238E27FC236}">
                <a16:creationId xmlns:a16="http://schemas.microsoft.com/office/drawing/2014/main" id="{E2EECF5A-ACBA-48B4-BFF7-10732FC42208}"/>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44CF71A1-1632-4289-8E77-1BCCF6B23B1F}"/>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23616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3" name="Group 5">
            <a:extLst>
              <a:ext uri="{FF2B5EF4-FFF2-40B4-BE49-F238E27FC236}">
                <a16:creationId xmlns:a16="http://schemas.microsoft.com/office/drawing/2014/main" id="{2FBDAFE7-E1E4-4768-BA8E-BA1BC1FC3CFF}"/>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D329F70C-087A-429F-8FC1-D5575814092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B971D38-F406-4AB5-9F3E-5DBF9748660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88A621D-0583-4D2E-89A6-1F4F06D11D1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8" name="Group 10">
            <a:extLst>
              <a:ext uri="{FF2B5EF4-FFF2-40B4-BE49-F238E27FC236}">
                <a16:creationId xmlns:a16="http://schemas.microsoft.com/office/drawing/2014/main" id="{1937292A-753C-4D96-B7D0-AA87B2A8ECFE}"/>
              </a:ext>
            </a:extLst>
          </p:cNvPr>
          <p:cNvGrpSpPr>
            <a:grpSpLocks/>
          </p:cNvGrpSpPr>
          <p:nvPr userDrawn="1"/>
        </p:nvGrpSpPr>
        <p:grpSpPr bwMode="auto">
          <a:xfrm>
            <a:off x="2133600" y="6553200"/>
            <a:ext cx="7010400" cy="46038"/>
            <a:chOff x="1905000" y="6553200"/>
            <a:chExt cx="7010400" cy="45719"/>
          </a:xfrm>
        </p:grpSpPr>
        <p:sp>
          <p:nvSpPr>
            <p:cNvPr id="9" name="Rectangle 8">
              <a:extLst>
                <a:ext uri="{FF2B5EF4-FFF2-40B4-BE49-F238E27FC236}">
                  <a16:creationId xmlns:a16="http://schemas.microsoft.com/office/drawing/2014/main" id="{ED19D05C-62A1-4347-AEC2-1BC4C297BD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CBAB71BD-1BE8-40E7-9008-20D5793534D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B4E85318-5B0E-4845-80CC-C093610A5EA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2" name="Picture 14" descr="Picture 7.png">
            <a:extLst>
              <a:ext uri="{FF2B5EF4-FFF2-40B4-BE49-F238E27FC236}">
                <a16:creationId xmlns:a16="http://schemas.microsoft.com/office/drawing/2014/main" id="{3CBC02A3-4311-462B-B518-A4E11EBFA62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446F3FD4-8401-42C2-9286-C28A9BBC32D7}"/>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90977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5" name="Group 8">
            <a:extLst>
              <a:ext uri="{FF2B5EF4-FFF2-40B4-BE49-F238E27FC236}">
                <a16:creationId xmlns:a16="http://schemas.microsoft.com/office/drawing/2014/main" id="{2B5D325F-E7EF-46B9-903B-4D261927FF79}"/>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D959068B-8363-4258-87A9-76D92835205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21E9B859-38BB-4966-8C06-0E2501ABA89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84DFA7DC-011F-48EC-9694-F1069FAE714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3">
            <a:extLst>
              <a:ext uri="{FF2B5EF4-FFF2-40B4-BE49-F238E27FC236}">
                <a16:creationId xmlns:a16="http://schemas.microsoft.com/office/drawing/2014/main" id="{306D3A35-5A62-4DF2-BD04-7F0BDA73633C}"/>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9FD42ED0-3F2C-4DCA-B1D5-FA3C5C8A6DA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11326D4-0EA4-417D-BC53-692D22B0B2B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36F486FB-F1E0-4838-936E-5CB42831E57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D6007046-3E87-498F-8FA5-5BEEC1D9F74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0618DF3-C130-44A7-AF7F-BBEA846E299B}"/>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9597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3BCAD4A0-F4FE-4720-8861-A17141DEDFF0}"/>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F5A58589-3653-4787-A88F-80AB56874B3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F5316413-36E8-4686-98F5-B84EEE7F722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24D9153D-4781-4EEA-AC41-B4A0966BD25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C40ABF3D-9A68-4892-A366-8D5C5C3AB6CA}"/>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4D8410D1-E51F-4504-9A23-783745B3B76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BE7E7C43-2D92-4988-AF13-A696C562284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80FB3718-71BF-4982-8904-0D7BF280799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24FB254-AB36-4E83-9EC8-DED8871D9C9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0E330CE-A621-4135-831A-1372F8D0B266}"/>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16034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4" name="Group 19">
            <a:extLst>
              <a:ext uri="{FF2B5EF4-FFF2-40B4-BE49-F238E27FC236}">
                <a16:creationId xmlns:a16="http://schemas.microsoft.com/office/drawing/2014/main" id="{D216CC9D-63E4-4E64-9DEC-F72F1BCC068D}"/>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A19E01A2-B091-454D-8995-F946AE7E1F5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3808EF2E-47B1-4980-AE69-4C035CD3AE9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9A089099-7D65-49C2-896E-1089339A7B6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8" name="Group 24">
            <a:extLst>
              <a:ext uri="{FF2B5EF4-FFF2-40B4-BE49-F238E27FC236}">
                <a16:creationId xmlns:a16="http://schemas.microsoft.com/office/drawing/2014/main" id="{9E544A9D-C51D-40E7-B0DD-7E2438A68FE2}"/>
              </a:ext>
            </a:extLst>
          </p:cNvPr>
          <p:cNvGrpSpPr>
            <a:grpSpLocks/>
          </p:cNvGrpSpPr>
          <p:nvPr userDrawn="1"/>
        </p:nvGrpSpPr>
        <p:grpSpPr bwMode="auto">
          <a:xfrm>
            <a:off x="2133600" y="6553200"/>
            <a:ext cx="7010400" cy="46038"/>
            <a:chOff x="1905000" y="6553200"/>
            <a:chExt cx="7010400" cy="45719"/>
          </a:xfrm>
        </p:grpSpPr>
        <p:sp>
          <p:nvSpPr>
            <p:cNvPr id="9" name="Rectangle 8">
              <a:extLst>
                <a:ext uri="{FF2B5EF4-FFF2-40B4-BE49-F238E27FC236}">
                  <a16:creationId xmlns:a16="http://schemas.microsoft.com/office/drawing/2014/main" id="{C7AD504D-C815-4B72-BB24-6383F1028E5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F5FF7A3B-76D0-4127-9114-9C5EC89352B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700194F2-0762-458B-ABD6-4C5053E5C96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2" name="Picture 14" descr="Picture 7.png">
            <a:extLst>
              <a:ext uri="{FF2B5EF4-FFF2-40B4-BE49-F238E27FC236}">
                <a16:creationId xmlns:a16="http://schemas.microsoft.com/office/drawing/2014/main" id="{AB1D6464-D90C-466C-8FAD-77B1860C81D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A1C16896-177E-41A8-99AB-090A56AF8857}"/>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3200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24F09AD4-A1EC-4899-81B6-E8DC6AD9DF19}"/>
              </a:ext>
            </a:extLst>
          </p:cNvPr>
          <p:cNvGrpSpPr>
            <a:grpSpLocks/>
          </p:cNvGrpSpPr>
          <p:nvPr userDrawn="1"/>
        </p:nvGrpSpPr>
        <p:grpSpPr bwMode="auto">
          <a:xfrm rot="5400000">
            <a:off x="5006182" y="2567781"/>
            <a:ext cx="5181600" cy="46037"/>
            <a:chOff x="1905000" y="6553200"/>
            <a:chExt cx="7010400" cy="45719"/>
          </a:xfrm>
        </p:grpSpPr>
        <p:sp>
          <p:nvSpPr>
            <p:cNvPr id="5" name="Rectangle 4">
              <a:extLst>
                <a:ext uri="{FF2B5EF4-FFF2-40B4-BE49-F238E27FC236}">
                  <a16:creationId xmlns:a16="http://schemas.microsoft.com/office/drawing/2014/main" id="{5CA55DA0-5C7A-4AEF-9CB5-9C0983E35151}"/>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6E9E524-1CE7-4782-99E6-5FF8F57F480C}"/>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DE430A3-7F34-4F77-9437-68D9433B5C9E}"/>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0" descr="Picture 7.png">
            <a:extLst>
              <a:ext uri="{FF2B5EF4-FFF2-40B4-BE49-F238E27FC236}">
                <a16:creationId xmlns:a16="http://schemas.microsoft.com/office/drawing/2014/main" id="{6E3C5DB3-00BB-47E3-B30C-1F4ED672FEA1}"/>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381013BF-8E0B-40F2-8DE0-0704D1CEBC83}"/>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Dubai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47833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805B91-B7A3-46B8-B182-E59CCFD272AC}"/>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DAE378F0-25D6-4013-84AE-391B53FD06AE}"/>
              </a:ext>
            </a:extLst>
          </p:cNvPr>
          <p:cNvSpPr>
            <a:spLocks noGrp="1" noChangeArrowheads="1"/>
          </p:cNvSpPr>
          <p:nvPr>
            <p:ph type="ftr" sz="quarter" idx="11"/>
          </p:nvPr>
        </p:nvSpPr>
        <p:spPr/>
        <p:txBody>
          <a:bodyPr/>
          <a:lstStyle>
            <a:lvl1pPr>
              <a:defRPr/>
            </a:lvl1pPr>
          </a:lstStyle>
          <a:p>
            <a:pPr>
              <a:defRPr/>
            </a:pPr>
            <a:r>
              <a:rPr lang="en-US"/>
              <a:t>zoggy</a:t>
            </a:r>
            <a:r>
              <a:rPr lang="en-US">
                <a:latin typeface="+mn-lt"/>
              </a:rPr>
              <a:t>1: Introduction</a:t>
            </a:r>
            <a:endParaRPr lang="en-US"/>
          </a:p>
        </p:txBody>
      </p:sp>
      <p:sp>
        <p:nvSpPr>
          <p:cNvPr id="7" name="Slide Number Placeholder 6">
            <a:extLst>
              <a:ext uri="{FF2B5EF4-FFF2-40B4-BE49-F238E27FC236}">
                <a16:creationId xmlns:a16="http://schemas.microsoft.com/office/drawing/2014/main" id="{36135811-198B-4E07-8863-0DECE1B31CEC}"/>
              </a:ext>
            </a:extLst>
          </p:cNvPr>
          <p:cNvSpPr>
            <a:spLocks noGrp="1" noChangeArrowheads="1"/>
          </p:cNvSpPr>
          <p:nvPr>
            <p:ph type="sldNum" sz="quarter" idx="12"/>
          </p:nvPr>
        </p:nvSpPr>
        <p:spPr/>
        <p:txBody>
          <a:bodyPr/>
          <a:lstStyle>
            <a:lvl1pPr>
              <a:defRPr/>
            </a:lvl1pPr>
          </a:lstStyle>
          <a:p>
            <a:fld id="{4E1C3F3A-D844-4460-BC38-C18681ABA0F7}" type="slidenum">
              <a:rPr lang="en-US" altLang="en-US"/>
              <a:pPr/>
              <a:t>‹#›</a:t>
            </a:fld>
            <a:endParaRPr lang="en-US" altLang="en-US"/>
          </a:p>
        </p:txBody>
      </p:sp>
    </p:spTree>
    <p:extLst>
      <p:ext uri="{BB962C8B-B14F-4D97-AF65-F5344CB8AC3E}">
        <p14:creationId xmlns:p14="http://schemas.microsoft.com/office/powerpoint/2010/main" val="2335160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872DB2-F7AE-4004-8C93-E168A716253A}"/>
              </a:ext>
            </a:extLst>
          </p:cNvPr>
          <p:cNvSpPr>
            <a:spLocks noGrp="1"/>
          </p:cNvSpPr>
          <p:nvPr>
            <p:ph type="dt" sz="half" idx="10"/>
          </p:nvPr>
        </p:nvSpPr>
        <p:spPr/>
        <p:txBody>
          <a:bodyPr/>
          <a:lstStyle>
            <a:lvl1pPr>
              <a:defRPr/>
            </a:lvl1pPr>
          </a:lstStyle>
          <a:p>
            <a:pPr>
              <a:defRPr/>
            </a:pPr>
            <a:fld id="{B5B72827-6A67-4149-9A0A-DAEDDAD78757}" type="datetimeFigureOut">
              <a:rPr lang="en-US"/>
              <a:pPr>
                <a:defRPr/>
              </a:pPr>
              <a:t>1/16/2026</a:t>
            </a:fld>
            <a:endParaRPr lang="en-US"/>
          </a:p>
        </p:txBody>
      </p:sp>
      <p:sp>
        <p:nvSpPr>
          <p:cNvPr id="5" name="Footer Placeholder 4">
            <a:extLst>
              <a:ext uri="{FF2B5EF4-FFF2-40B4-BE49-F238E27FC236}">
                <a16:creationId xmlns:a16="http://schemas.microsoft.com/office/drawing/2014/main" id="{BD9C698D-D60F-419F-8BE2-C63276E6C9C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32F364D-1BA8-4938-B12E-2872B1AD6943}"/>
              </a:ext>
            </a:extLst>
          </p:cNvPr>
          <p:cNvSpPr>
            <a:spLocks noGrp="1"/>
          </p:cNvSpPr>
          <p:nvPr>
            <p:ph type="sldNum" sz="quarter" idx="12"/>
          </p:nvPr>
        </p:nvSpPr>
        <p:spPr/>
        <p:txBody>
          <a:bodyPr/>
          <a:lstStyle>
            <a:lvl1pPr>
              <a:defRPr/>
            </a:lvl1pPr>
          </a:lstStyle>
          <a:p>
            <a:fld id="{8B96F178-B119-4F58-8D4D-2E04F267F4C4}" type="slidenum">
              <a:rPr lang="en-US" altLang="en-US"/>
              <a:pPr/>
              <a:t>‹#›</a:t>
            </a:fld>
            <a:endParaRPr lang="en-US" altLang="en-US"/>
          </a:p>
        </p:txBody>
      </p:sp>
    </p:spTree>
    <p:extLst>
      <p:ext uri="{BB962C8B-B14F-4D97-AF65-F5344CB8AC3E}">
        <p14:creationId xmlns:p14="http://schemas.microsoft.com/office/powerpoint/2010/main" val="1922871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A92FE01-1683-4242-8600-986E5C13579D}"/>
              </a:ext>
            </a:extLst>
          </p:cNvPr>
          <p:cNvSpPr>
            <a:spLocks noGrp="1"/>
          </p:cNvSpPr>
          <p:nvPr>
            <p:ph type="dt" sz="half" idx="10"/>
          </p:nvPr>
        </p:nvSpPr>
        <p:spPr/>
        <p:txBody>
          <a:bodyPr/>
          <a:lstStyle>
            <a:lvl1pPr>
              <a:defRPr/>
            </a:lvl1pPr>
          </a:lstStyle>
          <a:p>
            <a:pPr>
              <a:defRPr/>
            </a:pPr>
            <a:fld id="{2E8CD377-F9C4-4641-B52C-E656915E6505}" type="datetimeFigureOut">
              <a:rPr lang="en-US"/>
              <a:pPr>
                <a:defRPr/>
              </a:pPr>
              <a:t>1/16/2026</a:t>
            </a:fld>
            <a:endParaRPr lang="en-US"/>
          </a:p>
        </p:txBody>
      </p:sp>
      <p:sp>
        <p:nvSpPr>
          <p:cNvPr id="3" name="Footer Placeholder 4">
            <a:extLst>
              <a:ext uri="{FF2B5EF4-FFF2-40B4-BE49-F238E27FC236}">
                <a16:creationId xmlns:a16="http://schemas.microsoft.com/office/drawing/2014/main" id="{D6F4471C-F26C-4E94-BCBB-4D7EC3ADC15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D23F8BE-EC1E-46E6-8AD2-0791F2B3B759}"/>
              </a:ext>
            </a:extLst>
          </p:cNvPr>
          <p:cNvSpPr>
            <a:spLocks noGrp="1"/>
          </p:cNvSpPr>
          <p:nvPr>
            <p:ph type="sldNum" sz="quarter" idx="12"/>
          </p:nvPr>
        </p:nvSpPr>
        <p:spPr/>
        <p:txBody>
          <a:bodyPr/>
          <a:lstStyle>
            <a:lvl1pPr>
              <a:defRPr/>
            </a:lvl1pPr>
          </a:lstStyle>
          <a:p>
            <a:fld id="{88A1D675-7B2B-46CB-80A9-03EF383184F5}" type="slidenum">
              <a:rPr lang="en-US" altLang="en-US"/>
              <a:pPr/>
              <a:t>‹#›</a:t>
            </a:fld>
            <a:endParaRPr lang="en-US" altLang="en-US"/>
          </a:p>
        </p:txBody>
      </p:sp>
    </p:spTree>
    <p:extLst>
      <p:ext uri="{BB962C8B-B14F-4D97-AF65-F5344CB8AC3E}">
        <p14:creationId xmlns:p14="http://schemas.microsoft.com/office/powerpoint/2010/main" val="4168128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2897711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2527896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1082107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32622959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4042177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16992931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6065671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9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1984285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6B1396-29EF-4D8D-9633-EBFE9822EF66}"/>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C59E7B13-E638-408B-84F0-7BD382B092A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36C02BD-DF7D-440C-A2B1-6179F9F5C354}"/>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684E4E27-693E-43AA-88D8-5CC339D4C906}" type="datetimeFigureOut">
              <a:rPr lang="en-US"/>
              <a:pPr>
                <a:defRPr/>
              </a:pPr>
              <a:t>1/16/2026</a:t>
            </a:fld>
            <a:endParaRPr lang="en-US"/>
          </a:p>
        </p:txBody>
      </p:sp>
      <p:sp>
        <p:nvSpPr>
          <p:cNvPr id="5" name="Footer Placeholder 4">
            <a:extLst>
              <a:ext uri="{FF2B5EF4-FFF2-40B4-BE49-F238E27FC236}">
                <a16:creationId xmlns:a16="http://schemas.microsoft.com/office/drawing/2014/main" id="{FA7D4F5A-B2CB-4FB2-8565-58170F625D7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D2B66448-4CB5-40B7-AA11-F73061E2EEF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3D69D23A-9CB6-435A-AD83-F3846983EBB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794" r:id="rId1"/>
    <p:sldLayoutId id="2147484795" r:id="rId2"/>
    <p:sldLayoutId id="2147484796" r:id="rId3"/>
    <p:sldLayoutId id="2147484797" r:id="rId4"/>
    <p:sldLayoutId id="2147484798" r:id="rId5"/>
    <p:sldLayoutId id="2147484799" r:id="rId6"/>
    <p:sldLayoutId id="2147484800" r:id="rId7"/>
    <p:sldLayoutId id="2147484801" r:id="rId8"/>
    <p:sldLayoutId id="2147484802" r:id="rId9"/>
    <p:sldLayoutId id="2147484803" r:id="rId10"/>
    <p:sldLayoutId id="2147484804" r:id="rId11"/>
    <p:sldLayoutId id="2147484805" r:id="rId12"/>
    <p:sldLayoutId id="2147484792" r:id="rId13"/>
    <p:sldLayoutId id="2147484793" r:id="rId14"/>
    <p:sldLayoutId id="2147484806" r:id="rId15"/>
    <p:sldLayoutId id="2147484807" r:id="rId16"/>
    <p:sldLayoutId id="2147484808" r:id="rId17"/>
    <p:sldLayoutId id="2147484809" r:id="rId18"/>
    <p:sldLayoutId id="2147484810" r:id="rId19"/>
    <p:sldLayoutId id="2147484811" r:id="rId20"/>
    <p:sldLayoutId id="2147484812" r:id="rId21"/>
    <p:sldLayoutId id="2147484813" r:id="rId22"/>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15.bin"/><Relationship Id="rId7" Type="http://schemas.openxmlformats.org/officeDocument/2006/relationships/oleObject" Target="../embeddings/oleObject4.bin"/><Relationship Id="rId12" Type="http://schemas.openxmlformats.org/officeDocument/2006/relationships/oleObject" Target="../embeddings/oleObject9.bin"/><Relationship Id="rId17" Type="http://schemas.openxmlformats.org/officeDocument/2006/relationships/oleObject" Target="../embeddings/oleObject12.bin"/><Relationship Id="rId2" Type="http://schemas.openxmlformats.org/officeDocument/2006/relationships/oleObject" Target="../embeddings/oleObject1.bin"/><Relationship Id="rId16" Type="http://schemas.openxmlformats.org/officeDocument/2006/relationships/image" Target="../media/image23.wmf"/><Relationship Id="rId20" Type="http://schemas.openxmlformats.org/officeDocument/2006/relationships/oleObject" Target="../embeddings/oleObject14.bin"/><Relationship Id="rId1" Type="http://schemas.openxmlformats.org/officeDocument/2006/relationships/slideLayout" Target="../slideLayouts/slideLayout5.xml"/><Relationship Id="rId6" Type="http://schemas.openxmlformats.org/officeDocument/2006/relationships/oleObject" Target="../embeddings/oleObject3.bin"/><Relationship Id="rId11" Type="http://schemas.openxmlformats.org/officeDocument/2006/relationships/oleObject" Target="../embeddings/oleObject8.bin"/><Relationship Id="rId24" Type="http://schemas.openxmlformats.org/officeDocument/2006/relationships/oleObject" Target="../embeddings/oleObject18.bin"/><Relationship Id="rId5" Type="http://schemas.openxmlformats.org/officeDocument/2006/relationships/image" Target="../media/image21.wmf"/><Relationship Id="rId15" Type="http://schemas.openxmlformats.org/officeDocument/2006/relationships/oleObject" Target="../embeddings/oleObject11.bin"/><Relationship Id="rId23" Type="http://schemas.openxmlformats.org/officeDocument/2006/relationships/oleObject" Target="../embeddings/oleObject17.bin"/><Relationship Id="rId10" Type="http://schemas.openxmlformats.org/officeDocument/2006/relationships/oleObject" Target="../embeddings/oleObject7.bin"/><Relationship Id="rId19" Type="http://schemas.openxmlformats.org/officeDocument/2006/relationships/oleObject" Target="../embeddings/oleObject13.bin"/><Relationship Id="rId4" Type="http://schemas.openxmlformats.org/officeDocument/2006/relationships/oleObject" Target="../embeddings/oleObject2.bin"/><Relationship Id="rId9" Type="http://schemas.openxmlformats.org/officeDocument/2006/relationships/oleObject" Target="../embeddings/oleObject6.bin"/><Relationship Id="rId14" Type="http://schemas.openxmlformats.org/officeDocument/2006/relationships/oleObject" Target="../embeddings/oleObject10.bin"/><Relationship Id="rId22" Type="http://schemas.openxmlformats.org/officeDocument/2006/relationships/oleObject" Target="../embeddings/oleObject16.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33.bin"/><Relationship Id="rId7" Type="http://schemas.openxmlformats.org/officeDocument/2006/relationships/oleObject" Target="../embeddings/oleObject22.bin"/><Relationship Id="rId12" Type="http://schemas.openxmlformats.org/officeDocument/2006/relationships/oleObject" Target="../embeddings/oleObject27.bin"/><Relationship Id="rId17" Type="http://schemas.openxmlformats.org/officeDocument/2006/relationships/oleObject" Target="../embeddings/oleObject30.bin"/><Relationship Id="rId2" Type="http://schemas.openxmlformats.org/officeDocument/2006/relationships/oleObject" Target="../embeddings/oleObject19.bin"/><Relationship Id="rId16" Type="http://schemas.openxmlformats.org/officeDocument/2006/relationships/image" Target="../media/image23.wmf"/><Relationship Id="rId20" Type="http://schemas.openxmlformats.org/officeDocument/2006/relationships/oleObject" Target="../embeddings/oleObject32.bin"/><Relationship Id="rId1" Type="http://schemas.openxmlformats.org/officeDocument/2006/relationships/slideLayout" Target="../slideLayouts/slideLayout5.xml"/><Relationship Id="rId6" Type="http://schemas.openxmlformats.org/officeDocument/2006/relationships/oleObject" Target="../embeddings/oleObject21.bin"/><Relationship Id="rId11" Type="http://schemas.openxmlformats.org/officeDocument/2006/relationships/oleObject" Target="../embeddings/oleObject26.bin"/><Relationship Id="rId24" Type="http://schemas.openxmlformats.org/officeDocument/2006/relationships/oleObject" Target="../embeddings/oleObject36.bin"/><Relationship Id="rId5" Type="http://schemas.openxmlformats.org/officeDocument/2006/relationships/image" Target="../media/image21.wmf"/><Relationship Id="rId15" Type="http://schemas.openxmlformats.org/officeDocument/2006/relationships/oleObject" Target="../embeddings/oleObject29.bin"/><Relationship Id="rId23" Type="http://schemas.openxmlformats.org/officeDocument/2006/relationships/oleObject" Target="../embeddings/oleObject35.bin"/><Relationship Id="rId10" Type="http://schemas.openxmlformats.org/officeDocument/2006/relationships/oleObject" Target="../embeddings/oleObject25.bin"/><Relationship Id="rId19" Type="http://schemas.openxmlformats.org/officeDocument/2006/relationships/oleObject" Target="../embeddings/oleObject31.bin"/><Relationship Id="rId4" Type="http://schemas.openxmlformats.org/officeDocument/2006/relationships/oleObject" Target="../embeddings/oleObject20.bin"/><Relationship Id="rId9" Type="http://schemas.openxmlformats.org/officeDocument/2006/relationships/oleObject" Target="../embeddings/oleObject24.bin"/><Relationship Id="rId14" Type="http://schemas.openxmlformats.org/officeDocument/2006/relationships/oleObject" Target="../embeddings/oleObject28.bin"/><Relationship Id="rId22" Type="http://schemas.openxmlformats.org/officeDocument/2006/relationships/oleObject" Target="../embeddings/oleObject34.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51.bin"/><Relationship Id="rId7" Type="http://schemas.openxmlformats.org/officeDocument/2006/relationships/oleObject" Target="../embeddings/oleObject40.bin"/><Relationship Id="rId12" Type="http://schemas.openxmlformats.org/officeDocument/2006/relationships/oleObject" Target="../embeddings/oleObject45.bin"/><Relationship Id="rId17" Type="http://schemas.openxmlformats.org/officeDocument/2006/relationships/oleObject" Target="../embeddings/oleObject48.bin"/><Relationship Id="rId2" Type="http://schemas.openxmlformats.org/officeDocument/2006/relationships/oleObject" Target="../embeddings/oleObject37.bin"/><Relationship Id="rId16" Type="http://schemas.openxmlformats.org/officeDocument/2006/relationships/image" Target="../media/image23.wmf"/><Relationship Id="rId20" Type="http://schemas.openxmlformats.org/officeDocument/2006/relationships/oleObject" Target="../embeddings/oleObject50.bin"/><Relationship Id="rId1" Type="http://schemas.openxmlformats.org/officeDocument/2006/relationships/slideLayout" Target="../slideLayouts/slideLayout5.xml"/><Relationship Id="rId6" Type="http://schemas.openxmlformats.org/officeDocument/2006/relationships/oleObject" Target="../embeddings/oleObject39.bin"/><Relationship Id="rId11" Type="http://schemas.openxmlformats.org/officeDocument/2006/relationships/oleObject" Target="../embeddings/oleObject44.bin"/><Relationship Id="rId5" Type="http://schemas.openxmlformats.org/officeDocument/2006/relationships/image" Target="../media/image21.wmf"/><Relationship Id="rId15" Type="http://schemas.openxmlformats.org/officeDocument/2006/relationships/oleObject" Target="../embeddings/oleObject47.bin"/><Relationship Id="rId10" Type="http://schemas.openxmlformats.org/officeDocument/2006/relationships/oleObject" Target="../embeddings/oleObject43.bin"/><Relationship Id="rId19" Type="http://schemas.openxmlformats.org/officeDocument/2006/relationships/oleObject" Target="../embeddings/oleObject49.bin"/><Relationship Id="rId4" Type="http://schemas.openxmlformats.org/officeDocument/2006/relationships/oleObject" Target="../embeddings/oleObject38.bin"/><Relationship Id="rId9" Type="http://schemas.openxmlformats.org/officeDocument/2006/relationships/oleObject" Target="../embeddings/oleObject42.bin"/><Relationship Id="rId14" Type="http://schemas.openxmlformats.org/officeDocument/2006/relationships/oleObject" Target="../embeddings/oleObject4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52.bin"/><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67.bin"/><Relationship Id="rId7" Type="http://schemas.openxmlformats.org/officeDocument/2006/relationships/oleObject" Target="../embeddings/oleObject56.bin"/><Relationship Id="rId12" Type="http://schemas.openxmlformats.org/officeDocument/2006/relationships/oleObject" Target="../embeddings/oleObject61.bin"/><Relationship Id="rId17" Type="http://schemas.openxmlformats.org/officeDocument/2006/relationships/oleObject" Target="../embeddings/oleObject64.bin"/><Relationship Id="rId2" Type="http://schemas.openxmlformats.org/officeDocument/2006/relationships/oleObject" Target="../embeddings/oleObject53.bin"/><Relationship Id="rId16" Type="http://schemas.openxmlformats.org/officeDocument/2006/relationships/image" Target="../media/image23.wmf"/><Relationship Id="rId20" Type="http://schemas.openxmlformats.org/officeDocument/2006/relationships/oleObject" Target="../embeddings/oleObject66.bin"/><Relationship Id="rId1" Type="http://schemas.openxmlformats.org/officeDocument/2006/relationships/slideLayout" Target="../slideLayouts/slideLayout4.xml"/><Relationship Id="rId6" Type="http://schemas.openxmlformats.org/officeDocument/2006/relationships/oleObject" Target="../embeddings/oleObject55.bin"/><Relationship Id="rId11" Type="http://schemas.openxmlformats.org/officeDocument/2006/relationships/oleObject" Target="../embeddings/oleObject60.bin"/><Relationship Id="rId5" Type="http://schemas.openxmlformats.org/officeDocument/2006/relationships/image" Target="../media/image21.wmf"/><Relationship Id="rId15" Type="http://schemas.openxmlformats.org/officeDocument/2006/relationships/oleObject" Target="../embeddings/oleObject63.bin"/><Relationship Id="rId10" Type="http://schemas.openxmlformats.org/officeDocument/2006/relationships/oleObject" Target="../embeddings/oleObject59.bin"/><Relationship Id="rId19" Type="http://schemas.openxmlformats.org/officeDocument/2006/relationships/oleObject" Target="../embeddings/oleObject65.bin"/><Relationship Id="rId4" Type="http://schemas.openxmlformats.org/officeDocument/2006/relationships/oleObject" Target="../embeddings/oleObject54.bin"/><Relationship Id="rId9" Type="http://schemas.openxmlformats.org/officeDocument/2006/relationships/oleObject" Target="../embeddings/oleObject58.bin"/><Relationship Id="rId14" Type="http://schemas.openxmlformats.org/officeDocument/2006/relationships/oleObject" Target="../embeddings/oleObject62.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82.bin"/><Relationship Id="rId7" Type="http://schemas.openxmlformats.org/officeDocument/2006/relationships/oleObject" Target="../embeddings/oleObject71.bin"/><Relationship Id="rId12" Type="http://schemas.openxmlformats.org/officeDocument/2006/relationships/oleObject" Target="../embeddings/oleObject76.bin"/><Relationship Id="rId17" Type="http://schemas.openxmlformats.org/officeDocument/2006/relationships/oleObject" Target="../embeddings/oleObject79.bin"/><Relationship Id="rId2" Type="http://schemas.openxmlformats.org/officeDocument/2006/relationships/oleObject" Target="../embeddings/oleObject68.bin"/><Relationship Id="rId16" Type="http://schemas.openxmlformats.org/officeDocument/2006/relationships/image" Target="../media/image23.wmf"/><Relationship Id="rId20" Type="http://schemas.openxmlformats.org/officeDocument/2006/relationships/oleObject" Target="../embeddings/oleObject81.bin"/><Relationship Id="rId1" Type="http://schemas.openxmlformats.org/officeDocument/2006/relationships/slideLayout" Target="../slideLayouts/slideLayout4.xml"/><Relationship Id="rId6" Type="http://schemas.openxmlformats.org/officeDocument/2006/relationships/oleObject" Target="../embeddings/oleObject70.bin"/><Relationship Id="rId11" Type="http://schemas.openxmlformats.org/officeDocument/2006/relationships/oleObject" Target="../embeddings/oleObject75.bin"/><Relationship Id="rId5" Type="http://schemas.openxmlformats.org/officeDocument/2006/relationships/image" Target="../media/image21.wmf"/><Relationship Id="rId15" Type="http://schemas.openxmlformats.org/officeDocument/2006/relationships/oleObject" Target="../embeddings/oleObject78.bin"/><Relationship Id="rId10" Type="http://schemas.openxmlformats.org/officeDocument/2006/relationships/oleObject" Target="../embeddings/oleObject74.bin"/><Relationship Id="rId19" Type="http://schemas.openxmlformats.org/officeDocument/2006/relationships/oleObject" Target="../embeddings/oleObject80.bin"/><Relationship Id="rId4" Type="http://schemas.openxmlformats.org/officeDocument/2006/relationships/oleObject" Target="../embeddings/oleObject69.bin"/><Relationship Id="rId9" Type="http://schemas.openxmlformats.org/officeDocument/2006/relationships/oleObject" Target="../embeddings/oleObject73.bin"/><Relationship Id="rId14" Type="http://schemas.openxmlformats.org/officeDocument/2006/relationships/oleObject" Target="../embeddings/oleObject77.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87.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97.bin"/><Relationship Id="rId7" Type="http://schemas.openxmlformats.org/officeDocument/2006/relationships/oleObject" Target="../embeddings/oleObject86.bin"/><Relationship Id="rId12" Type="http://schemas.openxmlformats.org/officeDocument/2006/relationships/oleObject" Target="../embeddings/oleObject91.bin"/><Relationship Id="rId17" Type="http://schemas.openxmlformats.org/officeDocument/2006/relationships/oleObject" Target="../embeddings/oleObject94.bin"/><Relationship Id="rId2" Type="http://schemas.openxmlformats.org/officeDocument/2006/relationships/oleObject" Target="../embeddings/oleObject83.bin"/><Relationship Id="rId16" Type="http://schemas.openxmlformats.org/officeDocument/2006/relationships/image" Target="../media/image23.wmf"/><Relationship Id="rId20" Type="http://schemas.openxmlformats.org/officeDocument/2006/relationships/oleObject" Target="../embeddings/oleObject96.bin"/><Relationship Id="rId1" Type="http://schemas.openxmlformats.org/officeDocument/2006/relationships/slideLayout" Target="../slideLayouts/slideLayout5.xml"/><Relationship Id="rId6" Type="http://schemas.openxmlformats.org/officeDocument/2006/relationships/oleObject" Target="../embeddings/oleObject85.bin"/><Relationship Id="rId11" Type="http://schemas.openxmlformats.org/officeDocument/2006/relationships/oleObject" Target="../embeddings/oleObject90.bin"/><Relationship Id="rId5" Type="http://schemas.openxmlformats.org/officeDocument/2006/relationships/image" Target="../media/image21.wmf"/><Relationship Id="rId15" Type="http://schemas.openxmlformats.org/officeDocument/2006/relationships/oleObject" Target="../embeddings/oleObject93.bin"/><Relationship Id="rId10" Type="http://schemas.openxmlformats.org/officeDocument/2006/relationships/oleObject" Target="../embeddings/oleObject89.bin"/><Relationship Id="rId19" Type="http://schemas.openxmlformats.org/officeDocument/2006/relationships/oleObject" Target="../embeddings/oleObject95.bin"/><Relationship Id="rId4" Type="http://schemas.openxmlformats.org/officeDocument/2006/relationships/oleObject" Target="../embeddings/oleObject84.bin"/><Relationship Id="rId9" Type="http://schemas.openxmlformats.org/officeDocument/2006/relationships/oleObject" Target="../embeddings/oleObject88.bin"/><Relationship Id="rId14" Type="http://schemas.openxmlformats.org/officeDocument/2006/relationships/oleObject" Target="../embeddings/oleObject92.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112.bin"/><Relationship Id="rId7" Type="http://schemas.openxmlformats.org/officeDocument/2006/relationships/oleObject" Target="../embeddings/oleObject101.bin"/><Relationship Id="rId12" Type="http://schemas.openxmlformats.org/officeDocument/2006/relationships/oleObject" Target="../embeddings/oleObject106.bin"/><Relationship Id="rId17" Type="http://schemas.openxmlformats.org/officeDocument/2006/relationships/oleObject" Target="../embeddings/oleObject109.bin"/><Relationship Id="rId2" Type="http://schemas.openxmlformats.org/officeDocument/2006/relationships/oleObject" Target="../embeddings/oleObject98.bin"/><Relationship Id="rId16" Type="http://schemas.openxmlformats.org/officeDocument/2006/relationships/image" Target="../media/image23.wmf"/><Relationship Id="rId20" Type="http://schemas.openxmlformats.org/officeDocument/2006/relationships/oleObject" Target="../embeddings/oleObject111.bin"/><Relationship Id="rId1" Type="http://schemas.openxmlformats.org/officeDocument/2006/relationships/slideLayout" Target="../slideLayouts/slideLayout5.xml"/><Relationship Id="rId6" Type="http://schemas.openxmlformats.org/officeDocument/2006/relationships/oleObject" Target="../embeddings/oleObject100.bin"/><Relationship Id="rId11" Type="http://schemas.openxmlformats.org/officeDocument/2006/relationships/oleObject" Target="../embeddings/oleObject105.bin"/><Relationship Id="rId5" Type="http://schemas.openxmlformats.org/officeDocument/2006/relationships/image" Target="../media/image21.wmf"/><Relationship Id="rId15" Type="http://schemas.openxmlformats.org/officeDocument/2006/relationships/oleObject" Target="../embeddings/oleObject108.bin"/><Relationship Id="rId10" Type="http://schemas.openxmlformats.org/officeDocument/2006/relationships/oleObject" Target="../embeddings/oleObject104.bin"/><Relationship Id="rId19" Type="http://schemas.openxmlformats.org/officeDocument/2006/relationships/oleObject" Target="../embeddings/oleObject110.bin"/><Relationship Id="rId4" Type="http://schemas.openxmlformats.org/officeDocument/2006/relationships/oleObject" Target="../embeddings/oleObject99.bin"/><Relationship Id="rId9" Type="http://schemas.openxmlformats.org/officeDocument/2006/relationships/oleObject" Target="../embeddings/oleObject103.bin"/><Relationship Id="rId14" Type="http://schemas.openxmlformats.org/officeDocument/2006/relationships/oleObject" Target="../embeddings/oleObject107.bin"/></Relationships>
</file>

<file path=ppt/slides/_rels/slide4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oleObject" Target="../embeddings/oleObject117.bin"/><Relationship Id="rId2" Type="http://schemas.openxmlformats.org/officeDocument/2006/relationships/oleObject" Target="../embeddings/oleObject113.bin"/><Relationship Id="rId1" Type="http://schemas.openxmlformats.org/officeDocument/2006/relationships/slideLayout" Target="../slideLayouts/slideLayout4.xml"/><Relationship Id="rId6" Type="http://schemas.openxmlformats.org/officeDocument/2006/relationships/oleObject" Target="../embeddings/oleObject116.bin"/><Relationship Id="rId5" Type="http://schemas.openxmlformats.org/officeDocument/2006/relationships/oleObject" Target="../embeddings/oleObject115.bin"/><Relationship Id="rId4" Type="http://schemas.openxmlformats.org/officeDocument/2006/relationships/oleObject" Target="../embeddings/oleObject114.bin"/></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22.bin"/><Relationship Id="rId13" Type="http://schemas.openxmlformats.org/officeDocument/2006/relationships/image" Target="../media/image22.wmf"/><Relationship Id="rId18" Type="http://schemas.openxmlformats.org/officeDocument/2006/relationships/image" Target="../media/image24.wmf"/><Relationship Id="rId3" Type="http://schemas.openxmlformats.org/officeDocument/2006/relationships/image" Target="../media/image20.wmf"/><Relationship Id="rId21" Type="http://schemas.openxmlformats.org/officeDocument/2006/relationships/oleObject" Target="../embeddings/oleObject132.bin"/><Relationship Id="rId7" Type="http://schemas.openxmlformats.org/officeDocument/2006/relationships/oleObject" Target="../embeddings/oleObject121.bin"/><Relationship Id="rId12" Type="http://schemas.openxmlformats.org/officeDocument/2006/relationships/oleObject" Target="../embeddings/oleObject126.bin"/><Relationship Id="rId17" Type="http://schemas.openxmlformats.org/officeDocument/2006/relationships/oleObject" Target="../embeddings/oleObject129.bin"/><Relationship Id="rId2" Type="http://schemas.openxmlformats.org/officeDocument/2006/relationships/oleObject" Target="../embeddings/oleObject118.bin"/><Relationship Id="rId16" Type="http://schemas.openxmlformats.org/officeDocument/2006/relationships/image" Target="../media/image23.wmf"/><Relationship Id="rId20" Type="http://schemas.openxmlformats.org/officeDocument/2006/relationships/oleObject" Target="../embeddings/oleObject131.bin"/><Relationship Id="rId1" Type="http://schemas.openxmlformats.org/officeDocument/2006/relationships/slideLayout" Target="../slideLayouts/slideLayout5.xml"/><Relationship Id="rId6" Type="http://schemas.openxmlformats.org/officeDocument/2006/relationships/oleObject" Target="../embeddings/oleObject120.bin"/><Relationship Id="rId11" Type="http://schemas.openxmlformats.org/officeDocument/2006/relationships/oleObject" Target="../embeddings/oleObject125.bin"/><Relationship Id="rId5" Type="http://schemas.openxmlformats.org/officeDocument/2006/relationships/image" Target="../media/image21.wmf"/><Relationship Id="rId15" Type="http://schemas.openxmlformats.org/officeDocument/2006/relationships/oleObject" Target="../embeddings/oleObject128.bin"/><Relationship Id="rId10" Type="http://schemas.openxmlformats.org/officeDocument/2006/relationships/oleObject" Target="../embeddings/oleObject124.bin"/><Relationship Id="rId19" Type="http://schemas.openxmlformats.org/officeDocument/2006/relationships/oleObject" Target="../embeddings/oleObject130.bin"/><Relationship Id="rId4" Type="http://schemas.openxmlformats.org/officeDocument/2006/relationships/oleObject" Target="../embeddings/oleObject119.bin"/><Relationship Id="rId9" Type="http://schemas.openxmlformats.org/officeDocument/2006/relationships/oleObject" Target="../embeddings/oleObject123.bin"/><Relationship Id="rId14" Type="http://schemas.openxmlformats.org/officeDocument/2006/relationships/oleObject" Target="../embeddings/oleObject127.bin"/></Relationships>
</file>

<file path=ppt/slides/_rels/slide50.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oleObject" Target="../embeddings/oleObject136.bin"/><Relationship Id="rId2" Type="http://schemas.openxmlformats.org/officeDocument/2006/relationships/oleObject" Target="../embeddings/oleObject133.bin"/><Relationship Id="rId1" Type="http://schemas.openxmlformats.org/officeDocument/2006/relationships/slideLayout" Target="../slideLayouts/slideLayout4.xml"/><Relationship Id="rId6" Type="http://schemas.openxmlformats.org/officeDocument/2006/relationships/oleObject" Target="../embeddings/oleObject135.bin"/><Relationship Id="rId5" Type="http://schemas.openxmlformats.org/officeDocument/2006/relationships/image" Target="../media/image21.wmf"/><Relationship Id="rId4" Type="http://schemas.openxmlformats.org/officeDocument/2006/relationships/oleObject" Target="../embeddings/oleObject134.bin"/></Relationships>
</file>

<file path=ppt/slides/_rels/slide5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37.bin"/><Relationship Id="rId1" Type="http://schemas.openxmlformats.org/officeDocument/2006/relationships/slideLayout" Target="../slideLayouts/slideLayout5.xml"/><Relationship Id="rId6" Type="http://schemas.openxmlformats.org/officeDocument/2006/relationships/oleObject" Target="../embeddings/oleObject140.bin"/><Relationship Id="rId5" Type="http://schemas.openxmlformats.org/officeDocument/2006/relationships/oleObject" Target="../embeddings/oleObject139.bin"/><Relationship Id="rId4" Type="http://schemas.openxmlformats.org/officeDocument/2006/relationships/oleObject" Target="../embeddings/oleObject138.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45.bin"/><Relationship Id="rId3" Type="http://schemas.openxmlformats.org/officeDocument/2006/relationships/image" Target="../media/image23.wmf"/><Relationship Id="rId7" Type="http://schemas.openxmlformats.org/officeDocument/2006/relationships/oleObject" Target="../embeddings/oleObject144.bin"/><Relationship Id="rId12" Type="http://schemas.openxmlformats.org/officeDocument/2006/relationships/oleObject" Target="../embeddings/oleObject149.bin"/><Relationship Id="rId2" Type="http://schemas.openxmlformats.org/officeDocument/2006/relationships/oleObject" Target="../embeddings/oleObject141.bin"/><Relationship Id="rId1" Type="http://schemas.openxmlformats.org/officeDocument/2006/relationships/slideLayout" Target="../slideLayouts/slideLayout5.xml"/><Relationship Id="rId6" Type="http://schemas.openxmlformats.org/officeDocument/2006/relationships/oleObject" Target="../embeddings/oleObject143.bin"/><Relationship Id="rId11" Type="http://schemas.openxmlformats.org/officeDocument/2006/relationships/oleObject" Target="../embeddings/oleObject148.bin"/><Relationship Id="rId5" Type="http://schemas.openxmlformats.org/officeDocument/2006/relationships/image" Target="../media/image24.wmf"/><Relationship Id="rId10" Type="http://schemas.openxmlformats.org/officeDocument/2006/relationships/oleObject" Target="../embeddings/oleObject147.bin"/><Relationship Id="rId4" Type="http://schemas.openxmlformats.org/officeDocument/2006/relationships/oleObject" Target="../embeddings/oleObject142.bin"/><Relationship Id="rId9" Type="http://schemas.openxmlformats.org/officeDocument/2006/relationships/oleObject" Target="../embeddings/oleObject146.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FE82B5-E8BA-48DE-8CF6-3C65BA7A7EE0}"/>
              </a:ext>
            </a:extLst>
          </p:cNvPr>
          <p:cNvSpPr>
            <a:spLocks noGrp="1"/>
          </p:cNvSpPr>
          <p:nvPr>
            <p:ph type="title"/>
          </p:nvPr>
        </p:nvSpPr>
        <p:spPr>
          <a:xfrm>
            <a:off x="1828800" y="3810000"/>
            <a:ext cx="6705600" cy="1524000"/>
          </a:xfrm>
        </p:spPr>
        <p:txBody>
          <a:bodyPr/>
          <a:lstStyle/>
          <a:p>
            <a:pPr eaLnBrk="1" fontAlgn="auto" hangingPunct="1">
              <a:spcAft>
                <a:spcPts val="0"/>
              </a:spcAft>
              <a:defRPr/>
            </a:pPr>
            <a:r>
              <a:rPr lang="en-US" sz="3200" dirty="0"/>
              <a:t>COMPUTER NETWORKS (CS F303)</a:t>
            </a:r>
          </a:p>
        </p:txBody>
      </p:sp>
      <p:sp>
        <p:nvSpPr>
          <p:cNvPr id="23555" name="Content Placeholder 5">
            <a:extLst>
              <a:ext uri="{FF2B5EF4-FFF2-40B4-BE49-F238E27FC236}">
                <a16:creationId xmlns:a16="http://schemas.microsoft.com/office/drawing/2014/main" id="{BCB7A0A1-C3B9-407C-9CCC-37AE00A0C97C}"/>
              </a:ext>
            </a:extLst>
          </p:cNvPr>
          <p:cNvSpPr>
            <a:spLocks noGrp="1"/>
          </p:cNvSpPr>
          <p:nvPr>
            <p:ph sz="quarter" idx="13"/>
          </p:nvPr>
        </p:nvSpPr>
        <p:spPr/>
        <p:txBody>
          <a:bodyPr/>
          <a:lstStyle/>
          <a:p>
            <a:pPr eaLnBrk="1" hangingPunct="1">
              <a:spcBef>
                <a:spcPct val="0"/>
              </a:spcBef>
            </a:pPr>
            <a:r>
              <a:rPr lang="en-US" altLang="en-US"/>
              <a:t>Dr. Pranav M Pawar</a:t>
            </a:r>
          </a:p>
          <a:p>
            <a:pPr eaLnBrk="1" hangingPunct="1">
              <a:spcBef>
                <a:spcPct val="0"/>
              </a:spcBef>
            </a:pPr>
            <a:r>
              <a:rPr lang="en-US" altLang="en-US"/>
              <a:t>Department of Computer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D0838C9-925B-4E27-89D7-5D1D46F23DC8}"/>
              </a:ext>
            </a:extLst>
          </p:cNvPr>
          <p:cNvSpPr>
            <a:spLocks noGrp="1" noChangeArrowheads="1"/>
          </p:cNvSpPr>
          <p:nvPr>
            <p:ph type="title"/>
          </p:nvPr>
        </p:nvSpPr>
        <p:spPr>
          <a:xfrm>
            <a:off x="457200" y="152400"/>
            <a:ext cx="8229600" cy="715963"/>
          </a:xfrm>
        </p:spPr>
        <p:txBody>
          <a:bodyPr/>
          <a:lstStyle/>
          <a:p>
            <a:pPr>
              <a:defRPr/>
            </a:pPr>
            <a:r>
              <a:rPr lang="en-US" sz="2800" kern="0" dirty="0">
                <a:solidFill>
                  <a:srgbClr val="C00000"/>
                </a:solidFill>
                <a:latin typeface="Castellar" pitchFamily="18" charset="0"/>
                <a:cs typeface="Arial"/>
              </a:rPr>
              <a:t>Basic information </a:t>
            </a:r>
            <a:endParaRPr lang="en-US" dirty="0">
              <a:solidFill>
                <a:srgbClr val="C00000"/>
              </a:solidFill>
              <a:latin typeface="Castellar" pitchFamily="18" charset="0"/>
            </a:endParaRPr>
          </a:p>
        </p:txBody>
      </p:sp>
      <p:sp>
        <p:nvSpPr>
          <p:cNvPr id="4099" name="Rectangle 3">
            <a:extLst>
              <a:ext uri="{FF2B5EF4-FFF2-40B4-BE49-F238E27FC236}">
                <a16:creationId xmlns:a16="http://schemas.microsoft.com/office/drawing/2014/main" id="{4F77FD26-11A8-4DE4-B093-67373DAAC699}"/>
              </a:ext>
            </a:extLst>
          </p:cNvPr>
          <p:cNvSpPr>
            <a:spLocks noGrp="1" noChangeArrowheads="1"/>
          </p:cNvSpPr>
          <p:nvPr>
            <p:ph type="body" idx="1"/>
          </p:nvPr>
        </p:nvSpPr>
        <p:spPr>
          <a:xfrm>
            <a:off x="457200" y="1143000"/>
            <a:ext cx="8229600" cy="4953000"/>
          </a:xfrm>
        </p:spPr>
        <p:txBody>
          <a:bodyPr>
            <a:normAutofit fontScale="85000" lnSpcReduction="20000"/>
          </a:bodyPr>
          <a:lstStyle/>
          <a:p>
            <a:pPr algn="just">
              <a:buFont typeface="Arial" panose="020B0604020202020204" pitchFamily="34" charset="0"/>
              <a:buNone/>
              <a:defRPr/>
            </a:pPr>
            <a:r>
              <a:rPr lang="en-US" b="1" u="sng" dirty="0">
                <a:solidFill>
                  <a:srgbClr val="7030A0"/>
                </a:solidFill>
                <a:latin typeface="Goudy Old Style" panose="02020502050305020303" pitchFamily="18" charset="0"/>
              </a:rPr>
              <a:t>Text book(s) [TB]</a:t>
            </a:r>
          </a:p>
          <a:p>
            <a:pPr algn="just">
              <a:buFont typeface="Arial" panose="020B0604020202020204" pitchFamily="34" charset="0"/>
              <a:buNone/>
              <a:defRPr/>
            </a:pPr>
            <a:r>
              <a:rPr lang="en-US" dirty="0">
                <a:latin typeface="Goudy Old Style" panose="02020502050305020303" pitchFamily="18" charset="0"/>
              </a:rPr>
              <a:t>James F. Kurose &amp; Keith W. Ross “Computer Networking: A Top-Down Approach Featuring the Internet”, Sixth  Edition,Pearson,2013.</a:t>
            </a:r>
          </a:p>
          <a:p>
            <a:pPr algn="just">
              <a:buFont typeface="Arial" panose="020B0604020202020204" pitchFamily="34" charset="0"/>
              <a:buNone/>
              <a:defRPr/>
            </a:pPr>
            <a:r>
              <a:rPr lang="en-US" b="1" u="sng" dirty="0">
                <a:solidFill>
                  <a:srgbClr val="7030A0"/>
                </a:solidFill>
                <a:latin typeface="Goudy Old Style" panose="02020502050305020303" pitchFamily="18" charset="0"/>
              </a:rPr>
              <a:t>Reference book(s) [RB]</a:t>
            </a:r>
          </a:p>
          <a:p>
            <a:pPr algn="just">
              <a:buFont typeface="Arial" panose="020B0604020202020204" pitchFamily="34" charset="0"/>
              <a:buNone/>
              <a:defRPr/>
            </a:pPr>
            <a:r>
              <a:rPr lang="en-US" dirty="0">
                <a:latin typeface="Goudy Old Style" panose="02020502050305020303" pitchFamily="18" charset="0"/>
              </a:rPr>
              <a:t>Larry L. Peterson &amp; Bruce S. Davie: Computer Networks: A Systems Approach, Fourth  Edition, Morgan Kaufmann / Elsevier, New Delhi, 2007</a:t>
            </a:r>
          </a:p>
          <a:p>
            <a:pPr algn="just">
              <a:buFont typeface="Arial" panose="020B0604020202020204" pitchFamily="34" charset="0"/>
              <a:buNone/>
              <a:defRPr/>
            </a:pPr>
            <a:r>
              <a:rPr lang="en-GB" dirty="0">
                <a:latin typeface="Goudy Old Style" panose="02020502050305020303" pitchFamily="18" charset="0"/>
              </a:rPr>
              <a:t>Behrouz A. </a:t>
            </a:r>
            <a:r>
              <a:rPr lang="en-GB" dirty="0" err="1">
                <a:latin typeface="Goudy Old Style" panose="02020502050305020303" pitchFamily="18" charset="0"/>
              </a:rPr>
              <a:t>Forouzan</a:t>
            </a:r>
            <a:r>
              <a:rPr lang="en-GB" dirty="0">
                <a:latin typeface="Goudy Old Style" panose="02020502050305020303" pitchFamily="18" charset="0"/>
              </a:rPr>
              <a:t>. Data Communications and Networking (3rd. ed.). McGraw-Hill, Inc., USA, 2003.</a:t>
            </a:r>
          </a:p>
          <a:p>
            <a:pPr algn="just">
              <a:buFont typeface="Arial" panose="020B0604020202020204" pitchFamily="34" charset="0"/>
              <a:buNone/>
              <a:defRPr/>
            </a:pPr>
            <a:r>
              <a:rPr lang="en-GB" dirty="0">
                <a:latin typeface="Goudy Old Style" panose="02020502050305020303" pitchFamily="18" charset="0"/>
              </a:rPr>
              <a:t>Behrouz A. </a:t>
            </a:r>
            <a:r>
              <a:rPr lang="en-GB" dirty="0" err="1">
                <a:latin typeface="Goudy Old Style" panose="02020502050305020303" pitchFamily="18" charset="0"/>
              </a:rPr>
              <a:t>Forouzan</a:t>
            </a:r>
            <a:r>
              <a:rPr lang="en-GB" dirty="0">
                <a:latin typeface="Goudy Old Style" panose="02020502050305020303" pitchFamily="18" charset="0"/>
              </a:rPr>
              <a:t> and Sophia Chung </a:t>
            </a:r>
            <a:r>
              <a:rPr lang="en-GB" dirty="0" err="1">
                <a:latin typeface="Goudy Old Style" panose="02020502050305020303" pitchFamily="18" charset="0"/>
              </a:rPr>
              <a:t>Fegan</a:t>
            </a:r>
            <a:r>
              <a:rPr lang="en-GB" dirty="0">
                <a:latin typeface="Goudy Old Style" panose="02020502050305020303" pitchFamily="18" charset="0"/>
              </a:rPr>
              <a:t>. TCP/IP Protocol Suite (2nd. ed.). McGraw-Hill Higher Education, 2002.</a:t>
            </a:r>
          </a:p>
          <a:p>
            <a:pPr algn="just">
              <a:buFont typeface="Arial" panose="020B0604020202020204" pitchFamily="34" charset="0"/>
              <a:buNone/>
              <a:defRPr/>
            </a:pPr>
            <a:endParaRPr lang="en-US" dirty="0">
              <a:latin typeface="Goudy Old Style" pitchFamily="18" charset="0"/>
            </a:endParaRPr>
          </a:p>
          <a:p>
            <a:pPr algn="just">
              <a:buFont typeface="Arial" panose="020B0604020202020204" pitchFamily="34" charset="0"/>
              <a:buNone/>
              <a:defRPr/>
            </a:pPr>
            <a:endParaRPr lang="en-US" dirty="0">
              <a:latin typeface="Goudy Old Style" pitchFamily="18" charset="0"/>
            </a:endParaRPr>
          </a:p>
        </p:txBody>
      </p:sp>
      <p:cxnSp>
        <p:nvCxnSpPr>
          <p:cNvPr id="5" name="Straight Connector 4">
            <a:extLst>
              <a:ext uri="{FF2B5EF4-FFF2-40B4-BE49-F238E27FC236}">
                <a16:creationId xmlns:a16="http://schemas.microsoft.com/office/drawing/2014/main" id="{E6DA75FA-1166-4537-AE8C-448A4CC03292}"/>
              </a:ext>
            </a:extLst>
          </p:cNvPr>
          <p:cNvCxnSpPr/>
          <p:nvPr/>
        </p:nvCxnSpPr>
        <p:spPr>
          <a:xfrm>
            <a:off x="0" y="9144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516CEBB-6442-4846-91A5-1F158D2EE703}"/>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3E25917-AB0D-461C-9C8A-711E5392767E}"/>
              </a:ext>
            </a:extLst>
          </p:cNvPr>
          <p:cNvSpPr>
            <a:spLocks noGrp="1" noChangeArrowheads="1"/>
          </p:cNvSpPr>
          <p:nvPr>
            <p:ph type="title"/>
          </p:nvPr>
        </p:nvSpPr>
        <p:spPr>
          <a:xfrm>
            <a:off x="457200" y="152400"/>
            <a:ext cx="8229600" cy="715963"/>
          </a:xfrm>
        </p:spPr>
        <p:txBody>
          <a:bodyPr/>
          <a:lstStyle/>
          <a:p>
            <a:pPr>
              <a:defRPr/>
            </a:pPr>
            <a:r>
              <a:rPr lang="en-US" sz="2800" kern="0" dirty="0">
                <a:solidFill>
                  <a:srgbClr val="C00000"/>
                </a:solidFill>
                <a:latin typeface="Castellar" pitchFamily="18" charset="0"/>
                <a:cs typeface="Arial"/>
              </a:rPr>
              <a:t>Evaluation</a:t>
            </a:r>
            <a:endParaRPr lang="en-US" dirty="0">
              <a:solidFill>
                <a:srgbClr val="C00000"/>
              </a:solidFill>
              <a:latin typeface="Castellar" pitchFamily="18" charset="0"/>
            </a:endParaRPr>
          </a:p>
        </p:txBody>
      </p:sp>
      <p:cxnSp>
        <p:nvCxnSpPr>
          <p:cNvPr id="5" name="Straight Connector 4">
            <a:extLst>
              <a:ext uri="{FF2B5EF4-FFF2-40B4-BE49-F238E27FC236}">
                <a16:creationId xmlns:a16="http://schemas.microsoft.com/office/drawing/2014/main" id="{6DA6593D-D27F-45D9-B65C-E873F317DB48}"/>
              </a:ext>
            </a:extLst>
          </p:cNvPr>
          <p:cNvCxnSpPr/>
          <p:nvPr/>
        </p:nvCxnSpPr>
        <p:spPr>
          <a:xfrm>
            <a:off x="0" y="9144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4AC20C4-3516-4C49-A96C-66268973B208}"/>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426AE51C-B191-4513-9B50-7346826967E0}"/>
              </a:ext>
            </a:extLst>
          </p:cNvPr>
          <p:cNvGraphicFramePr>
            <a:graphicFrameLocks noGrp="1"/>
          </p:cNvGraphicFramePr>
          <p:nvPr/>
        </p:nvGraphicFramePr>
        <p:xfrm>
          <a:off x="0" y="1222375"/>
          <a:ext cx="8839200" cy="5357813"/>
        </p:xfrm>
        <a:graphic>
          <a:graphicData uri="http://schemas.openxmlformats.org/drawingml/2006/table">
            <a:tbl>
              <a:tblPr bandRow="1">
                <a:tableStyleId>{5C22544A-7EE6-4342-B048-85BDC9FD1C3A}</a:tableStyleId>
              </a:tblPr>
              <a:tblGrid>
                <a:gridCol w="582876">
                  <a:extLst>
                    <a:ext uri="{9D8B030D-6E8A-4147-A177-3AD203B41FA5}">
                      <a16:colId xmlns:a16="http://schemas.microsoft.com/office/drawing/2014/main" val="20000"/>
                    </a:ext>
                  </a:extLst>
                </a:gridCol>
                <a:gridCol w="2769827">
                  <a:extLst>
                    <a:ext uri="{9D8B030D-6E8A-4147-A177-3AD203B41FA5}">
                      <a16:colId xmlns:a16="http://schemas.microsoft.com/office/drawing/2014/main" val="20001"/>
                    </a:ext>
                  </a:extLst>
                </a:gridCol>
                <a:gridCol w="923276">
                  <a:extLst>
                    <a:ext uri="{9D8B030D-6E8A-4147-A177-3AD203B41FA5}">
                      <a16:colId xmlns:a16="http://schemas.microsoft.com/office/drawing/2014/main" val="20002"/>
                    </a:ext>
                  </a:extLst>
                </a:gridCol>
                <a:gridCol w="1259013">
                  <a:extLst>
                    <a:ext uri="{9D8B030D-6E8A-4147-A177-3AD203B41FA5}">
                      <a16:colId xmlns:a16="http://schemas.microsoft.com/office/drawing/2014/main" val="20003"/>
                    </a:ext>
                  </a:extLst>
                </a:gridCol>
                <a:gridCol w="1426880">
                  <a:extLst>
                    <a:ext uri="{9D8B030D-6E8A-4147-A177-3AD203B41FA5}">
                      <a16:colId xmlns:a16="http://schemas.microsoft.com/office/drawing/2014/main" val="20004"/>
                    </a:ext>
                  </a:extLst>
                </a:gridCol>
                <a:gridCol w="1877328">
                  <a:extLst>
                    <a:ext uri="{9D8B030D-6E8A-4147-A177-3AD203B41FA5}">
                      <a16:colId xmlns:a16="http://schemas.microsoft.com/office/drawing/2014/main" val="20005"/>
                    </a:ext>
                  </a:extLst>
                </a:gridCol>
              </a:tblGrid>
              <a:tr h="892969">
                <a:tc>
                  <a:txBody>
                    <a:bodyPr/>
                    <a:lstStyle/>
                    <a:p>
                      <a:pPr marL="0" marR="0" algn="ctr">
                        <a:spcBef>
                          <a:spcPts val="0"/>
                        </a:spcBef>
                        <a:spcAft>
                          <a:spcPts val="0"/>
                        </a:spcAft>
                      </a:pPr>
                      <a:r>
                        <a:rPr lang="en-US" sz="2400">
                          <a:effectLst/>
                          <a:latin typeface="+mj-lt"/>
                        </a:rPr>
                        <a:t>Sl#</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Component</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OB/CB</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Duration</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Weightage</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Date &amp;Time</a:t>
                      </a:r>
                      <a:endParaRPr lang="en-US" sz="3600">
                        <a:effectLst/>
                        <a:latin typeface="+mj-lt"/>
                        <a:ea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892969">
                <a:tc>
                  <a:txBody>
                    <a:bodyPr/>
                    <a:lstStyle/>
                    <a:p>
                      <a:pPr marL="0" marR="0" algn="just">
                        <a:spcBef>
                          <a:spcPts val="0"/>
                        </a:spcBef>
                        <a:spcAft>
                          <a:spcPts val="0"/>
                        </a:spcAft>
                      </a:pPr>
                      <a:r>
                        <a:rPr lang="en-US" sz="2400">
                          <a:effectLst/>
                          <a:latin typeface="+mj-lt"/>
                        </a:rPr>
                        <a:t>1.</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Mid Sem Test</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OB*</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90 Minutes</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30%</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latin typeface="+mj-lt"/>
                        </a:rPr>
                        <a:t>05.04.23 FN</a:t>
                      </a:r>
                      <a:endParaRPr lang="en-US" sz="3600" dirty="0">
                        <a:effectLst/>
                        <a:latin typeface="+mj-lt"/>
                        <a:ea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92969">
                <a:tc>
                  <a:txBody>
                    <a:bodyPr/>
                    <a:lstStyle/>
                    <a:p>
                      <a:pPr marL="0" marR="0" algn="just">
                        <a:spcBef>
                          <a:spcPts val="0"/>
                        </a:spcBef>
                        <a:spcAft>
                          <a:spcPts val="0"/>
                        </a:spcAft>
                      </a:pPr>
                      <a:r>
                        <a:rPr lang="en-US" sz="2400">
                          <a:effectLst/>
                          <a:latin typeface="+mj-lt"/>
                        </a:rPr>
                        <a:t>2.</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Mid Semester Lab Exam</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CB</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60 Minutes</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10%</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TBA</a:t>
                      </a:r>
                      <a:endParaRPr lang="en-US" sz="3600">
                        <a:effectLst/>
                        <a:latin typeface="+mj-lt"/>
                        <a:ea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892969">
                <a:tc>
                  <a:txBody>
                    <a:bodyPr/>
                    <a:lstStyle/>
                    <a:p>
                      <a:pPr marL="0" marR="0" algn="just">
                        <a:spcBef>
                          <a:spcPts val="0"/>
                        </a:spcBef>
                        <a:spcAft>
                          <a:spcPts val="0"/>
                        </a:spcAft>
                      </a:pPr>
                      <a:r>
                        <a:rPr lang="en-US" sz="2400">
                          <a:effectLst/>
                          <a:latin typeface="+mj-lt"/>
                        </a:rPr>
                        <a:t>3</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Quiz (closed book)</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CB</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20 Minutes</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5%</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TBA</a:t>
                      </a:r>
                      <a:endParaRPr lang="en-US" sz="3600">
                        <a:effectLst/>
                        <a:latin typeface="+mj-lt"/>
                        <a:ea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892969">
                <a:tc>
                  <a:txBody>
                    <a:bodyPr/>
                    <a:lstStyle/>
                    <a:p>
                      <a:pPr marL="0" marR="0" algn="just">
                        <a:spcBef>
                          <a:spcPts val="0"/>
                        </a:spcBef>
                        <a:spcAft>
                          <a:spcPts val="0"/>
                        </a:spcAft>
                      </a:pPr>
                      <a:r>
                        <a:rPr lang="en-US" sz="2400">
                          <a:effectLst/>
                          <a:latin typeface="+mj-lt"/>
                        </a:rPr>
                        <a:t>3.</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End semester Lab Exam</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CB</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90 Minutes</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20%</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TBA</a:t>
                      </a:r>
                      <a:endParaRPr lang="en-US" sz="3600">
                        <a:effectLst/>
                        <a:latin typeface="+mj-lt"/>
                        <a:ea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892969">
                <a:tc>
                  <a:txBody>
                    <a:bodyPr/>
                    <a:lstStyle/>
                    <a:p>
                      <a:pPr marL="0" marR="0" algn="just">
                        <a:spcBef>
                          <a:spcPts val="0"/>
                        </a:spcBef>
                        <a:spcAft>
                          <a:spcPts val="0"/>
                        </a:spcAft>
                      </a:pPr>
                      <a:r>
                        <a:rPr lang="en-US" sz="2400">
                          <a:effectLst/>
                          <a:latin typeface="+mj-lt"/>
                        </a:rPr>
                        <a:t>4.</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Comprehensive Exam</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CB</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3 hours</a:t>
                      </a:r>
                      <a:endParaRPr lang="en-US" sz="3600">
                        <a:effectLst/>
                        <a:latin typeface="+mj-lt"/>
                        <a:ea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400">
                          <a:effectLst/>
                          <a:latin typeface="+mj-lt"/>
                        </a:rPr>
                        <a:t>35%</a:t>
                      </a:r>
                      <a:endParaRPr lang="en-US" sz="3600">
                        <a:effectLst/>
                        <a:latin typeface="+mj-lt"/>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latin typeface="+mj-lt"/>
                        </a:rPr>
                        <a:t>31.05.23 </a:t>
                      </a:r>
                      <a:r>
                        <a:rPr lang="en-US" sz="2400" dirty="0">
                          <a:effectLst/>
                          <a:latin typeface="+mj-lt"/>
                        </a:rPr>
                        <a:t>AN</a:t>
                      </a:r>
                      <a:endParaRPr lang="en-US" sz="3600" dirty="0">
                        <a:effectLst/>
                        <a:latin typeface="+mj-lt"/>
                        <a:ea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AF9659BE-780D-4912-872B-FC115FFD06DE}"/>
              </a:ext>
            </a:extLst>
          </p:cNvPr>
          <p:cNvSpPr>
            <a:spLocks noGrp="1"/>
          </p:cNvSpPr>
          <p:nvPr>
            <p:ph idx="1"/>
          </p:nvPr>
        </p:nvSpPr>
        <p:spPr>
          <a:xfrm>
            <a:off x="304800" y="1371600"/>
            <a:ext cx="8229600" cy="4525963"/>
          </a:xfrm>
        </p:spPr>
        <p:txBody>
          <a:bodyPr/>
          <a:lstStyle/>
          <a:p>
            <a:pPr marL="457200" indent="-457200" algn="just" fontAlgn="base">
              <a:spcAft>
                <a:spcPct val="0"/>
              </a:spcAft>
              <a:buFont typeface="Arial" pitchFamily="34" charset="0"/>
              <a:buChar char="•"/>
            </a:pPr>
            <a:r>
              <a:rPr lang="en-US" altLang="en-US" sz="2800">
                <a:latin typeface="Goudy Old Style" panose="02020502050305020303" pitchFamily="18" charset="0"/>
              </a:rPr>
              <a:t>The term </a:t>
            </a:r>
            <a:r>
              <a:rPr lang="en-US" altLang="en-US" sz="2800">
                <a:solidFill>
                  <a:srgbClr val="FF0000"/>
                </a:solidFill>
                <a:latin typeface="Goudy Old Style" panose="02020502050305020303" pitchFamily="18" charset="0"/>
              </a:rPr>
              <a:t>telecommunication</a:t>
            </a:r>
            <a:r>
              <a:rPr lang="en-US" altLang="en-US" sz="2800">
                <a:latin typeface="Goudy Old Style" panose="02020502050305020303" pitchFamily="18" charset="0"/>
              </a:rPr>
              <a:t> means communication at a distance. </a:t>
            </a:r>
          </a:p>
          <a:p>
            <a:pPr marL="457200" indent="-457200" algn="just" fontAlgn="base">
              <a:spcAft>
                <a:spcPct val="0"/>
              </a:spcAft>
              <a:buFont typeface="Arial" pitchFamily="34" charset="0"/>
              <a:buChar char="•"/>
            </a:pPr>
            <a:r>
              <a:rPr lang="en-US" altLang="en-US" sz="2800">
                <a:latin typeface="Goudy Old Style" panose="02020502050305020303" pitchFamily="18" charset="0"/>
              </a:rPr>
              <a:t>The word </a:t>
            </a:r>
            <a:r>
              <a:rPr lang="en-US" altLang="en-US" sz="2800">
                <a:solidFill>
                  <a:srgbClr val="FF0000"/>
                </a:solidFill>
                <a:latin typeface="Goudy Old Style" panose="02020502050305020303" pitchFamily="18" charset="0"/>
              </a:rPr>
              <a:t>data</a:t>
            </a:r>
            <a:r>
              <a:rPr lang="en-US" altLang="en-US" sz="2800">
                <a:latin typeface="Goudy Old Style" panose="02020502050305020303" pitchFamily="18" charset="0"/>
              </a:rPr>
              <a:t> refers to information presented in whatever form is agreed upon by the parties creating and using the data. </a:t>
            </a:r>
          </a:p>
          <a:p>
            <a:pPr marL="457200" indent="-457200" algn="just" fontAlgn="base">
              <a:spcAft>
                <a:spcPct val="0"/>
              </a:spcAft>
              <a:buFont typeface="Arial" pitchFamily="34" charset="0"/>
              <a:buChar char="•"/>
            </a:pPr>
            <a:r>
              <a:rPr lang="en-US" altLang="en-US" sz="2800">
                <a:solidFill>
                  <a:schemeClr val="hlink"/>
                </a:solidFill>
                <a:latin typeface="Goudy Old Style" panose="02020502050305020303" pitchFamily="18" charset="0"/>
              </a:rPr>
              <a:t>Data communications</a:t>
            </a:r>
            <a:r>
              <a:rPr lang="en-US" altLang="en-US" sz="2800">
                <a:latin typeface="Goudy Old Style" panose="02020502050305020303" pitchFamily="18" charset="0"/>
              </a:rPr>
              <a:t> are the exchange of data between two devices via some form of transmission medium such as a wire cable. </a:t>
            </a:r>
          </a:p>
        </p:txBody>
      </p:sp>
      <p:sp>
        <p:nvSpPr>
          <p:cNvPr id="4098" name="Rectangle 2">
            <a:extLst>
              <a:ext uri="{FF2B5EF4-FFF2-40B4-BE49-F238E27FC236}">
                <a16:creationId xmlns:a16="http://schemas.microsoft.com/office/drawing/2014/main" id="{B7BA2236-52D6-41F9-9B67-1E5B6966A3AD}"/>
              </a:ext>
            </a:extLst>
          </p:cNvPr>
          <p:cNvSpPr>
            <a:spLocks noGrp="1" noChangeArrowheads="1"/>
          </p:cNvSpPr>
          <p:nvPr>
            <p:ph type="title" idx="4294967295"/>
          </p:nvPr>
        </p:nvSpPr>
        <p:spPr>
          <a:xfrm>
            <a:off x="0" y="152400"/>
            <a:ext cx="8229600" cy="715963"/>
          </a:xfrm>
        </p:spPr>
        <p:txBody>
          <a:bodyPr/>
          <a:lstStyle/>
          <a:p>
            <a:pPr>
              <a:defRPr/>
            </a:pPr>
            <a:r>
              <a:rPr lang="en-US" sz="2800" dirty="0">
                <a:solidFill>
                  <a:srgbClr val="C00000"/>
                </a:solidFill>
                <a:effectLst>
                  <a:outerShdw blurRad="38100" dist="38100" dir="2700000" algn="tl">
                    <a:srgbClr val="C0C0C0"/>
                  </a:outerShdw>
                </a:effectLst>
                <a:latin typeface="Castellar" pitchFamily="18" charset="0"/>
              </a:rPr>
              <a:t>DATA COMMUNICATIONS </a:t>
            </a:r>
            <a:r>
              <a:rPr lang="en-US" sz="2800" dirty="0">
                <a:solidFill>
                  <a:srgbClr val="C00000"/>
                </a:solidFill>
                <a:latin typeface="Castellar" pitchFamily="18" charset="0"/>
              </a:rPr>
              <a:t>	</a:t>
            </a:r>
          </a:p>
        </p:txBody>
      </p:sp>
      <p:cxnSp>
        <p:nvCxnSpPr>
          <p:cNvPr id="6" name="Straight Connector 5">
            <a:extLst>
              <a:ext uri="{FF2B5EF4-FFF2-40B4-BE49-F238E27FC236}">
                <a16:creationId xmlns:a16="http://schemas.microsoft.com/office/drawing/2014/main" id="{F5D2C910-4FBC-4CDD-8BAC-25C52ECB7F23}"/>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27653" name="Picture 6">
            <a:extLst>
              <a:ext uri="{FF2B5EF4-FFF2-40B4-BE49-F238E27FC236}">
                <a16:creationId xmlns:a16="http://schemas.microsoft.com/office/drawing/2014/main" id="{2AE454B0-4669-4FC3-8C28-CB8D3D819B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014913"/>
            <a:ext cx="6429375"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A1221A43-AA88-414C-9C58-A071F40C864E}"/>
              </a:ext>
            </a:extLst>
          </p:cNvPr>
          <p:cNvSpPr>
            <a:spLocks noGrp="1"/>
          </p:cNvSpPr>
          <p:nvPr>
            <p:ph idx="1"/>
          </p:nvPr>
        </p:nvSpPr>
        <p:spPr>
          <a:xfrm>
            <a:off x="304800" y="1493838"/>
            <a:ext cx="8229600" cy="4525962"/>
          </a:xfrm>
        </p:spPr>
        <p:txBody>
          <a:bodyPr/>
          <a:lstStyle/>
          <a:p>
            <a:pPr marL="457200" indent="-457200" algn="just" fontAlgn="base">
              <a:spcAft>
                <a:spcPct val="0"/>
              </a:spcAft>
              <a:buFont typeface="Arial" pitchFamily="34" charset="0"/>
              <a:buChar char="•"/>
              <a:defRPr/>
            </a:pPr>
            <a:r>
              <a:rPr lang="en-US" altLang="en-US" sz="2800" dirty="0">
                <a:latin typeface="Times New Roman" panose="02020603050405020304" pitchFamily="18" charset="0"/>
              </a:rPr>
              <a:t>A </a:t>
            </a:r>
            <a:r>
              <a:rPr lang="en-US" altLang="en-US" sz="2800" dirty="0">
                <a:solidFill>
                  <a:srgbClr val="FF0000"/>
                </a:solidFill>
                <a:latin typeface="Times New Roman" panose="02020603050405020304" pitchFamily="18" charset="0"/>
              </a:rPr>
              <a:t>network</a:t>
            </a:r>
            <a:r>
              <a:rPr lang="en-US" altLang="en-US" sz="2800" dirty="0">
                <a:latin typeface="Times New Roman" panose="02020603050405020304" pitchFamily="18" charset="0"/>
              </a:rPr>
              <a:t> is a set of devices (often referred to as nodes) connected by communication links.</a:t>
            </a:r>
          </a:p>
          <a:p>
            <a:pPr marL="457200" indent="-457200" algn="just" fontAlgn="base">
              <a:spcAft>
                <a:spcPct val="0"/>
              </a:spcAft>
              <a:buFont typeface="Arial" pitchFamily="34" charset="0"/>
              <a:buChar char="•"/>
              <a:defRPr/>
            </a:pPr>
            <a:r>
              <a:rPr lang="en-US" altLang="en-US" sz="2800" dirty="0">
                <a:latin typeface="Times New Roman" panose="02020603050405020304" pitchFamily="18" charset="0"/>
              </a:rPr>
              <a:t>A </a:t>
            </a:r>
            <a:r>
              <a:rPr lang="en-US" altLang="en-US" sz="2800" dirty="0">
                <a:solidFill>
                  <a:srgbClr val="FF0000"/>
                </a:solidFill>
                <a:latin typeface="Times New Roman" panose="02020603050405020304" pitchFamily="18" charset="0"/>
              </a:rPr>
              <a:t>node</a:t>
            </a:r>
            <a:r>
              <a:rPr lang="en-US" altLang="en-US" sz="2800" dirty="0">
                <a:latin typeface="Times New Roman" panose="02020603050405020304" pitchFamily="18" charset="0"/>
              </a:rPr>
              <a:t> can be a computer, printer, or any other device capable of sending and/or receiving data generated by other nodes on the network.</a:t>
            </a:r>
          </a:p>
          <a:p>
            <a:pPr marL="457200" indent="-457200" algn="just" fontAlgn="base">
              <a:spcAft>
                <a:spcPct val="0"/>
              </a:spcAft>
              <a:buFont typeface="Arial" pitchFamily="34" charset="0"/>
              <a:buChar char="•"/>
              <a:defRPr/>
            </a:pPr>
            <a:r>
              <a:rPr lang="en-US" altLang="en-US" sz="2800" dirty="0">
                <a:solidFill>
                  <a:srgbClr val="FF0000"/>
                </a:solidFill>
                <a:latin typeface="Times New Roman" panose="02020603050405020304" pitchFamily="18" charset="0"/>
              </a:rPr>
              <a:t>Network Criteria</a:t>
            </a:r>
          </a:p>
          <a:p>
            <a:pPr lvl="1" algn="just" fontAlgn="base">
              <a:spcAft>
                <a:spcPct val="0"/>
              </a:spcAft>
              <a:defRPr/>
            </a:pPr>
            <a:r>
              <a:rPr lang="en-US" altLang="en-US" sz="2400" dirty="0">
                <a:latin typeface="Times New Roman" panose="02020603050405020304" pitchFamily="18" charset="0"/>
              </a:rPr>
              <a:t>Fault Tolerance</a:t>
            </a:r>
          </a:p>
          <a:p>
            <a:pPr lvl="1" algn="just" fontAlgn="base">
              <a:spcAft>
                <a:spcPct val="0"/>
              </a:spcAft>
              <a:defRPr/>
            </a:pPr>
            <a:r>
              <a:rPr lang="en-US" altLang="en-US" sz="2400" dirty="0">
                <a:latin typeface="Times New Roman" panose="02020603050405020304" pitchFamily="18" charset="0"/>
              </a:rPr>
              <a:t>Scalability</a:t>
            </a:r>
          </a:p>
          <a:p>
            <a:pPr lvl="1" algn="just" fontAlgn="base">
              <a:spcAft>
                <a:spcPct val="0"/>
              </a:spcAft>
              <a:defRPr/>
            </a:pPr>
            <a:r>
              <a:rPr lang="en-US" altLang="en-US" sz="2400" dirty="0">
                <a:latin typeface="Times New Roman" panose="02020603050405020304" pitchFamily="18" charset="0"/>
              </a:rPr>
              <a:t>QoS</a:t>
            </a:r>
          </a:p>
          <a:p>
            <a:pPr lvl="1" algn="just" fontAlgn="base">
              <a:spcAft>
                <a:spcPct val="0"/>
              </a:spcAft>
              <a:defRPr/>
            </a:pPr>
            <a:r>
              <a:rPr lang="en-US" altLang="en-US" sz="2400" dirty="0">
                <a:latin typeface="Times New Roman" panose="02020603050405020304" pitchFamily="18" charset="0"/>
              </a:rPr>
              <a:t>Security</a:t>
            </a:r>
          </a:p>
          <a:p>
            <a:pPr fontAlgn="base">
              <a:spcAft>
                <a:spcPct val="0"/>
              </a:spcAft>
              <a:defRPr/>
            </a:pPr>
            <a:endParaRPr lang="en-GB" altLang="en-US" dirty="0"/>
          </a:p>
        </p:txBody>
      </p:sp>
      <p:sp>
        <p:nvSpPr>
          <p:cNvPr id="3" name="Content Placeholder 2">
            <a:extLst>
              <a:ext uri="{FF2B5EF4-FFF2-40B4-BE49-F238E27FC236}">
                <a16:creationId xmlns:a16="http://schemas.microsoft.com/office/drawing/2014/main" id="{7A606617-7F4C-4EFD-9763-D8C54690D287}"/>
              </a:ext>
            </a:extLst>
          </p:cNvPr>
          <p:cNvSpPr>
            <a:spLocks noGrp="1"/>
          </p:cNvSpPr>
          <p:nvPr>
            <p:ph sz="quarter" idx="10"/>
          </p:nvPr>
        </p:nvSpPr>
        <p:spPr/>
        <p:txBody>
          <a:bodyPr/>
          <a:lstStyle/>
          <a:p>
            <a:pPr>
              <a:defRPr/>
            </a:pPr>
            <a:r>
              <a:rPr lang="en-US" dirty="0">
                <a:solidFill>
                  <a:srgbClr val="C00000"/>
                </a:solidFill>
                <a:effectLst>
                  <a:outerShdw blurRad="38100" dist="38100" dir="2700000" algn="tl">
                    <a:srgbClr val="C0C0C0"/>
                  </a:outerShdw>
                </a:effectLst>
                <a:latin typeface="Castellar" pitchFamily="18" charset="0"/>
              </a:rPr>
              <a:t>Network</a:t>
            </a:r>
            <a:r>
              <a:rPr lang="en-US" dirty="0">
                <a:solidFill>
                  <a:srgbClr val="C00000"/>
                </a:solidFill>
                <a:latin typeface="Castellar" pitchFamily="18" charset="0"/>
              </a:rPr>
              <a:t>	</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84B09F9D-3A08-469F-B1C4-9DAC01F3EF7C}"/>
              </a:ext>
            </a:extLst>
          </p:cNvPr>
          <p:cNvSpPr>
            <a:spLocks noGrp="1"/>
          </p:cNvSpPr>
          <p:nvPr>
            <p:ph idx="1"/>
          </p:nvPr>
        </p:nvSpPr>
        <p:spPr>
          <a:xfrm>
            <a:off x="304800" y="1493838"/>
            <a:ext cx="8229600" cy="4525962"/>
          </a:xfrm>
        </p:spPr>
        <p:txBody>
          <a:bodyPr/>
          <a:lstStyle/>
          <a:p>
            <a:pPr fontAlgn="base">
              <a:spcAft>
                <a:spcPct val="0"/>
              </a:spcAft>
            </a:pPr>
            <a:r>
              <a:rPr lang="en-US" altLang="en-US" sz="2800">
                <a:latin typeface="Goudy Old Style" panose="02020502050305020303" pitchFamily="18" charset="0"/>
              </a:rPr>
              <a:t>Computer networks help users on the network to share the resources and in communication.</a:t>
            </a:r>
          </a:p>
          <a:p>
            <a:pPr fontAlgn="base">
              <a:spcAft>
                <a:spcPct val="0"/>
              </a:spcAft>
            </a:pPr>
            <a:endParaRPr lang="en-US" altLang="en-US"/>
          </a:p>
        </p:txBody>
      </p:sp>
      <p:sp>
        <p:nvSpPr>
          <p:cNvPr id="2" name="Title 1">
            <a:extLst>
              <a:ext uri="{FF2B5EF4-FFF2-40B4-BE49-F238E27FC236}">
                <a16:creationId xmlns:a16="http://schemas.microsoft.com/office/drawing/2014/main" id="{F0D81BFA-98EE-40F3-8BD7-880F32BA3A2F}"/>
              </a:ext>
            </a:extLst>
          </p:cNvPr>
          <p:cNvSpPr>
            <a:spLocks noGrp="1"/>
          </p:cNvSpPr>
          <p:nvPr>
            <p:ph type="title" idx="4294967295"/>
          </p:nvPr>
        </p:nvSpPr>
        <p:spPr>
          <a:xfrm>
            <a:off x="0" y="274638"/>
            <a:ext cx="8229600" cy="1143000"/>
          </a:xfrm>
        </p:spPr>
        <p:txBody>
          <a:bodyPr>
            <a:normAutofit fontScale="90000"/>
          </a:bodyPr>
          <a:lstStyle/>
          <a:p>
            <a:pPr>
              <a:defRPr/>
            </a:pPr>
            <a:r>
              <a:rPr lang="en-US" sz="3100" dirty="0">
                <a:solidFill>
                  <a:srgbClr val="C00000"/>
                </a:solidFill>
                <a:latin typeface="Castellar" pitchFamily="18" charset="0"/>
              </a:rPr>
              <a:t>Why we need </a:t>
            </a:r>
            <a:br>
              <a:rPr lang="en-US" sz="3100" dirty="0">
                <a:solidFill>
                  <a:srgbClr val="C00000"/>
                </a:solidFill>
                <a:latin typeface="Castellar" pitchFamily="18" charset="0"/>
              </a:rPr>
            </a:br>
            <a:r>
              <a:rPr lang="en-US" sz="3100" dirty="0">
                <a:solidFill>
                  <a:srgbClr val="C00000"/>
                </a:solidFill>
                <a:latin typeface="Castellar" pitchFamily="18" charset="0"/>
              </a:rPr>
              <a:t>Computer networks? </a:t>
            </a:r>
            <a:br>
              <a:rPr lang="en-US" dirty="0"/>
            </a:br>
            <a:endParaRPr lang="en-US" dirty="0"/>
          </a:p>
        </p:txBody>
      </p:sp>
      <p:cxnSp>
        <p:nvCxnSpPr>
          <p:cNvPr id="5" name="Straight Connector 4">
            <a:extLst>
              <a:ext uri="{FF2B5EF4-FFF2-40B4-BE49-F238E27FC236}">
                <a16:creationId xmlns:a16="http://schemas.microsoft.com/office/drawing/2014/main" id="{6B6EA0C6-D23D-49B3-B6D5-6A4F20A49402}"/>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A755-F287-4CC4-A611-B28A4F5F98E0}"/>
              </a:ext>
            </a:extLst>
          </p:cNvPr>
          <p:cNvSpPr>
            <a:spLocks noGrp="1"/>
          </p:cNvSpPr>
          <p:nvPr>
            <p:ph type="title" idx="4294967295"/>
          </p:nvPr>
        </p:nvSpPr>
        <p:spPr>
          <a:xfrm>
            <a:off x="0" y="569913"/>
            <a:ext cx="8229600" cy="1143000"/>
          </a:xfrm>
        </p:spPr>
        <p:txBody>
          <a:bodyPr>
            <a:normAutofit fontScale="90000"/>
          </a:bodyPr>
          <a:lstStyle/>
          <a:p>
            <a:pPr>
              <a:defRPr/>
            </a:pPr>
            <a:r>
              <a:rPr lang="en-US" sz="3100" dirty="0">
                <a:solidFill>
                  <a:srgbClr val="C00000"/>
                </a:solidFill>
                <a:latin typeface="Castellar" pitchFamily="18" charset="0"/>
              </a:rPr>
              <a:t>Why we need </a:t>
            </a:r>
            <a:br>
              <a:rPr lang="en-US" sz="3100" dirty="0">
                <a:solidFill>
                  <a:srgbClr val="C00000"/>
                </a:solidFill>
                <a:latin typeface="Castellar" pitchFamily="18" charset="0"/>
              </a:rPr>
            </a:br>
            <a:r>
              <a:rPr lang="en-US" sz="3100" dirty="0">
                <a:solidFill>
                  <a:srgbClr val="C00000"/>
                </a:solidFill>
                <a:latin typeface="Castellar" pitchFamily="18" charset="0"/>
              </a:rPr>
              <a:t>Computer networks? </a:t>
            </a:r>
            <a:br>
              <a:rPr lang="en-US" sz="3200" dirty="0"/>
            </a:br>
            <a:br>
              <a:rPr lang="en-US" dirty="0"/>
            </a:br>
            <a:endParaRPr lang="en-US" dirty="0"/>
          </a:p>
        </p:txBody>
      </p:sp>
      <p:cxnSp>
        <p:nvCxnSpPr>
          <p:cNvPr id="5" name="Straight Connector 4">
            <a:extLst>
              <a:ext uri="{FF2B5EF4-FFF2-40B4-BE49-F238E27FC236}">
                <a16:creationId xmlns:a16="http://schemas.microsoft.com/office/drawing/2014/main" id="{DAE79F7B-99E4-465A-A991-FDCE86156068}"/>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32772" name="Picture 2" descr="C:\Users\DrRaja\Desktop\file-sharing.jpg">
            <a:extLst>
              <a:ext uri="{FF2B5EF4-FFF2-40B4-BE49-F238E27FC236}">
                <a16:creationId xmlns:a16="http://schemas.microsoft.com/office/drawing/2014/main" id="{8A48AB3D-1038-4D92-BF09-62176AACB8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57400"/>
            <a:ext cx="8610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Rectangle 6">
            <a:extLst>
              <a:ext uri="{FF2B5EF4-FFF2-40B4-BE49-F238E27FC236}">
                <a16:creationId xmlns:a16="http://schemas.microsoft.com/office/drawing/2014/main" id="{2666258B-FA4E-40B5-8509-740BEBF72911}"/>
              </a:ext>
            </a:extLst>
          </p:cNvPr>
          <p:cNvSpPr>
            <a:spLocks noChangeArrowheads="1"/>
          </p:cNvSpPr>
          <p:nvPr/>
        </p:nvSpPr>
        <p:spPr bwMode="auto">
          <a:xfrm>
            <a:off x="419100" y="1236663"/>
            <a:ext cx="8001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a:solidFill>
                  <a:srgbClr val="0070C0"/>
                </a:solidFill>
                <a:latin typeface="Goudy Old Style" panose="02020502050305020303" pitchFamily="18" charset="0"/>
              </a:rPr>
              <a:t>File sharing:</a:t>
            </a:r>
            <a:r>
              <a:rPr lang="en-US" altLang="en-US" sz="2800">
                <a:solidFill>
                  <a:srgbClr val="0070C0"/>
                </a:solidFill>
                <a:latin typeface="Goudy Old Style" panose="02020502050305020303" pitchFamily="18" charset="0"/>
              </a:rPr>
              <a:t> </a:t>
            </a:r>
            <a:r>
              <a:rPr lang="en-US" altLang="en-US" sz="2800">
                <a:latin typeface="Goudy Old Style" panose="02020502050305020303" pitchFamily="18" charset="0"/>
              </a:rPr>
              <a:t>Networking of computers helps the network users to share data files.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CF3CD-37EF-496F-B8D0-3B52167EA702}"/>
              </a:ext>
            </a:extLst>
          </p:cNvPr>
          <p:cNvSpPr>
            <a:spLocks noGrp="1"/>
          </p:cNvSpPr>
          <p:nvPr>
            <p:ph type="title" idx="4294967295"/>
          </p:nvPr>
        </p:nvSpPr>
        <p:spPr>
          <a:xfrm>
            <a:off x="0" y="568325"/>
            <a:ext cx="8229600" cy="1143000"/>
          </a:xfrm>
        </p:spPr>
        <p:txBody>
          <a:bodyPr>
            <a:normAutofit fontScale="90000"/>
          </a:bodyPr>
          <a:lstStyle/>
          <a:p>
            <a:pPr>
              <a:defRPr/>
            </a:pPr>
            <a:r>
              <a:rPr lang="en-US" sz="3100" dirty="0">
                <a:solidFill>
                  <a:srgbClr val="C00000"/>
                </a:solidFill>
                <a:latin typeface="Castellar" pitchFamily="18" charset="0"/>
              </a:rPr>
              <a:t>Why we need </a:t>
            </a:r>
            <a:br>
              <a:rPr lang="en-US" sz="3100" dirty="0">
                <a:solidFill>
                  <a:srgbClr val="C00000"/>
                </a:solidFill>
                <a:latin typeface="Castellar" pitchFamily="18" charset="0"/>
              </a:rPr>
            </a:br>
            <a:r>
              <a:rPr lang="en-US" sz="3100" dirty="0">
                <a:solidFill>
                  <a:srgbClr val="C00000"/>
                </a:solidFill>
                <a:latin typeface="Castellar" pitchFamily="18" charset="0"/>
              </a:rPr>
              <a:t>Computer networks? </a:t>
            </a:r>
            <a:br>
              <a:rPr lang="en-US" sz="3200" dirty="0"/>
            </a:br>
            <a:br>
              <a:rPr lang="en-US" dirty="0"/>
            </a:br>
            <a:endParaRPr lang="en-US" dirty="0"/>
          </a:p>
        </p:txBody>
      </p:sp>
      <p:cxnSp>
        <p:nvCxnSpPr>
          <p:cNvPr id="5" name="Straight Connector 4">
            <a:extLst>
              <a:ext uri="{FF2B5EF4-FFF2-40B4-BE49-F238E27FC236}">
                <a16:creationId xmlns:a16="http://schemas.microsoft.com/office/drawing/2014/main" id="{1F7B1452-4E62-4B15-B9E3-9B1F03ECA442}"/>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34820" name="Rectangle 6">
            <a:extLst>
              <a:ext uri="{FF2B5EF4-FFF2-40B4-BE49-F238E27FC236}">
                <a16:creationId xmlns:a16="http://schemas.microsoft.com/office/drawing/2014/main" id="{3C655CD5-22C5-45CD-95D9-89701EE12F2C}"/>
              </a:ext>
            </a:extLst>
          </p:cNvPr>
          <p:cNvSpPr>
            <a:spLocks noChangeArrowheads="1"/>
          </p:cNvSpPr>
          <p:nvPr/>
        </p:nvSpPr>
        <p:spPr bwMode="auto">
          <a:xfrm>
            <a:off x="277813" y="1284288"/>
            <a:ext cx="88392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a:solidFill>
                  <a:srgbClr val="0070C0"/>
                </a:solidFill>
                <a:latin typeface="Goudy Old Style" panose="02020502050305020303" pitchFamily="18" charset="0"/>
              </a:rPr>
              <a:t>Hardware sharing:</a:t>
            </a:r>
            <a:r>
              <a:rPr lang="en-US" altLang="en-US" sz="2800">
                <a:solidFill>
                  <a:srgbClr val="0070C0"/>
                </a:solidFill>
                <a:latin typeface="Goudy Old Style" panose="02020502050305020303" pitchFamily="18" charset="0"/>
              </a:rPr>
              <a:t> </a:t>
            </a:r>
            <a:r>
              <a:rPr lang="en-US" altLang="en-US" sz="2800">
                <a:latin typeface="Goudy Old Style" panose="02020502050305020303" pitchFamily="18" charset="0"/>
              </a:rPr>
              <a:t>Users can share devices such as printers, scanners, CD-ROM drives, hard drives etc. </a:t>
            </a:r>
          </a:p>
        </p:txBody>
      </p:sp>
      <p:pic>
        <p:nvPicPr>
          <p:cNvPr id="34821" name="Picture 2" descr="C:\Users\DrRaja\Desktop\printer-sharing.jpg">
            <a:extLst>
              <a:ext uri="{FF2B5EF4-FFF2-40B4-BE49-F238E27FC236}">
                <a16:creationId xmlns:a16="http://schemas.microsoft.com/office/drawing/2014/main" id="{9B2A6AD0-E02C-4D3E-826D-07AB9D906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888" y="2447925"/>
            <a:ext cx="7693025" cy="394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A18F9-5AD1-4C9D-A778-42F1EBA23BCC}"/>
              </a:ext>
            </a:extLst>
          </p:cNvPr>
          <p:cNvSpPr>
            <a:spLocks noGrp="1"/>
          </p:cNvSpPr>
          <p:nvPr>
            <p:ph type="title" idx="4294967295"/>
          </p:nvPr>
        </p:nvSpPr>
        <p:spPr>
          <a:xfrm>
            <a:off x="-9525" y="603250"/>
            <a:ext cx="8229600" cy="1143000"/>
          </a:xfrm>
        </p:spPr>
        <p:txBody>
          <a:bodyPr>
            <a:normAutofit fontScale="90000"/>
          </a:bodyPr>
          <a:lstStyle/>
          <a:p>
            <a:pPr>
              <a:defRPr/>
            </a:pPr>
            <a:r>
              <a:rPr lang="en-US" sz="3100" dirty="0">
                <a:solidFill>
                  <a:srgbClr val="C00000"/>
                </a:solidFill>
                <a:latin typeface="Castellar" pitchFamily="18" charset="0"/>
              </a:rPr>
              <a:t>Why we need </a:t>
            </a:r>
            <a:br>
              <a:rPr lang="en-US" sz="3100" dirty="0">
                <a:solidFill>
                  <a:srgbClr val="C00000"/>
                </a:solidFill>
                <a:latin typeface="Castellar" pitchFamily="18" charset="0"/>
              </a:rPr>
            </a:br>
            <a:r>
              <a:rPr lang="en-US" sz="3100" dirty="0">
                <a:solidFill>
                  <a:srgbClr val="C00000"/>
                </a:solidFill>
                <a:latin typeface="Castellar" pitchFamily="18" charset="0"/>
              </a:rPr>
              <a:t>Computer networks? </a:t>
            </a:r>
            <a:br>
              <a:rPr lang="en-US" sz="3200" dirty="0"/>
            </a:br>
            <a:br>
              <a:rPr lang="en-US" dirty="0"/>
            </a:br>
            <a:endParaRPr lang="en-US" dirty="0"/>
          </a:p>
        </p:txBody>
      </p:sp>
      <p:cxnSp>
        <p:nvCxnSpPr>
          <p:cNvPr id="5" name="Straight Connector 4">
            <a:extLst>
              <a:ext uri="{FF2B5EF4-FFF2-40B4-BE49-F238E27FC236}">
                <a16:creationId xmlns:a16="http://schemas.microsoft.com/office/drawing/2014/main" id="{819254DB-C4E2-4FB8-B2E7-6157D306DD8D}"/>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36868" name="Rectangle 6">
            <a:extLst>
              <a:ext uri="{FF2B5EF4-FFF2-40B4-BE49-F238E27FC236}">
                <a16:creationId xmlns:a16="http://schemas.microsoft.com/office/drawing/2014/main" id="{15436D6F-35EE-4EDA-9600-4DFFABCCB0A6}"/>
              </a:ext>
            </a:extLst>
          </p:cNvPr>
          <p:cNvSpPr>
            <a:spLocks noChangeArrowheads="1"/>
          </p:cNvSpPr>
          <p:nvPr/>
        </p:nvSpPr>
        <p:spPr bwMode="auto">
          <a:xfrm>
            <a:off x="152400" y="1363663"/>
            <a:ext cx="88392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b="1">
                <a:solidFill>
                  <a:srgbClr val="0070C0"/>
                </a:solidFill>
                <a:latin typeface="Goudy Old Style" panose="02020502050305020303" pitchFamily="18" charset="0"/>
              </a:rPr>
              <a:t>User communication</a:t>
            </a:r>
            <a:r>
              <a:rPr lang="en-US" altLang="en-US" sz="2800" b="1">
                <a:latin typeface="Goudy Old Style" panose="02020502050305020303" pitchFamily="18" charset="0"/>
              </a:rPr>
              <a:t>:</a:t>
            </a:r>
            <a:r>
              <a:rPr lang="en-US" altLang="en-US" sz="2800">
                <a:latin typeface="Goudy Old Style" panose="02020502050305020303" pitchFamily="18" charset="0"/>
              </a:rPr>
              <a:t> Networks allow users to communicate using e-mail, newsgroups, and video conferencing etc. </a:t>
            </a:r>
          </a:p>
        </p:txBody>
      </p:sp>
      <p:pic>
        <p:nvPicPr>
          <p:cNvPr id="36869" name="Picture 2" descr="C:\Users\DrRaja\Desktop\network-communication.jpg">
            <a:extLst>
              <a:ext uri="{FF2B5EF4-FFF2-40B4-BE49-F238E27FC236}">
                <a16:creationId xmlns:a16="http://schemas.microsoft.com/office/drawing/2014/main" id="{E5D05F56-CAD2-4876-8575-C8131C7CF9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50" y="2457450"/>
            <a:ext cx="7785100" cy="389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86DEB-BDF3-4365-B63C-1F7FB7DA0793}"/>
              </a:ext>
            </a:extLst>
          </p:cNvPr>
          <p:cNvSpPr>
            <a:spLocks noGrp="1"/>
          </p:cNvSpPr>
          <p:nvPr>
            <p:ph type="title" idx="4294967295"/>
          </p:nvPr>
        </p:nvSpPr>
        <p:spPr>
          <a:xfrm>
            <a:off x="0" y="614363"/>
            <a:ext cx="8229600" cy="1143000"/>
          </a:xfrm>
        </p:spPr>
        <p:txBody>
          <a:bodyPr>
            <a:normAutofit fontScale="90000"/>
          </a:bodyPr>
          <a:lstStyle/>
          <a:p>
            <a:pPr>
              <a:defRPr/>
            </a:pPr>
            <a:r>
              <a:rPr lang="en-US" sz="3100" dirty="0">
                <a:solidFill>
                  <a:srgbClr val="C00000"/>
                </a:solidFill>
                <a:latin typeface="Castellar" pitchFamily="18" charset="0"/>
              </a:rPr>
              <a:t>Why we need </a:t>
            </a:r>
            <a:br>
              <a:rPr lang="en-US" sz="3100" dirty="0">
                <a:solidFill>
                  <a:srgbClr val="C00000"/>
                </a:solidFill>
                <a:latin typeface="Castellar" pitchFamily="18" charset="0"/>
              </a:rPr>
            </a:br>
            <a:r>
              <a:rPr lang="en-US" sz="3100" dirty="0">
                <a:solidFill>
                  <a:srgbClr val="C00000"/>
                </a:solidFill>
                <a:latin typeface="Castellar" pitchFamily="18" charset="0"/>
              </a:rPr>
              <a:t>Computer networks? </a:t>
            </a:r>
            <a:br>
              <a:rPr lang="en-US" sz="3200" dirty="0"/>
            </a:br>
            <a:br>
              <a:rPr lang="en-US" dirty="0"/>
            </a:br>
            <a:endParaRPr lang="en-US" dirty="0"/>
          </a:p>
        </p:txBody>
      </p:sp>
      <p:cxnSp>
        <p:nvCxnSpPr>
          <p:cNvPr id="5" name="Straight Connector 4">
            <a:extLst>
              <a:ext uri="{FF2B5EF4-FFF2-40B4-BE49-F238E27FC236}">
                <a16:creationId xmlns:a16="http://schemas.microsoft.com/office/drawing/2014/main" id="{44EEDC7C-8377-4788-BD3D-2C6BE8A901CF}"/>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38916" name="Rectangle 6">
            <a:extLst>
              <a:ext uri="{FF2B5EF4-FFF2-40B4-BE49-F238E27FC236}">
                <a16:creationId xmlns:a16="http://schemas.microsoft.com/office/drawing/2014/main" id="{D96C6546-F61E-4149-AE6B-CF809EB46506}"/>
              </a:ext>
            </a:extLst>
          </p:cNvPr>
          <p:cNvSpPr>
            <a:spLocks noChangeArrowheads="1"/>
          </p:cNvSpPr>
          <p:nvPr/>
        </p:nvSpPr>
        <p:spPr bwMode="auto">
          <a:xfrm>
            <a:off x="304800" y="1366838"/>
            <a:ext cx="88392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a:solidFill>
                  <a:srgbClr val="0070C0"/>
                </a:solidFill>
                <a:latin typeface="Goudy Old Style" panose="02020502050305020303" pitchFamily="18" charset="0"/>
              </a:rPr>
              <a:t>Application sharing:</a:t>
            </a:r>
            <a:r>
              <a:rPr lang="en-US" altLang="en-US" sz="2800">
                <a:solidFill>
                  <a:srgbClr val="0070C0"/>
                </a:solidFill>
                <a:latin typeface="Goudy Old Style" panose="02020502050305020303" pitchFamily="18" charset="0"/>
              </a:rPr>
              <a:t> </a:t>
            </a:r>
            <a:r>
              <a:rPr lang="en-US" altLang="en-US" sz="2800">
                <a:latin typeface="Goudy Old Style" panose="02020502050305020303" pitchFamily="18" charset="0"/>
              </a:rPr>
              <a:t>Applications can be shared over the network, and this allows to implement client/server applications.</a:t>
            </a:r>
          </a:p>
          <a:p>
            <a:pPr algn="just">
              <a:spcBef>
                <a:spcPct val="0"/>
              </a:spcBef>
              <a:buFontTx/>
              <a:buNone/>
            </a:pPr>
            <a:endParaRPr lang="en-US" altLang="en-US" sz="2800">
              <a:latin typeface="Goudy Old Style" panose="02020502050305020303" pitchFamily="18" charset="0"/>
            </a:endParaRPr>
          </a:p>
          <a:p>
            <a:pPr algn="just">
              <a:spcBef>
                <a:spcPct val="0"/>
              </a:spcBef>
              <a:buFontTx/>
              <a:buNone/>
            </a:pPr>
            <a:r>
              <a:rPr lang="en-US" altLang="en-US" sz="2800" b="1">
                <a:solidFill>
                  <a:srgbClr val="0070C0"/>
                </a:solidFill>
                <a:latin typeface="Goudy Old Style" panose="02020502050305020303" pitchFamily="18" charset="0"/>
              </a:rPr>
              <a:t>Network gaming:</a:t>
            </a:r>
            <a:r>
              <a:rPr lang="en-US" altLang="en-US" sz="2800">
                <a:solidFill>
                  <a:srgbClr val="0070C0"/>
                </a:solidFill>
                <a:latin typeface="Goudy Old Style" panose="02020502050305020303" pitchFamily="18" charset="0"/>
              </a:rPr>
              <a:t> </a:t>
            </a:r>
            <a:r>
              <a:rPr lang="en-US" altLang="en-US" sz="2800">
                <a:latin typeface="Goudy Old Style" panose="02020502050305020303" pitchFamily="18" charset="0"/>
              </a:rPr>
              <a:t>A lot of network games are available, which allow multi-users to play from different locations.</a:t>
            </a:r>
          </a:p>
          <a:p>
            <a:pPr algn="just">
              <a:spcBef>
                <a:spcPct val="0"/>
              </a:spcBef>
              <a:buFontTx/>
              <a:buNone/>
            </a:pPr>
            <a:endParaRPr lang="en-US" altLang="en-US" sz="2800">
              <a:latin typeface="Goudy Old Style" panose="02020502050305020303" pitchFamily="18" charset="0"/>
            </a:endParaRPr>
          </a:p>
          <a:p>
            <a:pPr algn="just">
              <a:spcBef>
                <a:spcPct val="0"/>
              </a:spcBef>
              <a:buFontTx/>
              <a:buNone/>
            </a:pPr>
            <a:r>
              <a:rPr lang="en-US" altLang="en-US" sz="2800" b="1">
                <a:solidFill>
                  <a:srgbClr val="0070C0"/>
                </a:solidFill>
                <a:latin typeface="Goudy Old Style" panose="02020502050305020303" pitchFamily="18" charset="0"/>
              </a:rPr>
              <a:t>Voice over IP (VoIP)</a:t>
            </a:r>
            <a:r>
              <a:rPr lang="en-US" altLang="en-US" sz="2800">
                <a:solidFill>
                  <a:srgbClr val="0070C0"/>
                </a:solidFill>
                <a:latin typeface="Goudy Old Style" panose="02020502050305020303" pitchFamily="18" charset="0"/>
              </a:rPr>
              <a:t>: </a:t>
            </a:r>
            <a:r>
              <a:rPr lang="en-US" altLang="en-US" sz="2800">
                <a:latin typeface="Goudy Old Style" panose="02020502050305020303" pitchFamily="18" charset="0"/>
              </a:rPr>
              <a:t>Voice over Internet Protocol (IP) is a revolutionary change in telecommunication which allows to send telephone calls (voice data) using standard Internet Protocol (IP) rather than by traditional PSTN.</a:t>
            </a:r>
          </a:p>
          <a:p>
            <a:pPr>
              <a:spcBef>
                <a:spcPct val="0"/>
              </a:spcBef>
              <a:buFontTx/>
              <a:buNone/>
            </a:pPr>
            <a:endParaRPr lang="en-US" altLang="en-US" sz="2800">
              <a:latin typeface="Goudy Old Style" panose="020205020503050203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87607-4FB9-495F-82EB-FD2D6EB4F352}"/>
              </a:ext>
            </a:extLst>
          </p:cNvPr>
          <p:cNvSpPr>
            <a:spLocks noGrp="1"/>
          </p:cNvSpPr>
          <p:nvPr>
            <p:ph sz="quarter" idx="10"/>
          </p:nvPr>
        </p:nvSpPr>
        <p:spPr/>
        <p:txBody>
          <a:bodyPr/>
          <a:lstStyle/>
          <a:p>
            <a:pPr>
              <a:defRPr/>
            </a:pPr>
            <a:r>
              <a:rPr lang="en-US" dirty="0"/>
              <a:t>A Simple Network</a:t>
            </a:r>
          </a:p>
        </p:txBody>
      </p:sp>
      <p:pic>
        <p:nvPicPr>
          <p:cNvPr id="40963" name="Picture 5" descr="C:\Users\Muhammad Hanif\Desktop\Picture1.jpg">
            <a:extLst>
              <a:ext uri="{FF2B5EF4-FFF2-40B4-BE49-F238E27FC236}">
                <a16:creationId xmlns:a16="http://schemas.microsoft.com/office/drawing/2014/main" id="{C57B6DED-2CD4-4C12-82BE-D8F78BA62F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493838"/>
            <a:ext cx="8077200" cy="4754562"/>
          </a:xfr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A8D417-566A-447D-9718-C11EB0269653}"/>
              </a:ext>
            </a:extLst>
          </p:cNvPr>
          <p:cNvSpPr>
            <a:spLocks noGrp="1"/>
          </p:cNvSpPr>
          <p:nvPr>
            <p:ph sz="quarter" idx="10"/>
          </p:nvPr>
        </p:nvSpPr>
        <p:spPr/>
        <p:txBody>
          <a:bodyPr/>
          <a:lstStyle/>
          <a:p>
            <a:pPr>
              <a:defRPr/>
            </a:pPr>
            <a:r>
              <a:rPr lang="en-IN" dirty="0"/>
              <a:t>Data Flows</a:t>
            </a:r>
            <a:endParaRPr lang="en-GB" dirty="0"/>
          </a:p>
        </p:txBody>
      </p:sp>
      <p:pic>
        <p:nvPicPr>
          <p:cNvPr id="41987" name="Picture 6">
            <a:extLst>
              <a:ext uri="{FF2B5EF4-FFF2-40B4-BE49-F238E27FC236}">
                <a16:creationId xmlns:a16="http://schemas.microsoft.com/office/drawing/2014/main" id="{F83B0D60-54BB-45DF-8A5C-3137BDB8AB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200" y="1511300"/>
            <a:ext cx="592455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19A76F-79B2-44D6-9D30-6AB32A980DE2}"/>
              </a:ext>
            </a:extLst>
          </p:cNvPr>
          <p:cNvSpPr>
            <a:spLocks noGrp="1"/>
          </p:cNvSpPr>
          <p:nvPr>
            <p:ph sz="quarter" idx="10"/>
          </p:nvPr>
        </p:nvSpPr>
        <p:spPr/>
        <p:txBody>
          <a:bodyPr/>
          <a:lstStyle/>
          <a:p>
            <a:pPr>
              <a:defRPr/>
            </a:pPr>
            <a:r>
              <a:rPr lang="en-GB" dirty="0"/>
              <a:t>Types of Connections</a:t>
            </a:r>
          </a:p>
        </p:txBody>
      </p:sp>
      <p:pic>
        <p:nvPicPr>
          <p:cNvPr id="43011" name="Picture 6">
            <a:extLst>
              <a:ext uri="{FF2B5EF4-FFF2-40B4-BE49-F238E27FC236}">
                <a16:creationId xmlns:a16="http://schemas.microsoft.com/office/drawing/2014/main" id="{6D6B0B8E-62E8-49FE-96B5-CAED6BCCB9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38288"/>
            <a:ext cx="7678738"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153FE11-F1E6-4CEA-852D-7AC1EE1B7097}"/>
              </a:ext>
            </a:extLst>
          </p:cNvPr>
          <p:cNvSpPr>
            <a:spLocks noGrp="1" noChangeArrowheads="1"/>
          </p:cNvSpPr>
          <p:nvPr>
            <p:ph type="title"/>
          </p:nvPr>
        </p:nvSpPr>
        <p:spPr>
          <a:xfrm>
            <a:off x="457200" y="274638"/>
            <a:ext cx="8229600" cy="868362"/>
          </a:xfrm>
        </p:spPr>
        <p:txBody>
          <a:bodyPr>
            <a:normAutofit fontScale="90000"/>
          </a:bodyPr>
          <a:lstStyle/>
          <a:p>
            <a:pPr>
              <a:defRPr/>
            </a:pPr>
            <a:r>
              <a:rPr lang="en-US" sz="3100" dirty="0">
                <a:solidFill>
                  <a:srgbClr val="C00000"/>
                </a:solidFill>
                <a:latin typeface="Castellar" pitchFamily="18" charset="0"/>
              </a:rPr>
              <a:t>topology </a:t>
            </a: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D15CB348-FCB6-4756-9EF2-BE411EB73554}"/>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D7617A7-8832-4DD1-AAF5-94A6F5154161}"/>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44037" name="Rectangle 6">
            <a:extLst>
              <a:ext uri="{FF2B5EF4-FFF2-40B4-BE49-F238E27FC236}">
                <a16:creationId xmlns:a16="http://schemas.microsoft.com/office/drawing/2014/main" id="{55B3A129-129E-4C63-932A-AA1A583CE848}"/>
              </a:ext>
            </a:extLst>
          </p:cNvPr>
          <p:cNvSpPr>
            <a:spLocks noChangeArrowheads="1"/>
          </p:cNvSpPr>
          <p:nvPr/>
        </p:nvSpPr>
        <p:spPr bwMode="auto">
          <a:xfrm>
            <a:off x="457200" y="1600200"/>
            <a:ext cx="8077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a:latin typeface="Goudy Old Style" panose="02020502050305020303" pitchFamily="18" charset="0"/>
              </a:rPr>
              <a:t>The physical topology of a network refers to the configuration of cables, computers and other peripherals.</a:t>
            </a:r>
          </a:p>
        </p:txBody>
      </p:sp>
      <p:pic>
        <p:nvPicPr>
          <p:cNvPr id="44038" name="Picture 6">
            <a:extLst>
              <a:ext uri="{FF2B5EF4-FFF2-40B4-BE49-F238E27FC236}">
                <a16:creationId xmlns:a16="http://schemas.microsoft.com/office/drawing/2014/main" id="{8B6D1CC8-1B02-4815-902A-EA7DF79FBC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962400"/>
            <a:ext cx="6389688"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Rectangle 8">
            <a:extLst>
              <a:ext uri="{FF2B5EF4-FFF2-40B4-BE49-F238E27FC236}">
                <a16:creationId xmlns:a16="http://schemas.microsoft.com/office/drawing/2014/main" id="{018977DF-9D65-4907-B792-C9AB026FB21A}"/>
              </a:ext>
            </a:extLst>
          </p:cNvPr>
          <p:cNvSpPr>
            <a:spLocks noChangeArrowheads="1"/>
          </p:cNvSpPr>
          <p:nvPr/>
        </p:nvSpPr>
        <p:spPr bwMode="auto">
          <a:xfrm>
            <a:off x="1752600" y="3276600"/>
            <a:ext cx="678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b="1">
                <a:solidFill>
                  <a:srgbClr val="C00000"/>
                </a:solidFill>
                <a:latin typeface="Castellar" panose="020A0402060406010301" pitchFamily="18" charset="0"/>
              </a:rPr>
              <a:t>Categories of topology </a:t>
            </a:r>
            <a:endParaRPr lang="en-US" altLang="en-US" sz="2800"/>
          </a:p>
        </p:txBody>
      </p:sp>
      <p:cxnSp>
        <p:nvCxnSpPr>
          <p:cNvPr id="10" name="Straight Connector 9">
            <a:extLst>
              <a:ext uri="{FF2B5EF4-FFF2-40B4-BE49-F238E27FC236}">
                <a16:creationId xmlns:a16="http://schemas.microsoft.com/office/drawing/2014/main" id="{436CC5CD-37E5-4D33-AF92-E8BC319E5B28}"/>
              </a:ext>
            </a:extLst>
          </p:cNvPr>
          <p:cNvCxnSpPr/>
          <p:nvPr/>
        </p:nvCxnSpPr>
        <p:spPr>
          <a:xfrm>
            <a:off x="0" y="37338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16029C-3F52-403B-BFFF-F46374E4F3D6}"/>
              </a:ext>
            </a:extLst>
          </p:cNvPr>
          <p:cNvCxnSpPr/>
          <p:nvPr/>
        </p:nvCxnSpPr>
        <p:spPr>
          <a:xfrm>
            <a:off x="0" y="32766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3D31AC6-1EE7-443F-B925-C04463A10272}"/>
              </a:ext>
            </a:extLst>
          </p:cNvPr>
          <p:cNvSpPr>
            <a:spLocks noGrp="1" noChangeArrowheads="1"/>
          </p:cNvSpPr>
          <p:nvPr>
            <p:ph type="title"/>
          </p:nvPr>
        </p:nvSpPr>
        <p:spPr>
          <a:xfrm>
            <a:off x="457200" y="457200"/>
            <a:ext cx="8229600" cy="868363"/>
          </a:xfrm>
        </p:spPr>
        <p:txBody>
          <a:bodyPr>
            <a:normAutofit fontScale="90000"/>
          </a:bodyPr>
          <a:lstStyle/>
          <a:p>
            <a:pPr>
              <a:defRPr/>
            </a:pPr>
            <a:r>
              <a:rPr lang="en-US" sz="3200" dirty="0">
                <a:solidFill>
                  <a:srgbClr val="C00000"/>
                </a:solidFill>
                <a:latin typeface="Castellar" pitchFamily="18" charset="0"/>
              </a:rPr>
              <a:t>bus topology</a:t>
            </a:r>
            <a:br>
              <a:rPr lang="en-US" sz="3200" i="1" dirty="0">
                <a:latin typeface="Times New Roman" charset="0"/>
              </a:rPr>
            </a:b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F7D160C8-FABA-42A8-A203-9CA24FE7A65B}"/>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90EA0B-7324-4735-BD6D-FCF6D3FAA02E}"/>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45061" name="Picture 6">
            <a:extLst>
              <a:ext uri="{FF2B5EF4-FFF2-40B4-BE49-F238E27FC236}">
                <a16:creationId xmlns:a16="http://schemas.microsoft.com/office/drawing/2014/main" id="{0F2E49D2-BDF9-4B9C-B7E3-CE08CA017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572000"/>
            <a:ext cx="788828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Rectangle 5">
            <a:extLst>
              <a:ext uri="{FF2B5EF4-FFF2-40B4-BE49-F238E27FC236}">
                <a16:creationId xmlns:a16="http://schemas.microsoft.com/office/drawing/2014/main" id="{8539B0F0-CA22-4844-9B39-701699EA3558}"/>
              </a:ext>
            </a:extLst>
          </p:cNvPr>
          <p:cNvSpPr>
            <a:spLocks noChangeArrowheads="1"/>
          </p:cNvSpPr>
          <p:nvPr/>
        </p:nvSpPr>
        <p:spPr bwMode="auto">
          <a:xfrm>
            <a:off x="152400" y="1295400"/>
            <a:ext cx="89916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pPr>
            <a:r>
              <a:rPr lang="en-US" altLang="en-US" sz="2400">
                <a:solidFill>
                  <a:srgbClr val="0070C0"/>
                </a:solidFill>
                <a:latin typeface="Goudy Old Style" panose="02020502050305020303" pitchFamily="18" charset="0"/>
              </a:rPr>
              <a:t> Single cable </a:t>
            </a:r>
            <a:r>
              <a:rPr lang="en-US" altLang="en-US" sz="2400">
                <a:latin typeface="Goudy Old Style" panose="02020502050305020303" pitchFamily="18" charset="0"/>
              </a:rPr>
              <a:t>connects all network nodes without intervening connectivity devices</a:t>
            </a:r>
          </a:p>
          <a:p>
            <a:pPr algn="just">
              <a:spcBef>
                <a:spcPct val="0"/>
              </a:spcBef>
            </a:pPr>
            <a:r>
              <a:rPr lang="en-US" altLang="en-US" sz="2400">
                <a:latin typeface="Goudy Old Style" panose="02020502050305020303" pitchFamily="18" charset="0"/>
              </a:rPr>
              <a:t> Devices share responsibility for getting data from one point to another</a:t>
            </a:r>
          </a:p>
          <a:p>
            <a:pPr algn="just">
              <a:spcBef>
                <a:spcPct val="0"/>
              </a:spcBef>
            </a:pPr>
            <a:r>
              <a:rPr lang="en-US" altLang="en-US" sz="2400">
                <a:solidFill>
                  <a:srgbClr val="0070C0"/>
                </a:solidFill>
                <a:latin typeface="Goudy Old Style" panose="02020502050305020303" pitchFamily="18" charset="0"/>
              </a:rPr>
              <a:t> Terminators </a:t>
            </a:r>
            <a:r>
              <a:rPr lang="en-US" altLang="en-US" sz="2400">
                <a:latin typeface="Goudy Old Style" panose="02020502050305020303" pitchFamily="18" charset="0"/>
              </a:rPr>
              <a:t>stop signals after reaching end of wire</a:t>
            </a:r>
          </a:p>
          <a:p>
            <a:pPr lvl="1" algn="just">
              <a:spcBef>
                <a:spcPct val="0"/>
              </a:spcBef>
              <a:buFont typeface="Arial" panose="020B0604020202020204" pitchFamily="34" charset="0"/>
              <a:buChar char="•"/>
            </a:pPr>
            <a:r>
              <a:rPr lang="en-US" altLang="en-US" sz="2400">
                <a:latin typeface="Goudy Old Style" panose="02020502050305020303" pitchFamily="18" charset="0"/>
              </a:rPr>
              <a:t>Prevent signal bounce</a:t>
            </a:r>
          </a:p>
          <a:p>
            <a:pPr algn="just">
              <a:spcBef>
                <a:spcPct val="0"/>
              </a:spcBef>
            </a:pPr>
            <a:r>
              <a:rPr lang="en-US" altLang="en-US" sz="2400">
                <a:latin typeface="Goudy Old Style" panose="02020502050305020303" pitchFamily="18" charset="0"/>
              </a:rPr>
              <a:t> Two way Comm.</a:t>
            </a:r>
          </a:p>
          <a:p>
            <a:pPr algn="just">
              <a:spcBef>
                <a:spcPct val="0"/>
              </a:spcBef>
            </a:pPr>
            <a:r>
              <a:rPr lang="en-US" altLang="en-US" sz="2400">
                <a:latin typeface="Goudy Old Style" panose="02020502050305020303" pitchFamily="18" charset="0"/>
              </a:rPr>
              <a:t> Ethernet (CSMA/CD or CA)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F70DD14-B920-4E56-87D0-34B06182299C}"/>
              </a:ext>
            </a:extLst>
          </p:cNvPr>
          <p:cNvSpPr>
            <a:spLocks noGrp="1" noChangeArrowheads="1"/>
          </p:cNvSpPr>
          <p:nvPr>
            <p:ph type="title"/>
          </p:nvPr>
        </p:nvSpPr>
        <p:spPr/>
        <p:txBody>
          <a:bodyPr/>
          <a:lstStyle/>
          <a:p>
            <a:pPr>
              <a:defRPr/>
            </a:pPr>
            <a:r>
              <a:rPr lang="en-US" sz="2800" dirty="0">
                <a:solidFill>
                  <a:srgbClr val="C00000"/>
                </a:solidFill>
                <a:latin typeface="Castellar" pitchFamily="18" charset="0"/>
              </a:rPr>
              <a:t>Advantages of Bus Topology</a:t>
            </a:r>
          </a:p>
        </p:txBody>
      </p:sp>
      <p:sp>
        <p:nvSpPr>
          <p:cNvPr id="47107" name="Rectangle 3">
            <a:extLst>
              <a:ext uri="{FF2B5EF4-FFF2-40B4-BE49-F238E27FC236}">
                <a16:creationId xmlns:a16="http://schemas.microsoft.com/office/drawing/2014/main" id="{4C6F4CD8-2AF8-489F-AB74-0926D72B89F1}"/>
              </a:ext>
            </a:extLst>
          </p:cNvPr>
          <p:cNvSpPr>
            <a:spLocks noGrp="1"/>
          </p:cNvSpPr>
          <p:nvPr>
            <p:ph type="body" idx="1"/>
          </p:nvPr>
        </p:nvSpPr>
        <p:spPr/>
        <p:txBody>
          <a:bodyPr/>
          <a:lstStyle/>
          <a:p>
            <a:r>
              <a:rPr lang="en-US" altLang="en-US" sz="2800">
                <a:latin typeface="Goudy Old Style" panose="02020502050305020303" pitchFamily="18" charset="0"/>
              </a:rPr>
              <a:t>Works well for </a:t>
            </a:r>
            <a:r>
              <a:rPr lang="en-US" altLang="en-US" sz="2800">
                <a:solidFill>
                  <a:srgbClr val="0070C0"/>
                </a:solidFill>
                <a:latin typeface="Goudy Old Style" panose="02020502050305020303" pitchFamily="18" charset="0"/>
              </a:rPr>
              <a:t>small networks</a:t>
            </a:r>
          </a:p>
          <a:p>
            <a:r>
              <a:rPr lang="en-US" altLang="en-US" sz="2800">
                <a:latin typeface="Goudy Old Style" panose="02020502050305020303" pitchFamily="18" charset="0"/>
              </a:rPr>
              <a:t>Relatively </a:t>
            </a:r>
            <a:r>
              <a:rPr lang="en-US" altLang="en-US" sz="2800">
                <a:solidFill>
                  <a:srgbClr val="0070C0"/>
                </a:solidFill>
                <a:latin typeface="Goudy Old Style" panose="02020502050305020303" pitchFamily="18" charset="0"/>
              </a:rPr>
              <a:t>inexpensive</a:t>
            </a:r>
            <a:r>
              <a:rPr lang="en-US" altLang="en-US" sz="2800">
                <a:latin typeface="Goudy Old Style" panose="02020502050305020303" pitchFamily="18" charset="0"/>
              </a:rPr>
              <a:t> to implement</a:t>
            </a:r>
          </a:p>
          <a:p>
            <a:r>
              <a:rPr lang="en-US" altLang="en-US" sz="2800">
                <a:latin typeface="Goudy Old Style" panose="02020502050305020303" pitchFamily="18" charset="0"/>
              </a:rPr>
              <a:t>Easy of installation</a:t>
            </a:r>
          </a:p>
          <a:p>
            <a:r>
              <a:rPr lang="en-US" altLang="en-US" sz="2800">
                <a:latin typeface="Goudy Old Style" panose="02020502050305020303" pitchFamily="18" charset="0"/>
              </a:rPr>
              <a:t>Node failure does not affect others</a:t>
            </a:r>
          </a:p>
        </p:txBody>
      </p:sp>
      <p:cxnSp>
        <p:nvCxnSpPr>
          <p:cNvPr id="4" name="Straight Connector 3">
            <a:extLst>
              <a:ext uri="{FF2B5EF4-FFF2-40B4-BE49-F238E27FC236}">
                <a16:creationId xmlns:a16="http://schemas.microsoft.com/office/drawing/2014/main" id="{20CEE30B-EED5-4C17-9A03-778AD333C591}"/>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90C2C4C-099B-4465-8D56-739096A5197A}"/>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600185F-A60F-4F48-A627-C4A831305821}"/>
              </a:ext>
            </a:extLst>
          </p:cNvPr>
          <p:cNvSpPr>
            <a:spLocks noGrp="1" noChangeArrowheads="1"/>
          </p:cNvSpPr>
          <p:nvPr>
            <p:ph type="title"/>
          </p:nvPr>
        </p:nvSpPr>
        <p:spPr/>
        <p:txBody>
          <a:bodyPr/>
          <a:lstStyle/>
          <a:p>
            <a:pPr>
              <a:defRPr/>
            </a:pPr>
            <a:r>
              <a:rPr lang="en-US" sz="2800" dirty="0">
                <a:solidFill>
                  <a:srgbClr val="C00000"/>
                </a:solidFill>
                <a:latin typeface="Castellar" pitchFamily="18" charset="0"/>
              </a:rPr>
              <a:t>Disadvantages of Bus Topology</a:t>
            </a:r>
          </a:p>
        </p:txBody>
      </p:sp>
      <p:sp>
        <p:nvSpPr>
          <p:cNvPr id="48131" name="Rectangle 3">
            <a:extLst>
              <a:ext uri="{FF2B5EF4-FFF2-40B4-BE49-F238E27FC236}">
                <a16:creationId xmlns:a16="http://schemas.microsoft.com/office/drawing/2014/main" id="{BCDEF5E1-B66B-4823-9757-00B7367392FA}"/>
              </a:ext>
            </a:extLst>
          </p:cNvPr>
          <p:cNvSpPr>
            <a:spLocks noGrp="1"/>
          </p:cNvSpPr>
          <p:nvPr>
            <p:ph type="body" idx="1"/>
          </p:nvPr>
        </p:nvSpPr>
        <p:spPr>
          <a:xfrm>
            <a:off x="457200" y="2332038"/>
            <a:ext cx="8229600" cy="3306762"/>
          </a:xfrm>
        </p:spPr>
        <p:txBody>
          <a:bodyPr/>
          <a:lstStyle/>
          <a:p>
            <a:r>
              <a:rPr lang="en-US" altLang="en-US" sz="2800">
                <a:latin typeface="Goudy Old Style" panose="02020502050305020303" pitchFamily="18" charset="0"/>
              </a:rPr>
              <a:t>Not fault tolerant- Reconnection and fault isolation is difficult</a:t>
            </a:r>
            <a:endParaRPr lang="en-US" altLang="en-US" sz="2800">
              <a:solidFill>
                <a:srgbClr val="0070C0"/>
              </a:solidFill>
              <a:latin typeface="Goudy Old Style" panose="02020502050305020303" pitchFamily="18" charset="0"/>
            </a:endParaRPr>
          </a:p>
          <a:p>
            <a:r>
              <a:rPr lang="en-US" altLang="en-US" sz="2800">
                <a:latin typeface="Goudy Old Style" panose="02020502050305020303" pitchFamily="18" charset="0"/>
              </a:rPr>
              <a:t>Potential for </a:t>
            </a:r>
            <a:r>
              <a:rPr lang="en-US" altLang="en-US" sz="2800">
                <a:solidFill>
                  <a:srgbClr val="0070C0"/>
                </a:solidFill>
                <a:latin typeface="Goudy Old Style" panose="02020502050305020303" pitchFamily="18" charset="0"/>
              </a:rPr>
              <a:t>congestion</a:t>
            </a:r>
            <a:r>
              <a:rPr lang="en-US" altLang="en-US" sz="2800">
                <a:latin typeface="Goudy Old Style" panose="02020502050305020303" pitchFamily="18" charset="0"/>
              </a:rPr>
              <a:t> with network traffic</a:t>
            </a:r>
          </a:p>
          <a:p>
            <a:r>
              <a:rPr lang="en-US" altLang="en-US" sz="2800">
                <a:latin typeface="Goudy Old Style" panose="02020502050305020303" pitchFamily="18" charset="0"/>
              </a:rPr>
              <a:t>No security</a:t>
            </a:r>
          </a:p>
          <a:p>
            <a:endParaRPr lang="en-US" altLang="en-US" sz="2800">
              <a:latin typeface="Goudy Old Style" panose="02020502050305020303" pitchFamily="18" charset="0"/>
            </a:endParaRPr>
          </a:p>
        </p:txBody>
      </p:sp>
      <p:cxnSp>
        <p:nvCxnSpPr>
          <p:cNvPr id="4" name="Straight Connector 3">
            <a:extLst>
              <a:ext uri="{FF2B5EF4-FFF2-40B4-BE49-F238E27FC236}">
                <a16:creationId xmlns:a16="http://schemas.microsoft.com/office/drawing/2014/main" id="{B7FE19CF-6EAA-4D44-BB6F-210CB7C214BA}"/>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902DC21-ED04-4477-9867-0F763E13AA36}"/>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43BBE9C-509D-45CC-A221-21C67CE29B61}"/>
              </a:ext>
            </a:extLst>
          </p:cNvPr>
          <p:cNvSpPr>
            <a:spLocks noGrp="1" noChangeArrowheads="1"/>
          </p:cNvSpPr>
          <p:nvPr>
            <p:ph type="title"/>
          </p:nvPr>
        </p:nvSpPr>
        <p:spPr>
          <a:xfrm>
            <a:off x="457200" y="457200"/>
            <a:ext cx="8229600" cy="868363"/>
          </a:xfrm>
        </p:spPr>
        <p:txBody>
          <a:bodyPr>
            <a:normAutofit fontScale="90000"/>
          </a:bodyPr>
          <a:lstStyle/>
          <a:p>
            <a:pPr>
              <a:defRPr/>
            </a:pPr>
            <a:r>
              <a:rPr lang="en-US" sz="3200" dirty="0">
                <a:solidFill>
                  <a:srgbClr val="C00000"/>
                </a:solidFill>
                <a:latin typeface="Castellar" pitchFamily="18" charset="0"/>
              </a:rPr>
              <a:t> ring topology</a:t>
            </a: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3ADCEDF8-2010-4C9D-BBB7-16095947DC7E}"/>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2977BE2-9C22-480B-9AD3-B35348C38DE1}"/>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49157" name="Picture 7">
            <a:extLst>
              <a:ext uri="{FF2B5EF4-FFF2-40B4-BE49-F238E27FC236}">
                <a16:creationId xmlns:a16="http://schemas.microsoft.com/office/drawing/2014/main" id="{81C2D7B9-7C58-4C9F-A271-8357AD073C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429000"/>
            <a:ext cx="8593138"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8" name="Rectangle 7">
            <a:extLst>
              <a:ext uri="{FF2B5EF4-FFF2-40B4-BE49-F238E27FC236}">
                <a16:creationId xmlns:a16="http://schemas.microsoft.com/office/drawing/2014/main" id="{AEC95C73-EE0E-459A-8D07-E855FEB49A94}"/>
              </a:ext>
            </a:extLst>
          </p:cNvPr>
          <p:cNvSpPr>
            <a:spLocks noChangeArrowheads="1"/>
          </p:cNvSpPr>
          <p:nvPr/>
        </p:nvSpPr>
        <p:spPr bwMode="auto">
          <a:xfrm>
            <a:off x="0" y="1219200"/>
            <a:ext cx="88392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pPr>
            <a:r>
              <a:rPr lang="en-US" altLang="en-US" sz="2800">
                <a:latin typeface="Goudy Old Style" panose="02020502050305020303" pitchFamily="18" charset="0"/>
              </a:rPr>
              <a:t>In Ring topology each node is connected to the two nearest nodes so the entire network forms a circle </a:t>
            </a:r>
          </a:p>
          <a:p>
            <a:pPr algn="just">
              <a:spcBef>
                <a:spcPct val="0"/>
              </a:spcBef>
            </a:pPr>
            <a:r>
              <a:rPr lang="en-US" altLang="en-US" sz="2800">
                <a:latin typeface="Goudy Old Style" panose="02020502050305020303" pitchFamily="18" charset="0"/>
              </a:rPr>
              <a:t>Data only travels in </a:t>
            </a:r>
            <a:r>
              <a:rPr lang="en-US" altLang="en-US" sz="2800">
                <a:solidFill>
                  <a:srgbClr val="0070C0"/>
                </a:solidFill>
                <a:latin typeface="Goudy Old Style" panose="02020502050305020303" pitchFamily="18" charset="0"/>
              </a:rPr>
              <a:t>one direction </a:t>
            </a:r>
            <a:r>
              <a:rPr lang="en-US" altLang="en-US" sz="2800">
                <a:latin typeface="Goudy Old Style" panose="02020502050305020303" pitchFamily="18" charset="0"/>
              </a:rPr>
              <a:t>on a Ring network </a:t>
            </a:r>
          </a:p>
          <a:p>
            <a:pPr marL="0" lvl="1" algn="just">
              <a:spcBef>
                <a:spcPct val="0"/>
              </a:spcBef>
              <a:buFont typeface="Arial" panose="020B0604020202020204" pitchFamily="34" charset="0"/>
              <a:buChar char="•"/>
            </a:pPr>
            <a:r>
              <a:rPr lang="en-US" altLang="en-US">
                <a:latin typeface="Goudy Old Style" panose="02020502050305020303" pitchFamily="18" charset="0"/>
              </a:rPr>
              <a:t>One method for passing data on ring networks </a:t>
            </a:r>
            <a:r>
              <a:rPr lang="en-US" altLang="en-US">
                <a:solidFill>
                  <a:srgbClr val="0070C0"/>
                </a:solidFill>
                <a:latin typeface="Goudy Old Style" panose="02020502050305020303" pitchFamily="18" charset="0"/>
              </a:rPr>
              <a:t>is </a:t>
            </a:r>
            <a:r>
              <a:rPr lang="en-US" altLang="en-US" b="1">
                <a:solidFill>
                  <a:srgbClr val="0070C0"/>
                </a:solidFill>
                <a:latin typeface="Goudy Old Style" panose="02020502050305020303" pitchFamily="18" charset="0"/>
              </a:rPr>
              <a:t>token passing</a:t>
            </a:r>
          </a:p>
          <a:p>
            <a:pPr algn="just">
              <a:spcBef>
                <a:spcPct val="0"/>
              </a:spcBef>
            </a:pPr>
            <a:endParaRPr lang="en-US" altLang="en-US" sz="2800">
              <a:latin typeface="Goudy Old Style" panose="020205020503050203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360A8ED-4A07-4358-BB2B-0863F8243462}"/>
              </a:ext>
            </a:extLst>
          </p:cNvPr>
          <p:cNvSpPr>
            <a:spLocks noGrp="1" noChangeArrowheads="1"/>
          </p:cNvSpPr>
          <p:nvPr>
            <p:ph type="title"/>
          </p:nvPr>
        </p:nvSpPr>
        <p:spPr/>
        <p:txBody>
          <a:bodyPr/>
          <a:lstStyle/>
          <a:p>
            <a:pPr>
              <a:defRPr/>
            </a:pPr>
            <a:r>
              <a:rPr lang="en-US" sz="2800" dirty="0">
                <a:solidFill>
                  <a:srgbClr val="C00000"/>
                </a:solidFill>
                <a:latin typeface="Castellar" pitchFamily="18" charset="0"/>
              </a:rPr>
              <a:t>How does it work?</a:t>
            </a:r>
          </a:p>
        </p:txBody>
      </p:sp>
      <p:sp>
        <p:nvSpPr>
          <p:cNvPr id="51203" name="Rectangle 3">
            <a:extLst>
              <a:ext uri="{FF2B5EF4-FFF2-40B4-BE49-F238E27FC236}">
                <a16:creationId xmlns:a16="http://schemas.microsoft.com/office/drawing/2014/main" id="{2BF221DE-678A-44E4-9066-8A2E596E4206}"/>
              </a:ext>
            </a:extLst>
          </p:cNvPr>
          <p:cNvSpPr>
            <a:spLocks noGrp="1"/>
          </p:cNvSpPr>
          <p:nvPr>
            <p:ph type="body" idx="1"/>
          </p:nvPr>
        </p:nvSpPr>
        <p:spPr/>
        <p:txBody>
          <a:bodyPr/>
          <a:lstStyle/>
          <a:p>
            <a:r>
              <a:rPr lang="en-US" altLang="en-US" sz="2800">
                <a:latin typeface="Goudy Old Style" panose="02020502050305020303" pitchFamily="18" charset="0"/>
              </a:rPr>
              <a:t>Data </a:t>
            </a:r>
            <a:r>
              <a:rPr lang="en-US" altLang="en-US" sz="2800">
                <a:solidFill>
                  <a:srgbClr val="0070C0"/>
                </a:solidFill>
                <a:latin typeface="Goudy Old Style" panose="02020502050305020303" pitchFamily="18" charset="0"/>
              </a:rPr>
              <a:t>hops from one device to another </a:t>
            </a:r>
            <a:r>
              <a:rPr lang="en-US" altLang="en-US" sz="2800">
                <a:latin typeface="Goudy Old Style" panose="02020502050305020303" pitchFamily="18" charset="0"/>
              </a:rPr>
              <a:t>until it reaches its destination</a:t>
            </a:r>
          </a:p>
          <a:p>
            <a:r>
              <a:rPr lang="en-US" altLang="en-US" sz="2800">
                <a:latin typeface="Goudy Old Style" panose="02020502050305020303" pitchFamily="18" charset="0"/>
              </a:rPr>
              <a:t>Each device communicates its </a:t>
            </a:r>
            <a:r>
              <a:rPr lang="en-US" altLang="en-US" sz="2800">
                <a:solidFill>
                  <a:srgbClr val="0070C0"/>
                </a:solidFill>
                <a:latin typeface="Goudy Old Style" panose="02020502050305020303" pitchFamily="18" charset="0"/>
              </a:rPr>
              <a:t>routing information </a:t>
            </a:r>
            <a:r>
              <a:rPr lang="en-US" altLang="en-US" sz="2800">
                <a:latin typeface="Goudy Old Style" panose="02020502050305020303" pitchFamily="18" charset="0"/>
              </a:rPr>
              <a:t>to every device it connects with</a:t>
            </a:r>
          </a:p>
          <a:p>
            <a:r>
              <a:rPr lang="en-US" altLang="en-US" sz="2800">
                <a:latin typeface="Goudy Old Style" panose="02020502050305020303" pitchFamily="18" charset="0"/>
              </a:rPr>
              <a:t>Each device then determines what to do with received data- pass it on or keep 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D093A76-1719-494B-9C4C-8434F48FE29B}"/>
              </a:ext>
            </a:extLst>
          </p:cNvPr>
          <p:cNvSpPr>
            <a:spLocks noGrp="1" noChangeArrowheads="1"/>
          </p:cNvSpPr>
          <p:nvPr>
            <p:ph type="title"/>
          </p:nvPr>
        </p:nvSpPr>
        <p:spPr/>
        <p:txBody>
          <a:bodyPr/>
          <a:lstStyle/>
          <a:p>
            <a:pPr>
              <a:defRPr/>
            </a:pPr>
            <a:r>
              <a:rPr lang="en-US" sz="2800" dirty="0">
                <a:solidFill>
                  <a:srgbClr val="C00000"/>
                </a:solidFill>
                <a:latin typeface="Castellar" pitchFamily="18" charset="0"/>
              </a:rPr>
              <a:t>Advantages of Ring Topology</a:t>
            </a:r>
          </a:p>
        </p:txBody>
      </p:sp>
      <p:sp>
        <p:nvSpPr>
          <p:cNvPr id="53251" name="Rectangle 3">
            <a:extLst>
              <a:ext uri="{FF2B5EF4-FFF2-40B4-BE49-F238E27FC236}">
                <a16:creationId xmlns:a16="http://schemas.microsoft.com/office/drawing/2014/main" id="{6D0F9065-B3A2-4083-A965-88D8EBA0B882}"/>
              </a:ext>
            </a:extLst>
          </p:cNvPr>
          <p:cNvSpPr>
            <a:spLocks noGrp="1"/>
          </p:cNvSpPr>
          <p:nvPr>
            <p:ph type="body" idx="1"/>
          </p:nvPr>
        </p:nvSpPr>
        <p:spPr/>
        <p:txBody>
          <a:bodyPr/>
          <a:lstStyle/>
          <a:p>
            <a:pPr algn="just"/>
            <a:r>
              <a:rPr lang="en-US" altLang="en-US" sz="2800">
                <a:latin typeface="Goudy Old Style" panose="02020502050305020303" pitchFamily="18" charset="0"/>
              </a:rPr>
              <a:t>Easier to manage; easier to </a:t>
            </a:r>
            <a:r>
              <a:rPr lang="en-US" altLang="en-US" sz="2800">
                <a:solidFill>
                  <a:srgbClr val="0070C0"/>
                </a:solidFill>
                <a:latin typeface="Goudy Old Style" panose="02020502050305020303" pitchFamily="18" charset="0"/>
              </a:rPr>
              <a:t>locate a defective node </a:t>
            </a:r>
            <a:r>
              <a:rPr lang="en-US" altLang="en-US" sz="2800">
                <a:latin typeface="Goudy Old Style" panose="02020502050305020303" pitchFamily="18" charset="0"/>
              </a:rPr>
              <a:t>or cable problem</a:t>
            </a:r>
          </a:p>
          <a:p>
            <a:pPr algn="just"/>
            <a:r>
              <a:rPr lang="en-US" altLang="en-US" sz="2800">
                <a:latin typeface="Goudy Old Style" panose="02020502050305020303" pitchFamily="18" charset="0"/>
              </a:rPr>
              <a:t>Well-suited for transmitting signals over </a:t>
            </a:r>
            <a:r>
              <a:rPr lang="en-US" altLang="en-US" sz="2800">
                <a:solidFill>
                  <a:srgbClr val="0070C0"/>
                </a:solidFill>
                <a:latin typeface="Goudy Old Style" panose="02020502050305020303" pitchFamily="18" charset="0"/>
              </a:rPr>
              <a:t>long distances </a:t>
            </a:r>
            <a:r>
              <a:rPr lang="en-US" altLang="en-US" sz="2800">
                <a:latin typeface="Goudy Old Style" panose="02020502050305020303" pitchFamily="18" charset="0"/>
              </a:rPr>
              <a:t>on a LAN</a:t>
            </a:r>
          </a:p>
          <a:p>
            <a:pPr algn="just"/>
            <a:r>
              <a:rPr lang="en-US" altLang="en-US" sz="2800">
                <a:latin typeface="Goudy Old Style" panose="02020502050305020303" pitchFamily="18" charset="0"/>
              </a:rPr>
              <a:t>Handles </a:t>
            </a:r>
            <a:r>
              <a:rPr lang="en-US" altLang="en-US" sz="2800">
                <a:solidFill>
                  <a:srgbClr val="0070C0"/>
                </a:solidFill>
                <a:latin typeface="Goudy Old Style" panose="02020502050305020303" pitchFamily="18" charset="0"/>
              </a:rPr>
              <a:t>high-volume</a:t>
            </a:r>
            <a:r>
              <a:rPr lang="en-US" altLang="en-US" sz="2800">
                <a:latin typeface="Goudy Old Style" panose="02020502050305020303" pitchFamily="18" charset="0"/>
              </a:rPr>
              <a:t> network traffic</a:t>
            </a:r>
          </a:p>
          <a:p>
            <a:pPr algn="just"/>
            <a:r>
              <a:rPr lang="en-US" altLang="en-US" sz="2800">
                <a:latin typeface="Goudy Old Style" panose="02020502050305020303" pitchFamily="18" charset="0"/>
              </a:rPr>
              <a:t>Enables reliable communication</a:t>
            </a:r>
          </a:p>
        </p:txBody>
      </p:sp>
      <p:cxnSp>
        <p:nvCxnSpPr>
          <p:cNvPr id="4" name="Straight Connector 3">
            <a:extLst>
              <a:ext uri="{FF2B5EF4-FFF2-40B4-BE49-F238E27FC236}">
                <a16:creationId xmlns:a16="http://schemas.microsoft.com/office/drawing/2014/main" id="{B8ADD9D5-876C-4800-8771-574039A8651B}"/>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F2F3F44-F863-4B31-9C4D-D5D8A7535F5F}"/>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7C85EC5-174A-4892-A1A3-0FBF5476802C}"/>
              </a:ext>
            </a:extLst>
          </p:cNvPr>
          <p:cNvSpPr>
            <a:spLocks noGrp="1" noChangeArrowheads="1"/>
          </p:cNvSpPr>
          <p:nvPr>
            <p:ph type="title"/>
          </p:nvPr>
        </p:nvSpPr>
        <p:spPr/>
        <p:txBody>
          <a:bodyPr/>
          <a:lstStyle/>
          <a:p>
            <a:pPr>
              <a:defRPr/>
            </a:pPr>
            <a:r>
              <a:rPr lang="en-US" sz="2800" dirty="0">
                <a:solidFill>
                  <a:srgbClr val="C00000"/>
                </a:solidFill>
                <a:latin typeface="Castellar" pitchFamily="18" charset="0"/>
              </a:rPr>
              <a:t>Disadvantages of Ring Topology</a:t>
            </a:r>
          </a:p>
        </p:txBody>
      </p:sp>
      <p:sp>
        <p:nvSpPr>
          <p:cNvPr id="54275" name="Rectangle 3">
            <a:extLst>
              <a:ext uri="{FF2B5EF4-FFF2-40B4-BE49-F238E27FC236}">
                <a16:creationId xmlns:a16="http://schemas.microsoft.com/office/drawing/2014/main" id="{6B552A99-CB2A-4DE9-AD29-5CC29089E9CD}"/>
              </a:ext>
            </a:extLst>
          </p:cNvPr>
          <p:cNvSpPr>
            <a:spLocks noGrp="1"/>
          </p:cNvSpPr>
          <p:nvPr>
            <p:ph type="body" idx="1"/>
          </p:nvPr>
        </p:nvSpPr>
        <p:spPr/>
        <p:txBody>
          <a:bodyPr/>
          <a:lstStyle/>
          <a:p>
            <a:r>
              <a:rPr lang="en-US" altLang="en-US" sz="2800">
                <a:solidFill>
                  <a:srgbClr val="0070C0"/>
                </a:solidFill>
                <a:latin typeface="Goudy Old Style" panose="02020502050305020303" pitchFamily="18" charset="0"/>
              </a:rPr>
              <a:t>Expensive</a:t>
            </a:r>
          </a:p>
          <a:p>
            <a:r>
              <a:rPr lang="en-US" altLang="en-US" sz="2800">
                <a:solidFill>
                  <a:srgbClr val="0070C0"/>
                </a:solidFill>
                <a:latin typeface="Goudy Old Style" panose="02020502050305020303" pitchFamily="18" charset="0"/>
              </a:rPr>
              <a:t>Single point of failure</a:t>
            </a:r>
          </a:p>
          <a:p>
            <a:r>
              <a:rPr lang="en-US" altLang="en-US" sz="2800">
                <a:latin typeface="Goudy Old Style" panose="02020502050305020303" pitchFamily="18" charset="0"/>
              </a:rPr>
              <a:t>Requires </a:t>
            </a:r>
            <a:r>
              <a:rPr lang="en-US" altLang="en-US" sz="2800">
                <a:solidFill>
                  <a:srgbClr val="0070C0"/>
                </a:solidFill>
                <a:latin typeface="Goudy Old Style" panose="02020502050305020303" pitchFamily="18" charset="0"/>
              </a:rPr>
              <a:t>more cable </a:t>
            </a:r>
            <a:r>
              <a:rPr lang="en-US" altLang="en-US" sz="2800">
                <a:latin typeface="Goudy Old Style" panose="02020502050305020303" pitchFamily="18" charset="0"/>
              </a:rPr>
              <a:t>and network equipment at the start</a:t>
            </a:r>
          </a:p>
          <a:p>
            <a:r>
              <a:rPr lang="en-US" altLang="en-US" sz="2800">
                <a:latin typeface="Goudy Old Style" panose="02020502050305020303" pitchFamily="18" charset="0"/>
              </a:rPr>
              <a:t>Not used as widely as bus topology</a:t>
            </a:r>
          </a:p>
          <a:p>
            <a:pPr lvl="1"/>
            <a:r>
              <a:rPr lang="en-US" altLang="en-US">
                <a:latin typeface="Goudy Old Style" panose="02020502050305020303" pitchFamily="18" charset="0"/>
              </a:rPr>
              <a:t>Fewer equipment options</a:t>
            </a:r>
          </a:p>
          <a:p>
            <a:pPr lvl="1"/>
            <a:r>
              <a:rPr lang="en-US" altLang="en-US">
                <a:latin typeface="Goudy Old Style" panose="02020502050305020303" pitchFamily="18" charset="0"/>
              </a:rPr>
              <a:t>Fewer options for expansion to high-speed communication</a:t>
            </a:r>
          </a:p>
          <a:p>
            <a:r>
              <a:rPr lang="en-US" altLang="en-US">
                <a:latin typeface="Goudy Old Style" panose="02020502050305020303" pitchFamily="18" charset="0"/>
              </a:rPr>
              <a:t>No security</a:t>
            </a:r>
          </a:p>
        </p:txBody>
      </p:sp>
      <p:cxnSp>
        <p:nvCxnSpPr>
          <p:cNvPr id="4" name="Straight Connector 3">
            <a:extLst>
              <a:ext uri="{FF2B5EF4-FFF2-40B4-BE49-F238E27FC236}">
                <a16:creationId xmlns:a16="http://schemas.microsoft.com/office/drawing/2014/main" id="{14500C99-3201-4F1C-B7B4-4B3B308F52D6}"/>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892AC26-3A90-4B2D-A7FC-3F28D5F981AC}"/>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DD27303-90BD-49CD-B7EB-99D3FE62DA8B}"/>
              </a:ext>
            </a:extLst>
          </p:cNvPr>
          <p:cNvSpPr>
            <a:spLocks noGrp="1" noChangeArrowheads="1"/>
          </p:cNvSpPr>
          <p:nvPr>
            <p:ph type="title"/>
          </p:nvPr>
        </p:nvSpPr>
        <p:spPr>
          <a:xfrm>
            <a:off x="457200" y="381000"/>
            <a:ext cx="8229600" cy="868363"/>
          </a:xfrm>
        </p:spPr>
        <p:txBody>
          <a:bodyPr>
            <a:normAutofit fontScale="90000"/>
          </a:bodyPr>
          <a:lstStyle/>
          <a:p>
            <a:pPr>
              <a:defRPr/>
            </a:pPr>
            <a:r>
              <a:rPr lang="en-US" sz="3200" dirty="0">
                <a:solidFill>
                  <a:srgbClr val="C00000"/>
                </a:solidFill>
                <a:latin typeface="Castellar" pitchFamily="18" charset="0"/>
              </a:rPr>
              <a:t> star topology</a:t>
            </a:r>
            <a:br>
              <a:rPr lang="en-US" sz="3200" i="1" dirty="0">
                <a:latin typeface="Times New Roman" charset="0"/>
              </a:rPr>
            </a:b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6873E7AC-12FF-448C-9937-316217F67CC8}"/>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5892234-2AA8-423A-BB40-72BCC38EEEB5}"/>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55301" name="Picture 6">
            <a:extLst>
              <a:ext uri="{FF2B5EF4-FFF2-40B4-BE49-F238E27FC236}">
                <a16:creationId xmlns:a16="http://schemas.microsoft.com/office/drawing/2014/main" id="{B3B3884C-F889-47F1-A716-CE4E881F9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352800"/>
            <a:ext cx="59055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 name="Rectangle 6">
            <a:extLst>
              <a:ext uri="{FF2B5EF4-FFF2-40B4-BE49-F238E27FC236}">
                <a16:creationId xmlns:a16="http://schemas.microsoft.com/office/drawing/2014/main" id="{CD8EDD72-EC38-4433-8B81-2447AA2DDBCA}"/>
              </a:ext>
            </a:extLst>
          </p:cNvPr>
          <p:cNvSpPr>
            <a:spLocks noChangeArrowheads="1"/>
          </p:cNvSpPr>
          <p:nvPr/>
        </p:nvSpPr>
        <p:spPr bwMode="auto">
          <a:xfrm>
            <a:off x="152400" y="1295400"/>
            <a:ext cx="8610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a:latin typeface="Goudy Old Style" panose="02020502050305020303" pitchFamily="18" charset="0"/>
              </a:rPr>
              <a:t>A star network is designed with each node (file server, workstation, peripheral) connected directly to a central network hub or server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619E314-EBF1-4929-9386-E41F7C50F26B}"/>
              </a:ext>
            </a:extLst>
          </p:cNvPr>
          <p:cNvSpPr>
            <a:spLocks noGrp="1" noChangeArrowheads="1"/>
          </p:cNvSpPr>
          <p:nvPr>
            <p:ph type="title"/>
          </p:nvPr>
        </p:nvSpPr>
        <p:spPr/>
        <p:txBody>
          <a:bodyPr/>
          <a:lstStyle/>
          <a:p>
            <a:pPr>
              <a:defRPr/>
            </a:pPr>
            <a:r>
              <a:rPr lang="en-US" sz="2800" dirty="0">
                <a:solidFill>
                  <a:srgbClr val="C00000"/>
                </a:solidFill>
                <a:latin typeface="Castellar" pitchFamily="18" charset="0"/>
              </a:rPr>
              <a:t>Advantages of Star Topology</a:t>
            </a:r>
          </a:p>
        </p:txBody>
      </p:sp>
      <p:sp>
        <p:nvSpPr>
          <p:cNvPr id="56323" name="Rectangle 3">
            <a:extLst>
              <a:ext uri="{FF2B5EF4-FFF2-40B4-BE49-F238E27FC236}">
                <a16:creationId xmlns:a16="http://schemas.microsoft.com/office/drawing/2014/main" id="{2DCDD0AC-6ADB-469F-BA3F-1F9282DCE7C5}"/>
              </a:ext>
            </a:extLst>
          </p:cNvPr>
          <p:cNvSpPr>
            <a:spLocks noGrp="1"/>
          </p:cNvSpPr>
          <p:nvPr>
            <p:ph type="body" idx="1"/>
          </p:nvPr>
        </p:nvSpPr>
        <p:spPr/>
        <p:txBody>
          <a:bodyPr/>
          <a:lstStyle/>
          <a:p>
            <a:r>
              <a:rPr lang="en-US" altLang="en-US" sz="2800">
                <a:latin typeface="Goudy Old Style" panose="02020502050305020303" pitchFamily="18" charset="0"/>
              </a:rPr>
              <a:t>Good option for modern networks</a:t>
            </a:r>
          </a:p>
          <a:p>
            <a:r>
              <a:rPr lang="en-US" altLang="en-US" sz="2800">
                <a:solidFill>
                  <a:srgbClr val="0070C0"/>
                </a:solidFill>
                <a:latin typeface="Goudy Old Style" panose="02020502050305020303" pitchFamily="18" charset="0"/>
              </a:rPr>
              <a:t>Low startup costs</a:t>
            </a:r>
          </a:p>
          <a:p>
            <a:r>
              <a:rPr lang="en-US" altLang="en-US" sz="2800">
                <a:latin typeface="Goudy Old Style" panose="02020502050305020303" pitchFamily="18" charset="0"/>
              </a:rPr>
              <a:t>Easy to manage</a:t>
            </a:r>
          </a:p>
          <a:p>
            <a:r>
              <a:rPr lang="en-US" altLang="en-US" sz="2800">
                <a:latin typeface="Goudy Old Style" panose="02020502050305020303" pitchFamily="18" charset="0"/>
              </a:rPr>
              <a:t>Offers opportunities for expansion</a:t>
            </a:r>
          </a:p>
          <a:p>
            <a:r>
              <a:rPr lang="en-US" altLang="en-US" sz="2800">
                <a:latin typeface="Goudy Old Style" panose="02020502050305020303" pitchFamily="18" charset="0"/>
              </a:rPr>
              <a:t>Most popular topology in use; wide variety of equipment available</a:t>
            </a:r>
          </a:p>
          <a:p>
            <a:r>
              <a:rPr lang="en-US" altLang="en-US" sz="2800">
                <a:latin typeface="Goudy Old Style" panose="02020502050305020303" pitchFamily="18" charset="0"/>
              </a:rPr>
              <a:t>Scalable</a:t>
            </a:r>
          </a:p>
          <a:p>
            <a:r>
              <a:rPr lang="en-US" altLang="en-US" sz="2800">
                <a:latin typeface="Goudy Old Style" panose="02020502050305020303" pitchFamily="18" charset="0"/>
              </a:rPr>
              <a:t>Security is high</a:t>
            </a:r>
          </a:p>
        </p:txBody>
      </p:sp>
      <p:cxnSp>
        <p:nvCxnSpPr>
          <p:cNvPr id="4" name="Straight Connector 3">
            <a:extLst>
              <a:ext uri="{FF2B5EF4-FFF2-40B4-BE49-F238E27FC236}">
                <a16:creationId xmlns:a16="http://schemas.microsoft.com/office/drawing/2014/main" id="{9208970D-7C0C-425D-83A9-6F7EA601CB1F}"/>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C2EBCBF-A27B-4487-9660-43E397DB3D76}"/>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5071D84-8507-481D-91DC-702B6D6BA940}"/>
              </a:ext>
            </a:extLst>
          </p:cNvPr>
          <p:cNvSpPr>
            <a:spLocks noGrp="1" noChangeArrowheads="1"/>
          </p:cNvSpPr>
          <p:nvPr>
            <p:ph type="title"/>
          </p:nvPr>
        </p:nvSpPr>
        <p:spPr/>
        <p:txBody>
          <a:bodyPr/>
          <a:lstStyle/>
          <a:p>
            <a:pPr>
              <a:defRPr/>
            </a:pPr>
            <a:r>
              <a:rPr lang="en-US" sz="2800" dirty="0">
                <a:solidFill>
                  <a:srgbClr val="C00000"/>
                </a:solidFill>
                <a:latin typeface="Castellar" pitchFamily="18" charset="0"/>
              </a:rPr>
              <a:t>Disadvantages of Star Topology</a:t>
            </a:r>
          </a:p>
        </p:txBody>
      </p:sp>
      <p:sp>
        <p:nvSpPr>
          <p:cNvPr id="57347" name="Rectangle 3">
            <a:extLst>
              <a:ext uri="{FF2B5EF4-FFF2-40B4-BE49-F238E27FC236}">
                <a16:creationId xmlns:a16="http://schemas.microsoft.com/office/drawing/2014/main" id="{11D287DC-445D-44D6-80C6-6F57317ACC34}"/>
              </a:ext>
            </a:extLst>
          </p:cNvPr>
          <p:cNvSpPr>
            <a:spLocks noGrp="1"/>
          </p:cNvSpPr>
          <p:nvPr>
            <p:ph type="body" idx="1"/>
          </p:nvPr>
        </p:nvSpPr>
        <p:spPr>
          <a:xfrm>
            <a:off x="457200" y="2209800"/>
            <a:ext cx="8229600" cy="3916363"/>
          </a:xfrm>
        </p:spPr>
        <p:txBody>
          <a:bodyPr/>
          <a:lstStyle/>
          <a:p>
            <a:r>
              <a:rPr lang="en-US" altLang="en-US">
                <a:latin typeface="Goudy Old Style" panose="02020502050305020303" pitchFamily="18" charset="0"/>
              </a:rPr>
              <a:t>Hub is a </a:t>
            </a:r>
            <a:r>
              <a:rPr lang="en-US" altLang="en-US">
                <a:solidFill>
                  <a:srgbClr val="0070C0"/>
                </a:solidFill>
                <a:latin typeface="Goudy Old Style" panose="02020502050305020303" pitchFamily="18" charset="0"/>
              </a:rPr>
              <a:t>single point of failure</a:t>
            </a:r>
            <a:r>
              <a:rPr lang="en-US" altLang="en-US">
                <a:latin typeface="Goudy Old Style" panose="02020502050305020303" pitchFamily="18" charset="0"/>
              </a:rPr>
              <a:t>.</a:t>
            </a:r>
          </a:p>
          <a:p>
            <a:r>
              <a:rPr lang="en-US" altLang="en-US">
                <a:latin typeface="Goudy Old Style" panose="02020502050305020303" pitchFamily="18" charset="0"/>
              </a:rPr>
              <a:t>Requires </a:t>
            </a:r>
            <a:r>
              <a:rPr lang="en-US" altLang="en-US">
                <a:solidFill>
                  <a:srgbClr val="0070C0"/>
                </a:solidFill>
                <a:latin typeface="Goudy Old Style" panose="02020502050305020303" pitchFamily="18" charset="0"/>
              </a:rPr>
              <a:t>more cable </a:t>
            </a:r>
            <a:r>
              <a:rPr lang="en-US" altLang="en-US">
                <a:latin typeface="Goudy Old Style" panose="02020502050305020303" pitchFamily="18" charset="0"/>
              </a:rPr>
              <a:t>than the bus.</a:t>
            </a:r>
          </a:p>
        </p:txBody>
      </p:sp>
      <p:cxnSp>
        <p:nvCxnSpPr>
          <p:cNvPr id="4" name="Straight Connector 3">
            <a:extLst>
              <a:ext uri="{FF2B5EF4-FFF2-40B4-BE49-F238E27FC236}">
                <a16:creationId xmlns:a16="http://schemas.microsoft.com/office/drawing/2014/main" id="{91AEE5AB-F353-4D05-B027-D7C7B08ACD4D}"/>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1158F05-5322-472E-84E9-971AF770CDBB}"/>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1B633D8-EA9D-444D-B0CA-FB2442D7044D}"/>
              </a:ext>
            </a:extLst>
          </p:cNvPr>
          <p:cNvSpPr>
            <a:spLocks noGrp="1" noChangeArrowheads="1"/>
          </p:cNvSpPr>
          <p:nvPr>
            <p:ph type="title"/>
          </p:nvPr>
        </p:nvSpPr>
        <p:spPr>
          <a:xfrm>
            <a:off x="457200" y="274638"/>
            <a:ext cx="8229600" cy="868362"/>
          </a:xfrm>
        </p:spPr>
        <p:txBody>
          <a:bodyPr>
            <a:normAutofit fontScale="90000"/>
          </a:bodyPr>
          <a:lstStyle/>
          <a:p>
            <a:pPr>
              <a:defRPr/>
            </a:pPr>
            <a:r>
              <a:rPr lang="en-US" sz="3100" dirty="0">
                <a:solidFill>
                  <a:srgbClr val="C00000"/>
                </a:solidFill>
                <a:latin typeface="Castellar" pitchFamily="18" charset="0"/>
              </a:rPr>
              <a:t>A fully connected mesh topology (five devices) </a:t>
            </a: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2AD1F3AC-E10C-44F4-8A91-8387006FCACE}"/>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C6FB50C-FD53-4C1A-9864-91A495AFE6A3}"/>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58373" name="Picture 6">
            <a:extLst>
              <a:ext uri="{FF2B5EF4-FFF2-40B4-BE49-F238E27FC236}">
                <a16:creationId xmlns:a16="http://schemas.microsoft.com/office/drawing/2014/main" id="{972B48C4-3BCA-42B9-8ED0-279466ACBD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114800"/>
            <a:ext cx="4854575"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Rectangle 5">
            <a:extLst>
              <a:ext uri="{FF2B5EF4-FFF2-40B4-BE49-F238E27FC236}">
                <a16:creationId xmlns:a16="http://schemas.microsoft.com/office/drawing/2014/main" id="{25F16247-5F87-467E-9FAE-8A0D1AFE683A}"/>
              </a:ext>
            </a:extLst>
          </p:cNvPr>
          <p:cNvSpPr>
            <a:spLocks noChangeArrowheads="1"/>
          </p:cNvSpPr>
          <p:nvPr/>
        </p:nvSpPr>
        <p:spPr bwMode="auto">
          <a:xfrm>
            <a:off x="152400" y="1600200"/>
            <a:ext cx="86868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pPr>
            <a:r>
              <a:rPr lang="en-US" altLang="en-US" sz="2800">
                <a:solidFill>
                  <a:srgbClr val="0070C0"/>
                </a:solidFill>
                <a:latin typeface="Goudy Old Style" panose="02020502050305020303" pitchFamily="18" charset="0"/>
              </a:rPr>
              <a:t>Every node </a:t>
            </a:r>
            <a:r>
              <a:rPr lang="en-US" altLang="en-US" sz="2800">
                <a:latin typeface="Goudy Old Style" panose="02020502050305020303" pitchFamily="18" charset="0"/>
              </a:rPr>
              <a:t>has a circuit connecting it to every other node in the network</a:t>
            </a:r>
          </a:p>
          <a:p>
            <a:pPr algn="just">
              <a:spcBef>
                <a:spcPct val="0"/>
              </a:spcBef>
            </a:pPr>
            <a:r>
              <a:rPr lang="en-US" altLang="en-US" sz="2800">
                <a:latin typeface="Goudy Old Style" panose="02020502050305020303" pitchFamily="18" charset="0"/>
              </a:rPr>
              <a:t>Yields greatest </a:t>
            </a:r>
            <a:r>
              <a:rPr lang="en-US" altLang="en-US" sz="2800">
                <a:solidFill>
                  <a:srgbClr val="0070C0"/>
                </a:solidFill>
                <a:latin typeface="Goudy Old Style" panose="02020502050305020303" pitchFamily="18" charset="0"/>
              </a:rPr>
              <a:t>redundancy</a:t>
            </a:r>
            <a:r>
              <a:rPr lang="en-US" altLang="en-US" sz="2800">
                <a:latin typeface="Goudy Old Style" panose="02020502050305020303" pitchFamily="18" charset="0"/>
              </a:rPr>
              <a:t>, so if one node fails, network traffic can be redirected to any of the other nodes</a:t>
            </a:r>
          </a:p>
          <a:p>
            <a:pPr algn="just">
              <a:spcBef>
                <a:spcPct val="0"/>
              </a:spcBef>
            </a:pPr>
            <a:r>
              <a:rPr lang="en-US" altLang="en-US" sz="2800">
                <a:latin typeface="Goudy Old Style" panose="02020502050305020303" pitchFamily="18" charset="0"/>
              </a:rPr>
              <a:t>Usually reserved for backbone networks since it is very expensive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BBF60-1F0F-4621-997B-F1B550B62CE2}"/>
              </a:ext>
            </a:extLst>
          </p:cNvPr>
          <p:cNvSpPr>
            <a:spLocks noGrp="1"/>
          </p:cNvSpPr>
          <p:nvPr>
            <p:ph type="title"/>
          </p:nvPr>
        </p:nvSpPr>
        <p:spPr/>
        <p:txBody>
          <a:bodyPr/>
          <a:lstStyle/>
          <a:p>
            <a:pPr>
              <a:defRPr/>
            </a:pPr>
            <a:r>
              <a:rPr lang="en-US" sz="2800" dirty="0">
                <a:solidFill>
                  <a:srgbClr val="C00000"/>
                </a:solidFill>
                <a:latin typeface="Castellar" pitchFamily="18" charset="0"/>
              </a:rPr>
              <a:t>mesh topology</a:t>
            </a:r>
            <a:endParaRPr lang="en-US" sz="2800" dirty="0"/>
          </a:p>
        </p:txBody>
      </p:sp>
      <p:sp>
        <p:nvSpPr>
          <p:cNvPr id="59395" name="Content Placeholder 2">
            <a:extLst>
              <a:ext uri="{FF2B5EF4-FFF2-40B4-BE49-F238E27FC236}">
                <a16:creationId xmlns:a16="http://schemas.microsoft.com/office/drawing/2014/main" id="{6705BD77-31B1-4316-BC4E-BA67D45EB6A5}"/>
              </a:ext>
            </a:extLst>
          </p:cNvPr>
          <p:cNvSpPr>
            <a:spLocks noGrp="1"/>
          </p:cNvSpPr>
          <p:nvPr>
            <p:ph idx="1"/>
          </p:nvPr>
        </p:nvSpPr>
        <p:spPr>
          <a:xfrm>
            <a:off x="381000" y="1524000"/>
            <a:ext cx="8229600" cy="4525963"/>
          </a:xfrm>
        </p:spPr>
        <p:txBody>
          <a:bodyPr/>
          <a:lstStyle/>
          <a:p>
            <a:r>
              <a:rPr lang="en-US" altLang="en-US" sz="2800" b="1">
                <a:latin typeface="Goudy Old Style" panose="02020502050305020303" pitchFamily="18" charset="0"/>
              </a:rPr>
              <a:t>Advantages</a:t>
            </a:r>
          </a:p>
          <a:p>
            <a:pPr lvl="1"/>
            <a:r>
              <a:rPr lang="en-US" altLang="en-US">
                <a:latin typeface="Goudy Old Style" panose="02020502050305020303" pitchFamily="18" charset="0"/>
              </a:rPr>
              <a:t>No Traffic</a:t>
            </a:r>
          </a:p>
          <a:p>
            <a:pPr lvl="1"/>
            <a:r>
              <a:rPr lang="en-US" altLang="en-US">
                <a:latin typeface="Goudy Old Style" panose="02020502050305020303" pitchFamily="18" charset="0"/>
              </a:rPr>
              <a:t>Easy fault identification</a:t>
            </a:r>
          </a:p>
          <a:p>
            <a:pPr lvl="1"/>
            <a:r>
              <a:rPr lang="en-US" altLang="en-US">
                <a:latin typeface="Goudy Old Style" panose="02020502050305020303" pitchFamily="18" charset="0"/>
              </a:rPr>
              <a:t>Robust</a:t>
            </a:r>
          </a:p>
          <a:p>
            <a:r>
              <a:rPr lang="en-US" altLang="en-US" sz="2800" b="1">
                <a:latin typeface="Goudy Old Style" panose="02020502050305020303" pitchFamily="18" charset="0"/>
              </a:rPr>
              <a:t>Disadvantages</a:t>
            </a:r>
          </a:p>
          <a:p>
            <a:pPr lvl="1">
              <a:buFont typeface="Wingdings" panose="05000000000000000000" pitchFamily="2" charset="2"/>
              <a:buNone/>
            </a:pPr>
            <a:r>
              <a:rPr lang="en-US" altLang="en-US">
                <a:latin typeface="Goudy Old Style" panose="02020502050305020303" pitchFamily="18" charset="0"/>
              </a:rPr>
              <a:t>- Expensive- large number of cables, I/O port and connections required.</a:t>
            </a:r>
          </a:p>
          <a:p>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174DAB2-0541-41DD-BC62-01A1E8AD62F5}"/>
              </a:ext>
            </a:extLst>
          </p:cNvPr>
          <p:cNvSpPr>
            <a:spLocks noGrp="1" noChangeArrowheads="1"/>
          </p:cNvSpPr>
          <p:nvPr>
            <p:ph type="title"/>
          </p:nvPr>
        </p:nvSpPr>
        <p:spPr>
          <a:xfrm>
            <a:off x="457200" y="457200"/>
            <a:ext cx="8229600" cy="868363"/>
          </a:xfrm>
        </p:spPr>
        <p:txBody>
          <a:bodyPr>
            <a:normAutofit fontScale="90000"/>
          </a:bodyPr>
          <a:lstStyle/>
          <a:p>
            <a:pPr>
              <a:defRPr/>
            </a:pPr>
            <a:r>
              <a:rPr lang="en-US" sz="2700" dirty="0">
                <a:solidFill>
                  <a:srgbClr val="C00000"/>
                </a:solidFill>
                <a:latin typeface="Castellar" pitchFamily="18" charset="0"/>
              </a:rPr>
              <a:t>A hybrid topology: a star backbone with three bus networks </a:t>
            </a:r>
            <a:br>
              <a:rPr lang="en-US" sz="3200" i="1" dirty="0">
                <a:latin typeface="Times New Roman" charset="0"/>
              </a:rPr>
            </a:b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5EE1E0A2-587D-48DA-9658-DD5AB7E5EED2}"/>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90A7C3A-8644-4CE5-9B01-93C7A3DF9383}"/>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60421" name="Picture 6">
            <a:extLst>
              <a:ext uri="{FF2B5EF4-FFF2-40B4-BE49-F238E27FC236}">
                <a16:creationId xmlns:a16="http://schemas.microsoft.com/office/drawing/2014/main" id="{AE88E204-0420-42A3-B548-D017ADC2C5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6883400"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B086EFB-5EF4-4450-AFAA-1D54BD395870}"/>
              </a:ext>
            </a:extLst>
          </p:cNvPr>
          <p:cNvSpPr>
            <a:spLocks noGrp="1" noChangeArrowheads="1"/>
          </p:cNvSpPr>
          <p:nvPr>
            <p:ph type="title"/>
          </p:nvPr>
        </p:nvSpPr>
        <p:spPr>
          <a:xfrm>
            <a:off x="457200" y="457200"/>
            <a:ext cx="8229600" cy="868363"/>
          </a:xfrm>
        </p:spPr>
        <p:txBody>
          <a:bodyPr>
            <a:normAutofit fontScale="90000"/>
          </a:bodyPr>
          <a:lstStyle/>
          <a:p>
            <a:pPr>
              <a:defRPr/>
            </a:pPr>
            <a:r>
              <a:rPr lang="en-US" sz="3100" dirty="0">
                <a:solidFill>
                  <a:srgbClr val="C00000"/>
                </a:solidFill>
                <a:latin typeface="Castellar" pitchFamily="18" charset="0"/>
              </a:rPr>
              <a:t>Categories of Networks </a:t>
            </a:r>
            <a:br>
              <a:rPr lang="en-US" sz="3200" i="1" dirty="0">
                <a:latin typeface="Times New Roman" charset="0"/>
              </a:rPr>
            </a:b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8A1D9DB9-0750-40A2-BD40-C7E9D6EE2CFB}"/>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6055CAF-E1AA-4F2E-9627-094D2614F519}"/>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61445" name="Rectangle 8">
            <a:extLst>
              <a:ext uri="{FF2B5EF4-FFF2-40B4-BE49-F238E27FC236}">
                <a16:creationId xmlns:a16="http://schemas.microsoft.com/office/drawing/2014/main" id="{4028A665-338B-4023-ABC0-813A88E4F49E}"/>
              </a:ext>
            </a:extLst>
          </p:cNvPr>
          <p:cNvSpPr>
            <a:spLocks noChangeArrowheads="1"/>
          </p:cNvSpPr>
          <p:nvPr/>
        </p:nvSpPr>
        <p:spPr bwMode="auto">
          <a:xfrm>
            <a:off x="762000" y="1412875"/>
            <a:ext cx="73152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914400" indent="-4572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en-US" altLang="en-US" sz="2800" b="1">
                <a:latin typeface="Goudy Old Style" panose="02020502050305020303" pitchFamily="18" charset="0"/>
              </a:rPr>
              <a:t>Local Area Networks (LANs)</a:t>
            </a:r>
          </a:p>
          <a:p>
            <a:pPr lvl="1">
              <a:spcBef>
                <a:spcPct val="0"/>
              </a:spcBef>
              <a:buFont typeface="Arial" panose="020B0604020202020204" pitchFamily="34" charset="0"/>
              <a:buChar char="•"/>
            </a:pPr>
            <a:r>
              <a:rPr lang="en-US" altLang="en-US">
                <a:latin typeface="Goudy Old Style" panose="02020502050305020303" pitchFamily="18" charset="0"/>
              </a:rPr>
              <a:t>Short distances</a:t>
            </a:r>
          </a:p>
          <a:p>
            <a:pPr lvl="1">
              <a:spcBef>
                <a:spcPct val="0"/>
              </a:spcBef>
              <a:buFont typeface="Arial" panose="020B0604020202020204" pitchFamily="34" charset="0"/>
              <a:buChar char="•"/>
            </a:pPr>
            <a:r>
              <a:rPr lang="en-US" altLang="en-US">
                <a:latin typeface="Goudy Old Style" panose="02020502050305020303" pitchFamily="18" charset="0"/>
              </a:rPr>
              <a:t>Designed to provide local interconnectivity</a:t>
            </a:r>
          </a:p>
          <a:p>
            <a:pPr lvl="1">
              <a:spcBef>
                <a:spcPct val="0"/>
              </a:spcBef>
              <a:buFont typeface="Arial" panose="020B0604020202020204" pitchFamily="34" charset="0"/>
              <a:buChar char="•"/>
            </a:pPr>
            <a:r>
              <a:rPr lang="en-US" altLang="en-US">
                <a:latin typeface="Goudy Old Style" panose="02020502050305020303" pitchFamily="18" charset="0"/>
              </a:rPr>
              <a:t>Wifi</a:t>
            </a:r>
          </a:p>
          <a:p>
            <a:pPr>
              <a:spcBef>
                <a:spcPct val="0"/>
              </a:spcBef>
            </a:pPr>
            <a:r>
              <a:rPr lang="en-US" altLang="en-US" sz="2800" b="1">
                <a:latin typeface="Goudy Old Style" panose="02020502050305020303" pitchFamily="18" charset="0"/>
              </a:rPr>
              <a:t>Wide Area Networks (WANs)</a:t>
            </a:r>
          </a:p>
          <a:p>
            <a:pPr lvl="1">
              <a:spcBef>
                <a:spcPct val="0"/>
              </a:spcBef>
              <a:buFont typeface="Arial" panose="020B0604020202020204" pitchFamily="34" charset="0"/>
              <a:buChar char="•"/>
            </a:pPr>
            <a:r>
              <a:rPr lang="en-US" altLang="en-US">
                <a:latin typeface="Goudy Old Style" panose="02020502050305020303" pitchFamily="18" charset="0"/>
              </a:rPr>
              <a:t>Long distances</a:t>
            </a:r>
          </a:p>
          <a:p>
            <a:pPr lvl="1">
              <a:spcBef>
                <a:spcPct val="0"/>
              </a:spcBef>
              <a:buFont typeface="Arial" panose="020B0604020202020204" pitchFamily="34" charset="0"/>
              <a:buChar char="•"/>
            </a:pPr>
            <a:r>
              <a:rPr lang="en-US" altLang="en-US">
                <a:latin typeface="Goudy Old Style" panose="02020502050305020303" pitchFamily="18" charset="0"/>
              </a:rPr>
              <a:t>Provide connectivity over large areas</a:t>
            </a:r>
          </a:p>
          <a:p>
            <a:pPr lvl="1">
              <a:spcBef>
                <a:spcPct val="0"/>
              </a:spcBef>
              <a:buFont typeface="Arial" panose="020B0604020202020204" pitchFamily="34" charset="0"/>
              <a:buChar char="•"/>
            </a:pPr>
            <a:r>
              <a:rPr lang="en-US" altLang="en-US">
                <a:latin typeface="Goudy Old Style" panose="02020502050305020303" pitchFamily="18" charset="0"/>
              </a:rPr>
              <a:t>Internet</a:t>
            </a:r>
          </a:p>
          <a:p>
            <a:pPr>
              <a:spcBef>
                <a:spcPct val="0"/>
              </a:spcBef>
            </a:pPr>
            <a:r>
              <a:rPr lang="en-US" altLang="en-US" sz="2800" b="1">
                <a:latin typeface="Goudy Old Style" panose="02020502050305020303" pitchFamily="18" charset="0"/>
              </a:rPr>
              <a:t>Metropolitan Area Networks (MANs)</a:t>
            </a:r>
          </a:p>
          <a:p>
            <a:pPr lvl="1">
              <a:spcBef>
                <a:spcPct val="0"/>
              </a:spcBef>
              <a:buFont typeface="Arial" panose="020B0604020202020204" pitchFamily="34" charset="0"/>
              <a:buChar char="•"/>
            </a:pPr>
            <a:r>
              <a:rPr lang="en-US" altLang="en-US">
                <a:latin typeface="Goudy Old Style" panose="02020502050305020303" pitchFamily="18" charset="0"/>
              </a:rPr>
              <a:t>Provide connectivity over areas such as a city, a campus</a:t>
            </a:r>
          </a:p>
          <a:p>
            <a:pPr lvl="1">
              <a:spcBef>
                <a:spcPct val="0"/>
              </a:spcBef>
              <a:buFont typeface="Arial" panose="020B0604020202020204" pitchFamily="34" charset="0"/>
              <a:buChar char="•"/>
            </a:pPr>
            <a:r>
              <a:rPr lang="en-US" altLang="en-US">
                <a:latin typeface="Goudy Old Style" panose="02020502050305020303" pitchFamily="18" charset="0"/>
              </a:rPr>
              <a:t>Cable Tv N/W in the city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062443E-527A-4014-BB30-DBD9C3DAA003}"/>
              </a:ext>
            </a:extLst>
          </p:cNvPr>
          <p:cNvSpPr>
            <a:spLocks noGrp="1" noChangeArrowheads="1"/>
          </p:cNvSpPr>
          <p:nvPr>
            <p:ph type="title"/>
          </p:nvPr>
        </p:nvSpPr>
        <p:spPr>
          <a:xfrm>
            <a:off x="457200" y="457200"/>
            <a:ext cx="8229600" cy="868363"/>
          </a:xfrm>
        </p:spPr>
        <p:txBody>
          <a:bodyPr>
            <a:normAutofit fontScale="90000"/>
          </a:bodyPr>
          <a:lstStyle/>
          <a:p>
            <a:pPr>
              <a:defRPr/>
            </a:pPr>
            <a:r>
              <a:rPr lang="en-US" sz="3100" dirty="0">
                <a:solidFill>
                  <a:srgbClr val="C00000"/>
                </a:solidFill>
                <a:latin typeface="Castellar" pitchFamily="18" charset="0"/>
              </a:rPr>
              <a:t>An isolated LAN connecting 12 computers to a hub in a closet</a:t>
            </a:r>
            <a:br>
              <a:rPr lang="en-US" sz="3200" i="1" dirty="0">
                <a:latin typeface="Times New Roman" charset="0"/>
              </a:rPr>
            </a:br>
            <a:br>
              <a:rPr lang="en-US" sz="3200" i="1" dirty="0">
                <a:latin typeface="Times New Roman" charset="0"/>
              </a:rPr>
            </a:br>
            <a:endParaRPr lang="en-US" sz="2800" dirty="0">
              <a:solidFill>
                <a:srgbClr val="C00000"/>
              </a:solidFill>
              <a:latin typeface="Castellar" pitchFamily="18" charset="0"/>
            </a:endParaRPr>
          </a:p>
        </p:txBody>
      </p:sp>
      <p:cxnSp>
        <p:nvCxnSpPr>
          <p:cNvPr id="4" name="Straight Connector 3">
            <a:extLst>
              <a:ext uri="{FF2B5EF4-FFF2-40B4-BE49-F238E27FC236}">
                <a16:creationId xmlns:a16="http://schemas.microsoft.com/office/drawing/2014/main" id="{77113338-3927-4E1A-9582-C81362F18C8D}"/>
              </a:ext>
            </a:extLst>
          </p:cNvPr>
          <p:cNvCxnSpPr/>
          <p:nvPr/>
        </p:nvCxnSpPr>
        <p:spPr>
          <a:xfrm>
            <a:off x="0" y="11430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636760A-2291-4D04-BFEE-2FB4B6CE3757}"/>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62469" name="Picture 6">
            <a:extLst>
              <a:ext uri="{FF2B5EF4-FFF2-40B4-BE49-F238E27FC236}">
                <a16:creationId xmlns:a16="http://schemas.microsoft.com/office/drawing/2014/main" id="{B835C70B-2D6A-44E8-A105-38C3C912F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52600"/>
            <a:ext cx="6151563"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2ADB78-BD94-4182-9D21-26E2DF17C1AE}"/>
              </a:ext>
            </a:extLst>
          </p:cNvPr>
          <p:cNvSpPr>
            <a:spLocks noGrp="1"/>
          </p:cNvSpPr>
          <p:nvPr>
            <p:ph idx="1"/>
          </p:nvPr>
        </p:nvSpPr>
        <p:spPr>
          <a:xfrm>
            <a:off x="304800" y="1493838"/>
            <a:ext cx="8382000" cy="4678362"/>
          </a:xfrm>
        </p:spPr>
        <p:txBody>
          <a:bodyPr/>
          <a:lstStyle/>
          <a:p>
            <a:pPr eaLnBrk="0" fontAlgn="base" hangingPunct="0">
              <a:spcAft>
                <a:spcPct val="0"/>
              </a:spcAft>
              <a:buClr>
                <a:srgbClr val="3333CC"/>
              </a:buClr>
              <a:buSzPct val="85000"/>
              <a:buFont typeface="ZapfDingbats" pitchFamily="82" charset="2"/>
              <a:buChar char="r"/>
              <a:defRPr/>
            </a:pPr>
            <a:r>
              <a:rPr lang="en-US" sz="2800" kern="0" dirty="0">
                <a:solidFill>
                  <a:srgbClr val="000000"/>
                </a:solidFill>
                <a:latin typeface="Comic Sans MS"/>
              </a:rPr>
              <a:t>Four major components</a:t>
            </a:r>
          </a:p>
          <a:p>
            <a:pPr marL="914400" lvl="1" indent="-457200" eaLnBrk="0" fontAlgn="base" hangingPunct="0">
              <a:spcAft>
                <a:spcPct val="0"/>
              </a:spcAft>
              <a:buClr>
                <a:srgbClr val="3333CC"/>
              </a:buClr>
              <a:buSzPct val="75000"/>
              <a:buFont typeface="Comic Sans MS" panose="030F0702030302020204" pitchFamily="66" charset="0"/>
              <a:buAutoNum type="arabicPeriod"/>
              <a:defRPr/>
            </a:pPr>
            <a:r>
              <a:rPr lang="en-US" sz="2400" kern="0" dirty="0">
                <a:solidFill>
                  <a:srgbClr val="000000"/>
                </a:solidFill>
                <a:latin typeface="Comic Sans MS"/>
              </a:rPr>
              <a:t>End Points</a:t>
            </a:r>
          </a:p>
          <a:p>
            <a:pPr marL="1314450" lvl="2" indent="-457200">
              <a:buFontTx/>
              <a:buChar char="•"/>
              <a:defRPr/>
            </a:pPr>
            <a:r>
              <a:rPr lang="en-US" sz="2000" kern="0" dirty="0">
                <a:solidFill>
                  <a:srgbClr val="000000"/>
                </a:solidFill>
                <a:latin typeface="Comic Sans MS"/>
              </a:rPr>
              <a:t>PCs, Servers, Printers, Smart Phones, </a:t>
            </a:r>
            <a:r>
              <a:rPr lang="en-US" sz="2000" kern="0" dirty="0" err="1">
                <a:solidFill>
                  <a:srgbClr val="000000"/>
                </a:solidFill>
                <a:latin typeface="Comic Sans MS"/>
              </a:rPr>
              <a:t>etc</a:t>
            </a:r>
            <a:endParaRPr lang="en-US" sz="2000" kern="0" dirty="0">
              <a:solidFill>
                <a:srgbClr val="000000"/>
              </a:solidFill>
              <a:latin typeface="Comic Sans MS"/>
            </a:endParaRPr>
          </a:p>
          <a:p>
            <a:pPr marL="914400" lvl="1" indent="-457200" eaLnBrk="0" fontAlgn="base" hangingPunct="0">
              <a:spcAft>
                <a:spcPct val="0"/>
              </a:spcAft>
              <a:buClr>
                <a:srgbClr val="3333CC"/>
              </a:buClr>
              <a:buSzPct val="75000"/>
              <a:buFont typeface="Comic Sans MS" panose="030F0702030302020204" pitchFamily="66" charset="0"/>
              <a:buAutoNum type="arabicPeriod"/>
              <a:defRPr/>
            </a:pPr>
            <a:r>
              <a:rPr lang="en-US" sz="2400" kern="0" dirty="0">
                <a:solidFill>
                  <a:srgbClr val="000000"/>
                </a:solidFill>
                <a:latin typeface="Comic Sans MS"/>
              </a:rPr>
              <a:t>Interconnections</a:t>
            </a:r>
          </a:p>
          <a:p>
            <a:pPr marL="1314450" lvl="2" indent="-457200">
              <a:buFontTx/>
              <a:buChar char="•"/>
              <a:defRPr/>
            </a:pPr>
            <a:r>
              <a:rPr lang="en-US" sz="2000" kern="0" dirty="0">
                <a:solidFill>
                  <a:srgbClr val="000000"/>
                </a:solidFill>
                <a:latin typeface="Comic Sans MS"/>
              </a:rPr>
              <a:t>NIC cards, Media, Connectors</a:t>
            </a:r>
          </a:p>
          <a:p>
            <a:pPr marL="914400" lvl="1" indent="-457200" eaLnBrk="0" fontAlgn="base" hangingPunct="0">
              <a:spcAft>
                <a:spcPct val="0"/>
              </a:spcAft>
              <a:buClr>
                <a:srgbClr val="3333CC"/>
              </a:buClr>
              <a:buSzPct val="75000"/>
              <a:buFont typeface="Comic Sans MS" panose="030F0702030302020204" pitchFamily="66" charset="0"/>
              <a:buAutoNum type="arabicPeriod"/>
              <a:defRPr/>
            </a:pPr>
            <a:r>
              <a:rPr lang="en-US" sz="2400" kern="0" dirty="0">
                <a:solidFill>
                  <a:srgbClr val="000000"/>
                </a:solidFill>
                <a:latin typeface="Comic Sans MS"/>
              </a:rPr>
              <a:t>Switches</a:t>
            </a:r>
          </a:p>
          <a:p>
            <a:pPr marL="1314450" lvl="2" indent="-457200">
              <a:buFontTx/>
              <a:buChar char="•"/>
              <a:defRPr/>
            </a:pPr>
            <a:r>
              <a:rPr lang="en-US" sz="2000" kern="0" dirty="0">
                <a:solidFill>
                  <a:srgbClr val="000000"/>
                </a:solidFill>
                <a:latin typeface="Comic Sans MS"/>
              </a:rPr>
              <a:t>Connects endpoints to the Local Area Network (LAN)</a:t>
            </a:r>
          </a:p>
          <a:p>
            <a:pPr marL="914400" lvl="1" indent="-457200" eaLnBrk="0" fontAlgn="base" hangingPunct="0">
              <a:spcAft>
                <a:spcPct val="0"/>
              </a:spcAft>
              <a:buClr>
                <a:srgbClr val="3333CC"/>
              </a:buClr>
              <a:buSzPct val="75000"/>
              <a:buFont typeface="Comic Sans MS" panose="030F0702030302020204" pitchFamily="66" charset="0"/>
              <a:buAutoNum type="arabicPeriod"/>
              <a:defRPr/>
            </a:pPr>
            <a:r>
              <a:rPr lang="en-US" sz="2400" kern="0" dirty="0">
                <a:solidFill>
                  <a:srgbClr val="000000"/>
                </a:solidFill>
                <a:latin typeface="Comic Sans MS"/>
              </a:rPr>
              <a:t>Router</a:t>
            </a:r>
          </a:p>
          <a:p>
            <a:pPr marL="1314450" lvl="2" indent="-457200">
              <a:buFontTx/>
              <a:buChar char="•"/>
              <a:defRPr/>
            </a:pPr>
            <a:r>
              <a:rPr lang="en-US" sz="2000" kern="0" dirty="0">
                <a:solidFill>
                  <a:srgbClr val="000000"/>
                </a:solidFill>
                <a:latin typeface="Comic Sans MS"/>
              </a:rPr>
              <a:t>Connect multiple LANs to form Internetworks</a:t>
            </a:r>
          </a:p>
          <a:p>
            <a:pPr marL="1314450" lvl="2" indent="-457200">
              <a:buFontTx/>
              <a:buChar char="•"/>
              <a:defRPr/>
            </a:pPr>
            <a:r>
              <a:rPr lang="en-US" sz="2000" kern="0" dirty="0">
                <a:solidFill>
                  <a:srgbClr val="000000"/>
                </a:solidFill>
                <a:latin typeface="Comic Sans MS"/>
              </a:rPr>
              <a:t>Chooses best path between LAN and Wider Area Networks (WAN)</a:t>
            </a:r>
          </a:p>
          <a:p>
            <a:pPr>
              <a:defRPr/>
            </a:pPr>
            <a:endParaRPr lang="en-US" dirty="0"/>
          </a:p>
        </p:txBody>
      </p:sp>
      <p:sp>
        <p:nvSpPr>
          <p:cNvPr id="3" name="Content Placeholder 2">
            <a:extLst>
              <a:ext uri="{FF2B5EF4-FFF2-40B4-BE49-F238E27FC236}">
                <a16:creationId xmlns:a16="http://schemas.microsoft.com/office/drawing/2014/main" id="{AC4E500D-2C1C-4EA5-8585-D0237B55C091}"/>
              </a:ext>
            </a:extLst>
          </p:cNvPr>
          <p:cNvSpPr>
            <a:spLocks noGrp="1"/>
          </p:cNvSpPr>
          <p:nvPr>
            <p:ph sz="quarter" idx="10"/>
          </p:nvPr>
        </p:nvSpPr>
        <p:spPr>
          <a:xfrm>
            <a:off x="304800" y="152400"/>
            <a:ext cx="7620000" cy="1143000"/>
          </a:xfrm>
        </p:spPr>
        <p:txBody>
          <a:bodyPr/>
          <a:lstStyle/>
          <a:p>
            <a:pPr>
              <a:defRPr/>
            </a:pPr>
            <a:r>
              <a:rPr lang="en-US" dirty="0"/>
              <a:t>Network Devices and Components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E437CE-2616-4007-9821-5FE512E91E05}"/>
              </a:ext>
            </a:extLst>
          </p:cNvPr>
          <p:cNvSpPr>
            <a:spLocks noGrp="1"/>
          </p:cNvSpPr>
          <p:nvPr>
            <p:ph sz="half" idx="1"/>
          </p:nvPr>
        </p:nvSpPr>
        <p:spPr/>
        <p:txBody>
          <a:bodyPr/>
          <a:lstStyle/>
          <a:p>
            <a:pPr eaLnBrk="0" fontAlgn="base" hangingPunct="0">
              <a:spcAft>
                <a:spcPct val="0"/>
              </a:spcAft>
              <a:buClr>
                <a:srgbClr val="3333CC"/>
              </a:buClr>
              <a:buSzPct val="85000"/>
              <a:buFont typeface="ZapfDingbats" pitchFamily="82" charset="2"/>
              <a:buChar char="r"/>
              <a:defRPr/>
            </a:pPr>
            <a:r>
              <a:rPr lang="en-US" sz="2400" kern="0" dirty="0">
                <a:solidFill>
                  <a:srgbClr val="000000"/>
                </a:solidFill>
                <a:latin typeface="Comic Sans MS"/>
              </a:rPr>
              <a:t>millions of connected computing devices: </a:t>
            </a:r>
            <a:r>
              <a:rPr lang="en-US" sz="2400" i="1" kern="0" dirty="0">
                <a:solidFill>
                  <a:srgbClr val="FF0000"/>
                </a:solidFill>
                <a:latin typeface="Comic Sans MS"/>
              </a:rPr>
              <a:t>hosts, end-systems</a:t>
            </a:r>
            <a:endParaRPr lang="en-US" sz="2400" kern="0" dirty="0">
              <a:solidFill>
                <a:srgbClr val="FF0000"/>
              </a:solidFill>
              <a:latin typeface="Comic Sans MS"/>
            </a:endParaRPr>
          </a:p>
          <a:p>
            <a:pPr lvl="1" eaLnBrk="0" fontAlgn="base" hangingPunct="0">
              <a:spcAft>
                <a:spcPct val="0"/>
              </a:spcAft>
              <a:buClr>
                <a:srgbClr val="3333CC"/>
              </a:buClr>
              <a:buSzPct val="75000"/>
              <a:buFont typeface="ZapfDingbats" pitchFamily="82" charset="2"/>
              <a:buChar char="m"/>
              <a:defRPr/>
            </a:pPr>
            <a:r>
              <a:rPr lang="en-US" sz="2000" kern="0" dirty="0">
                <a:solidFill>
                  <a:srgbClr val="000000"/>
                </a:solidFill>
                <a:latin typeface="Comic Sans MS"/>
              </a:rPr>
              <a:t>pc’s workstations, servers</a:t>
            </a:r>
          </a:p>
          <a:p>
            <a:pPr lvl="1" eaLnBrk="0" fontAlgn="base" hangingPunct="0">
              <a:spcAft>
                <a:spcPct val="0"/>
              </a:spcAft>
              <a:buClr>
                <a:srgbClr val="3333CC"/>
              </a:buClr>
              <a:buSzPct val="75000"/>
              <a:buFont typeface="ZapfDingbats" pitchFamily="82" charset="2"/>
              <a:buChar char="m"/>
              <a:defRPr/>
            </a:pPr>
            <a:r>
              <a:rPr lang="en-US" sz="2000" kern="0" dirty="0">
                <a:solidFill>
                  <a:srgbClr val="000000"/>
                </a:solidFill>
                <a:latin typeface="Comic Sans MS"/>
              </a:rPr>
              <a:t>PDA’s, phones,</a:t>
            </a:r>
          </a:p>
          <a:p>
            <a:pPr lvl="1" eaLnBrk="0" fontAlgn="base" hangingPunct="0">
              <a:spcAft>
                <a:spcPct val="0"/>
              </a:spcAft>
              <a:buClr>
                <a:srgbClr val="3333CC"/>
              </a:buClr>
              <a:buSzPct val="75000"/>
              <a:buFont typeface="Arial" pitchFamily="34" charset="0"/>
              <a:buNone/>
              <a:defRPr/>
            </a:pPr>
            <a:r>
              <a:rPr lang="en-US" sz="2400" kern="0" dirty="0">
                <a:solidFill>
                  <a:srgbClr val="000000"/>
                </a:solidFill>
                <a:latin typeface="Comic Sans MS"/>
              </a:rPr>
              <a:t>running </a:t>
            </a:r>
            <a:r>
              <a:rPr lang="en-US" sz="2400" i="1" kern="0" dirty="0">
                <a:solidFill>
                  <a:srgbClr val="FF0000"/>
                </a:solidFill>
                <a:latin typeface="Comic Sans MS"/>
              </a:rPr>
              <a:t>network apps</a:t>
            </a:r>
            <a:endParaRPr lang="en-US" sz="2400" kern="0" dirty="0">
              <a:solidFill>
                <a:srgbClr val="000000"/>
              </a:solidFill>
              <a:latin typeface="Comic Sans MS"/>
            </a:endParaRPr>
          </a:p>
          <a:p>
            <a:pPr eaLnBrk="0" fontAlgn="base" hangingPunct="0">
              <a:spcAft>
                <a:spcPct val="0"/>
              </a:spcAft>
              <a:buClr>
                <a:srgbClr val="3333CC"/>
              </a:buClr>
              <a:buSzPct val="85000"/>
              <a:buFont typeface="ZapfDingbats" pitchFamily="82" charset="2"/>
              <a:buChar char="r"/>
              <a:defRPr/>
            </a:pPr>
            <a:r>
              <a:rPr lang="en-US" sz="2400" i="1" kern="0" dirty="0">
                <a:solidFill>
                  <a:srgbClr val="FF0000"/>
                </a:solidFill>
                <a:latin typeface="Comic Sans MS"/>
              </a:rPr>
              <a:t>communication links</a:t>
            </a:r>
            <a:endParaRPr lang="en-US" sz="2400" kern="0" dirty="0">
              <a:solidFill>
                <a:srgbClr val="000000"/>
              </a:solidFill>
              <a:latin typeface="Comic Sans MS"/>
            </a:endParaRPr>
          </a:p>
          <a:p>
            <a:pPr lvl="1" eaLnBrk="0" fontAlgn="base" hangingPunct="0">
              <a:spcAft>
                <a:spcPct val="0"/>
              </a:spcAft>
              <a:buClr>
                <a:srgbClr val="3333CC"/>
              </a:buClr>
              <a:buSzPct val="75000"/>
              <a:buFont typeface="ZapfDingbats" pitchFamily="82" charset="2"/>
              <a:buChar char="m"/>
              <a:defRPr/>
            </a:pPr>
            <a:r>
              <a:rPr lang="en-US" sz="2000" kern="0" dirty="0">
                <a:solidFill>
                  <a:srgbClr val="000000"/>
                </a:solidFill>
                <a:latin typeface="Comic Sans MS"/>
              </a:rPr>
              <a:t>fiber, copper, radio, satellite</a:t>
            </a:r>
          </a:p>
          <a:p>
            <a:pPr eaLnBrk="0" fontAlgn="base" hangingPunct="0">
              <a:spcAft>
                <a:spcPct val="0"/>
              </a:spcAft>
              <a:buClr>
                <a:srgbClr val="3333CC"/>
              </a:buClr>
              <a:buSzPct val="85000"/>
              <a:buFont typeface="ZapfDingbats" pitchFamily="82" charset="2"/>
              <a:buChar char="r"/>
              <a:defRPr/>
            </a:pPr>
            <a:r>
              <a:rPr lang="en-US" sz="2400" i="1" kern="0" dirty="0">
                <a:solidFill>
                  <a:srgbClr val="FF0000"/>
                </a:solidFill>
                <a:latin typeface="Comic Sans MS"/>
              </a:rPr>
              <a:t>routers:</a:t>
            </a:r>
            <a:r>
              <a:rPr lang="en-US" sz="2400" kern="0" dirty="0">
                <a:solidFill>
                  <a:srgbClr val="000000"/>
                </a:solidFill>
                <a:latin typeface="Comic Sans MS"/>
              </a:rPr>
              <a:t> forward packets (chunks) of data thru network</a:t>
            </a:r>
          </a:p>
          <a:p>
            <a:pPr>
              <a:defRPr/>
            </a:pPr>
            <a:endParaRPr lang="en-US" dirty="0"/>
          </a:p>
        </p:txBody>
      </p:sp>
      <p:sp>
        <p:nvSpPr>
          <p:cNvPr id="64515" name="Content Placeholder 3">
            <a:extLst>
              <a:ext uri="{FF2B5EF4-FFF2-40B4-BE49-F238E27FC236}">
                <a16:creationId xmlns:a16="http://schemas.microsoft.com/office/drawing/2014/main" id="{C9838DE2-251B-47A2-8A14-6E149158E02D}"/>
              </a:ext>
            </a:extLst>
          </p:cNvPr>
          <p:cNvSpPr>
            <a:spLocks noGrp="1"/>
          </p:cNvSpPr>
          <p:nvPr>
            <p:ph sz="half" idx="2"/>
          </p:nvPr>
        </p:nvSpPr>
        <p:spPr/>
        <p:txBody>
          <a:bodyPr/>
          <a:lstStyle/>
          <a:p>
            <a:pPr fontAlgn="base">
              <a:spcAft>
                <a:spcPct val="0"/>
              </a:spcAft>
            </a:pPr>
            <a:endParaRPr lang="en-US" altLang="en-US"/>
          </a:p>
        </p:txBody>
      </p:sp>
      <p:sp>
        <p:nvSpPr>
          <p:cNvPr id="5" name="Content Placeholder 4">
            <a:extLst>
              <a:ext uri="{FF2B5EF4-FFF2-40B4-BE49-F238E27FC236}">
                <a16:creationId xmlns:a16="http://schemas.microsoft.com/office/drawing/2014/main" id="{1DE3E4C9-92FC-48BD-B7E8-B2A67F966983}"/>
              </a:ext>
            </a:extLst>
          </p:cNvPr>
          <p:cNvSpPr>
            <a:spLocks noGrp="1"/>
          </p:cNvSpPr>
          <p:nvPr>
            <p:ph sz="quarter" idx="10"/>
          </p:nvPr>
        </p:nvSpPr>
        <p:spPr/>
        <p:txBody>
          <a:bodyPr/>
          <a:lstStyle/>
          <a:p>
            <a:pPr>
              <a:defRPr/>
            </a:pPr>
            <a:r>
              <a:rPr lang="en-US" dirty="0"/>
              <a:t>What’s the Internet: “nuts and bolts” view</a:t>
            </a:r>
          </a:p>
        </p:txBody>
      </p:sp>
      <p:grpSp>
        <p:nvGrpSpPr>
          <p:cNvPr id="64517" name="Group 4">
            <a:extLst>
              <a:ext uri="{FF2B5EF4-FFF2-40B4-BE49-F238E27FC236}">
                <a16:creationId xmlns:a16="http://schemas.microsoft.com/office/drawing/2014/main" id="{A26D3A85-1446-4EAD-869C-AB5984176DFC}"/>
              </a:ext>
            </a:extLst>
          </p:cNvPr>
          <p:cNvGrpSpPr>
            <a:grpSpLocks/>
          </p:cNvGrpSpPr>
          <p:nvPr/>
        </p:nvGrpSpPr>
        <p:grpSpPr bwMode="auto">
          <a:xfrm>
            <a:off x="4918075" y="1524000"/>
            <a:ext cx="3678238" cy="4676775"/>
            <a:chOff x="2918" y="219"/>
            <a:chExt cx="2641" cy="3714"/>
          </a:xfrm>
        </p:grpSpPr>
        <p:sp>
          <p:nvSpPr>
            <p:cNvPr id="64518" name="Freeform 5">
              <a:extLst>
                <a:ext uri="{FF2B5EF4-FFF2-40B4-BE49-F238E27FC236}">
                  <a16:creationId xmlns:a16="http://schemas.microsoft.com/office/drawing/2014/main" id="{DD96EA15-D4C7-4A8F-AFF1-B4961E5C8055}"/>
                </a:ext>
              </a:extLst>
            </p:cNvPr>
            <p:cNvSpPr>
              <a:spLocks/>
            </p:cNvSpPr>
            <p:nvPr/>
          </p:nvSpPr>
          <p:spPr bwMode="auto">
            <a:xfrm>
              <a:off x="4267" y="1271"/>
              <a:ext cx="1292" cy="1255"/>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519" name="Freeform 6">
              <a:extLst>
                <a:ext uri="{FF2B5EF4-FFF2-40B4-BE49-F238E27FC236}">
                  <a16:creationId xmlns:a16="http://schemas.microsoft.com/office/drawing/2014/main" id="{2BB2461B-51DF-47D8-9AD4-F8EF48E16907}"/>
                </a:ext>
              </a:extLst>
            </p:cNvPr>
            <p:cNvSpPr>
              <a:spLocks/>
            </p:cNvSpPr>
            <p:nvPr/>
          </p:nvSpPr>
          <p:spPr bwMode="auto">
            <a:xfrm>
              <a:off x="2918" y="1164"/>
              <a:ext cx="1340" cy="1191"/>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520" name="Freeform 7">
              <a:extLst>
                <a:ext uri="{FF2B5EF4-FFF2-40B4-BE49-F238E27FC236}">
                  <a16:creationId xmlns:a16="http://schemas.microsoft.com/office/drawing/2014/main" id="{E6FB7C7A-8F6F-4CB0-AF02-F5C160891848}"/>
                </a:ext>
              </a:extLst>
            </p:cNvPr>
            <p:cNvSpPr>
              <a:spLocks/>
            </p:cNvSpPr>
            <p:nvPr/>
          </p:nvSpPr>
          <p:spPr bwMode="auto">
            <a:xfrm>
              <a:off x="3183" y="2252"/>
              <a:ext cx="2135" cy="1662"/>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64521" name="Group 8">
              <a:extLst>
                <a:ext uri="{FF2B5EF4-FFF2-40B4-BE49-F238E27FC236}">
                  <a16:creationId xmlns:a16="http://schemas.microsoft.com/office/drawing/2014/main" id="{5EFB741C-8EB7-49DD-8F87-68670814BC35}"/>
                </a:ext>
              </a:extLst>
            </p:cNvPr>
            <p:cNvGrpSpPr>
              <a:grpSpLocks/>
            </p:cNvGrpSpPr>
            <p:nvPr/>
          </p:nvGrpSpPr>
          <p:grpSpPr bwMode="auto">
            <a:xfrm>
              <a:off x="3002" y="1266"/>
              <a:ext cx="527" cy="239"/>
              <a:chOff x="3552" y="246"/>
              <a:chExt cx="527" cy="248"/>
            </a:xfrm>
          </p:grpSpPr>
          <p:graphicFrame>
            <p:nvGraphicFramePr>
              <p:cNvPr id="64768" name="Object 9">
                <a:extLst>
                  <a:ext uri="{FF2B5EF4-FFF2-40B4-BE49-F238E27FC236}">
                    <a16:creationId xmlns:a16="http://schemas.microsoft.com/office/drawing/2014/main" id="{06196991-5A09-477E-9BA2-3A2049950E47}"/>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69" name="Object 10">
                <a:extLst>
                  <a:ext uri="{FF2B5EF4-FFF2-40B4-BE49-F238E27FC236}">
                    <a16:creationId xmlns:a16="http://schemas.microsoft.com/office/drawing/2014/main" id="{355BE26E-5721-4389-ACEA-65E30A3BDFE9}"/>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70" name="Line 11">
                <a:extLst>
                  <a:ext uri="{FF2B5EF4-FFF2-40B4-BE49-F238E27FC236}">
                    <a16:creationId xmlns:a16="http://schemas.microsoft.com/office/drawing/2014/main" id="{D546E945-6F0A-487F-A4B5-A27825C89F85}"/>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522" name="Group 12">
              <a:extLst>
                <a:ext uri="{FF2B5EF4-FFF2-40B4-BE49-F238E27FC236}">
                  <a16:creationId xmlns:a16="http://schemas.microsoft.com/office/drawing/2014/main" id="{4EFC7CC1-FCB0-4FCE-947C-4EE94075EEDE}"/>
                </a:ext>
              </a:extLst>
            </p:cNvPr>
            <p:cNvGrpSpPr>
              <a:grpSpLocks/>
            </p:cNvGrpSpPr>
            <p:nvPr/>
          </p:nvGrpSpPr>
          <p:grpSpPr bwMode="auto">
            <a:xfrm>
              <a:off x="3002" y="1712"/>
              <a:ext cx="527" cy="239"/>
              <a:chOff x="3552" y="246"/>
              <a:chExt cx="527" cy="248"/>
            </a:xfrm>
          </p:grpSpPr>
          <p:graphicFrame>
            <p:nvGraphicFramePr>
              <p:cNvPr id="64765" name="Object 13">
                <a:extLst>
                  <a:ext uri="{FF2B5EF4-FFF2-40B4-BE49-F238E27FC236}">
                    <a16:creationId xmlns:a16="http://schemas.microsoft.com/office/drawing/2014/main" id="{1215CC3C-82FE-4A7B-AE2F-9C8782D7CDAE}"/>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66" name="Object 14">
                <a:extLst>
                  <a:ext uri="{FF2B5EF4-FFF2-40B4-BE49-F238E27FC236}">
                    <a16:creationId xmlns:a16="http://schemas.microsoft.com/office/drawing/2014/main" id="{DDF03789-D413-4BAD-9234-FB886F7CF654}"/>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67" name="Line 15">
                <a:extLst>
                  <a:ext uri="{FF2B5EF4-FFF2-40B4-BE49-F238E27FC236}">
                    <a16:creationId xmlns:a16="http://schemas.microsoft.com/office/drawing/2014/main" id="{43CBB5B7-5608-4B1F-8370-292CDB2D4677}"/>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523" name="Group 16">
              <a:extLst>
                <a:ext uri="{FF2B5EF4-FFF2-40B4-BE49-F238E27FC236}">
                  <a16:creationId xmlns:a16="http://schemas.microsoft.com/office/drawing/2014/main" id="{A0FC1CA2-C6E4-4E3D-94F1-F7F4AB58FA4E}"/>
                </a:ext>
              </a:extLst>
            </p:cNvPr>
            <p:cNvGrpSpPr>
              <a:grpSpLocks/>
            </p:cNvGrpSpPr>
            <p:nvPr/>
          </p:nvGrpSpPr>
          <p:grpSpPr bwMode="auto">
            <a:xfrm>
              <a:off x="3272" y="1552"/>
              <a:ext cx="51" cy="161"/>
              <a:chOff x="3842" y="406"/>
              <a:chExt cx="51" cy="167"/>
            </a:xfrm>
          </p:grpSpPr>
          <p:sp>
            <p:nvSpPr>
              <p:cNvPr id="64762" name="Oval 17">
                <a:extLst>
                  <a:ext uri="{FF2B5EF4-FFF2-40B4-BE49-F238E27FC236}">
                    <a16:creationId xmlns:a16="http://schemas.microsoft.com/office/drawing/2014/main" id="{416900C0-DA7B-449C-99D9-E2F3A01CAA16}"/>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63" name="Oval 18">
                <a:extLst>
                  <a:ext uri="{FF2B5EF4-FFF2-40B4-BE49-F238E27FC236}">
                    <a16:creationId xmlns:a16="http://schemas.microsoft.com/office/drawing/2014/main" id="{CCEBFF80-FCFE-4211-BE3A-F3481ED1AF14}"/>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64" name="Oval 19">
                <a:extLst>
                  <a:ext uri="{FF2B5EF4-FFF2-40B4-BE49-F238E27FC236}">
                    <a16:creationId xmlns:a16="http://schemas.microsoft.com/office/drawing/2014/main" id="{63D1EB53-48BA-4969-94DD-29AD117FA3FC}"/>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4524" name="Group 20">
              <a:extLst>
                <a:ext uri="{FF2B5EF4-FFF2-40B4-BE49-F238E27FC236}">
                  <a16:creationId xmlns:a16="http://schemas.microsoft.com/office/drawing/2014/main" id="{71FDBC43-DFC9-4D21-98E7-49E7DE226977}"/>
                </a:ext>
              </a:extLst>
            </p:cNvPr>
            <p:cNvGrpSpPr>
              <a:grpSpLocks/>
            </p:cNvGrpSpPr>
            <p:nvPr/>
          </p:nvGrpSpPr>
          <p:grpSpPr bwMode="auto">
            <a:xfrm>
              <a:off x="3610" y="1929"/>
              <a:ext cx="150" cy="296"/>
              <a:chOff x="4180" y="783"/>
              <a:chExt cx="150" cy="307"/>
            </a:xfrm>
          </p:grpSpPr>
          <p:sp>
            <p:nvSpPr>
              <p:cNvPr id="64754" name="AutoShape 21">
                <a:extLst>
                  <a:ext uri="{FF2B5EF4-FFF2-40B4-BE49-F238E27FC236}">
                    <a16:creationId xmlns:a16="http://schemas.microsoft.com/office/drawing/2014/main" id="{AA1EE099-D962-4508-BEEE-57CA0240CAD6}"/>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55" name="Rectangle 22">
                <a:extLst>
                  <a:ext uri="{FF2B5EF4-FFF2-40B4-BE49-F238E27FC236}">
                    <a16:creationId xmlns:a16="http://schemas.microsoft.com/office/drawing/2014/main" id="{14A9C4D0-E22B-41E7-AA26-90B0BD3EA8A3}"/>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56" name="Rectangle 23">
                <a:extLst>
                  <a:ext uri="{FF2B5EF4-FFF2-40B4-BE49-F238E27FC236}">
                    <a16:creationId xmlns:a16="http://schemas.microsoft.com/office/drawing/2014/main" id="{D6D902E7-C244-4D50-B108-045AEAA6BE69}"/>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57" name="AutoShape 24">
                <a:extLst>
                  <a:ext uri="{FF2B5EF4-FFF2-40B4-BE49-F238E27FC236}">
                    <a16:creationId xmlns:a16="http://schemas.microsoft.com/office/drawing/2014/main" id="{72B7DD0D-AB54-4A2E-B0E5-F5D28DF37ADA}"/>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58" name="Line 25">
                <a:extLst>
                  <a:ext uri="{FF2B5EF4-FFF2-40B4-BE49-F238E27FC236}">
                    <a16:creationId xmlns:a16="http://schemas.microsoft.com/office/drawing/2014/main" id="{01099134-E0F8-4A19-A29B-7F5E5670AEDA}"/>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59" name="Line 26">
                <a:extLst>
                  <a:ext uri="{FF2B5EF4-FFF2-40B4-BE49-F238E27FC236}">
                    <a16:creationId xmlns:a16="http://schemas.microsoft.com/office/drawing/2014/main" id="{3A0F8A20-9D65-404B-8295-D347A29421DE}"/>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60" name="Rectangle 27">
                <a:extLst>
                  <a:ext uri="{FF2B5EF4-FFF2-40B4-BE49-F238E27FC236}">
                    <a16:creationId xmlns:a16="http://schemas.microsoft.com/office/drawing/2014/main" id="{F34391B7-DD15-4014-9E1F-5EB5D238F2C9}"/>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61" name="Rectangle 28">
                <a:extLst>
                  <a:ext uri="{FF2B5EF4-FFF2-40B4-BE49-F238E27FC236}">
                    <a16:creationId xmlns:a16="http://schemas.microsoft.com/office/drawing/2014/main" id="{41906382-3A24-4241-9184-F6A8C51FF24F}"/>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4525" name="Group 29">
              <a:extLst>
                <a:ext uri="{FF2B5EF4-FFF2-40B4-BE49-F238E27FC236}">
                  <a16:creationId xmlns:a16="http://schemas.microsoft.com/office/drawing/2014/main" id="{AE362B15-C584-4037-BD6A-D773DB7AD317}"/>
                </a:ext>
              </a:extLst>
            </p:cNvPr>
            <p:cNvGrpSpPr>
              <a:grpSpLocks/>
            </p:cNvGrpSpPr>
            <p:nvPr/>
          </p:nvGrpSpPr>
          <p:grpSpPr bwMode="auto">
            <a:xfrm rot="-5400000">
              <a:off x="3833" y="1991"/>
              <a:ext cx="61" cy="167"/>
              <a:chOff x="3842" y="406"/>
              <a:chExt cx="51" cy="167"/>
            </a:xfrm>
          </p:grpSpPr>
          <p:sp>
            <p:nvSpPr>
              <p:cNvPr id="64751" name="Oval 30">
                <a:extLst>
                  <a:ext uri="{FF2B5EF4-FFF2-40B4-BE49-F238E27FC236}">
                    <a16:creationId xmlns:a16="http://schemas.microsoft.com/office/drawing/2014/main" id="{D220BC21-099B-492D-AB81-1CF2E98ADE6E}"/>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52" name="Oval 31">
                <a:extLst>
                  <a:ext uri="{FF2B5EF4-FFF2-40B4-BE49-F238E27FC236}">
                    <a16:creationId xmlns:a16="http://schemas.microsoft.com/office/drawing/2014/main" id="{C6642FF3-29E5-4195-966C-669284BDBA1E}"/>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53" name="Oval 32">
                <a:extLst>
                  <a:ext uri="{FF2B5EF4-FFF2-40B4-BE49-F238E27FC236}">
                    <a16:creationId xmlns:a16="http://schemas.microsoft.com/office/drawing/2014/main" id="{9E0A3544-8691-4415-83C0-D41E275B7DD3}"/>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4526" name="Line 33">
              <a:extLst>
                <a:ext uri="{FF2B5EF4-FFF2-40B4-BE49-F238E27FC236}">
                  <a16:creationId xmlns:a16="http://schemas.microsoft.com/office/drawing/2014/main" id="{DDBA4AE9-F26E-4BA2-A9C9-BB4475D3D3F8}"/>
                </a:ext>
              </a:extLst>
            </p:cNvPr>
            <p:cNvSpPr>
              <a:spLocks noChangeShapeType="1"/>
            </p:cNvSpPr>
            <p:nvPr/>
          </p:nvSpPr>
          <p:spPr bwMode="auto">
            <a:xfrm>
              <a:off x="3708" y="1860"/>
              <a:ext cx="356"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27" name="Line 34">
              <a:extLst>
                <a:ext uri="{FF2B5EF4-FFF2-40B4-BE49-F238E27FC236}">
                  <a16:creationId xmlns:a16="http://schemas.microsoft.com/office/drawing/2014/main" id="{847DA49B-1908-4CA7-8628-402AB297CF5B}"/>
                </a:ext>
              </a:extLst>
            </p:cNvPr>
            <p:cNvSpPr>
              <a:spLocks noChangeShapeType="1"/>
            </p:cNvSpPr>
            <p:nvPr/>
          </p:nvSpPr>
          <p:spPr bwMode="auto">
            <a:xfrm>
              <a:off x="3710" y="1858"/>
              <a:ext cx="1" cy="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28" name="Line 35">
              <a:extLst>
                <a:ext uri="{FF2B5EF4-FFF2-40B4-BE49-F238E27FC236}">
                  <a16:creationId xmlns:a16="http://schemas.microsoft.com/office/drawing/2014/main" id="{DD87EBC8-D9B1-4E7A-A71B-88367AB3415F}"/>
                </a:ext>
              </a:extLst>
            </p:cNvPr>
            <p:cNvSpPr>
              <a:spLocks noChangeShapeType="1"/>
            </p:cNvSpPr>
            <p:nvPr/>
          </p:nvSpPr>
          <p:spPr bwMode="auto">
            <a:xfrm>
              <a:off x="4066" y="1856"/>
              <a:ext cx="1" cy="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29" name="Line 36">
              <a:extLst>
                <a:ext uri="{FF2B5EF4-FFF2-40B4-BE49-F238E27FC236}">
                  <a16:creationId xmlns:a16="http://schemas.microsoft.com/office/drawing/2014/main" id="{9A2B7B91-5263-4F4E-AEEF-F5EDBE362C6E}"/>
                </a:ext>
              </a:extLst>
            </p:cNvPr>
            <p:cNvSpPr>
              <a:spLocks noChangeShapeType="1"/>
            </p:cNvSpPr>
            <p:nvPr/>
          </p:nvSpPr>
          <p:spPr bwMode="auto">
            <a:xfrm>
              <a:off x="3492" y="1456"/>
              <a:ext cx="208" cy="1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30" name="Line 37">
              <a:extLst>
                <a:ext uri="{FF2B5EF4-FFF2-40B4-BE49-F238E27FC236}">
                  <a16:creationId xmlns:a16="http://schemas.microsoft.com/office/drawing/2014/main" id="{148C20B5-5AF8-483D-91D1-823BEF20D008}"/>
                </a:ext>
              </a:extLst>
            </p:cNvPr>
            <p:cNvSpPr>
              <a:spLocks noChangeShapeType="1"/>
            </p:cNvSpPr>
            <p:nvPr/>
          </p:nvSpPr>
          <p:spPr bwMode="auto">
            <a:xfrm flipV="1">
              <a:off x="3502" y="1670"/>
              <a:ext cx="198" cy="2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31" name="Line 38">
              <a:extLst>
                <a:ext uri="{FF2B5EF4-FFF2-40B4-BE49-F238E27FC236}">
                  <a16:creationId xmlns:a16="http://schemas.microsoft.com/office/drawing/2014/main" id="{00E7B4A1-B80E-4AC8-86D8-D92FAF390F60}"/>
                </a:ext>
              </a:extLst>
            </p:cNvPr>
            <p:cNvSpPr>
              <a:spLocks noChangeShapeType="1"/>
            </p:cNvSpPr>
            <p:nvPr/>
          </p:nvSpPr>
          <p:spPr bwMode="auto">
            <a:xfrm flipV="1">
              <a:off x="3880" y="1734"/>
              <a:ext cx="1" cy="1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4532" name="Group 39">
              <a:extLst>
                <a:ext uri="{FF2B5EF4-FFF2-40B4-BE49-F238E27FC236}">
                  <a16:creationId xmlns:a16="http://schemas.microsoft.com/office/drawing/2014/main" id="{61CB2670-BF9C-4E23-8899-15353EBC5EFB}"/>
                </a:ext>
              </a:extLst>
            </p:cNvPr>
            <p:cNvGrpSpPr>
              <a:grpSpLocks/>
            </p:cNvGrpSpPr>
            <p:nvPr/>
          </p:nvGrpSpPr>
          <p:grpSpPr bwMode="auto">
            <a:xfrm>
              <a:off x="3966" y="1913"/>
              <a:ext cx="150" cy="296"/>
              <a:chOff x="4180" y="783"/>
              <a:chExt cx="150" cy="307"/>
            </a:xfrm>
          </p:grpSpPr>
          <p:sp>
            <p:nvSpPr>
              <p:cNvPr id="64743" name="AutoShape 40">
                <a:extLst>
                  <a:ext uri="{FF2B5EF4-FFF2-40B4-BE49-F238E27FC236}">
                    <a16:creationId xmlns:a16="http://schemas.microsoft.com/office/drawing/2014/main" id="{34052610-A58F-477C-A43E-8CB9D77A0081}"/>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44" name="Rectangle 41">
                <a:extLst>
                  <a:ext uri="{FF2B5EF4-FFF2-40B4-BE49-F238E27FC236}">
                    <a16:creationId xmlns:a16="http://schemas.microsoft.com/office/drawing/2014/main" id="{5C50BE44-086B-4398-93F8-C54063AB9F63}"/>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45" name="Rectangle 42">
                <a:extLst>
                  <a:ext uri="{FF2B5EF4-FFF2-40B4-BE49-F238E27FC236}">
                    <a16:creationId xmlns:a16="http://schemas.microsoft.com/office/drawing/2014/main" id="{BE4AA4E2-8C39-480A-ACB7-9DB64407E986}"/>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46" name="AutoShape 43">
                <a:extLst>
                  <a:ext uri="{FF2B5EF4-FFF2-40B4-BE49-F238E27FC236}">
                    <a16:creationId xmlns:a16="http://schemas.microsoft.com/office/drawing/2014/main" id="{0E2E09A1-6A14-4F0A-80C4-6053A9DCA9F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47" name="Line 44">
                <a:extLst>
                  <a:ext uri="{FF2B5EF4-FFF2-40B4-BE49-F238E27FC236}">
                    <a16:creationId xmlns:a16="http://schemas.microsoft.com/office/drawing/2014/main" id="{02DAA684-A616-407D-97EB-281229C99268}"/>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48" name="Line 45">
                <a:extLst>
                  <a:ext uri="{FF2B5EF4-FFF2-40B4-BE49-F238E27FC236}">
                    <a16:creationId xmlns:a16="http://schemas.microsoft.com/office/drawing/2014/main" id="{14113327-BAFF-4DD7-BC74-4F8B047E8BC1}"/>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49" name="Rectangle 46">
                <a:extLst>
                  <a:ext uri="{FF2B5EF4-FFF2-40B4-BE49-F238E27FC236}">
                    <a16:creationId xmlns:a16="http://schemas.microsoft.com/office/drawing/2014/main" id="{4F41FCD9-4E42-452F-96FF-F23D95E35F4D}"/>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50" name="Rectangle 47">
                <a:extLst>
                  <a:ext uri="{FF2B5EF4-FFF2-40B4-BE49-F238E27FC236}">
                    <a16:creationId xmlns:a16="http://schemas.microsoft.com/office/drawing/2014/main" id="{814FF174-4EAB-4CE4-A436-7FC7C76027E4}"/>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4533" name="Group 48">
              <a:extLst>
                <a:ext uri="{FF2B5EF4-FFF2-40B4-BE49-F238E27FC236}">
                  <a16:creationId xmlns:a16="http://schemas.microsoft.com/office/drawing/2014/main" id="{FCAF93D3-9456-49BF-B568-B5F137114366}"/>
                </a:ext>
              </a:extLst>
            </p:cNvPr>
            <p:cNvGrpSpPr>
              <a:grpSpLocks/>
            </p:cNvGrpSpPr>
            <p:nvPr/>
          </p:nvGrpSpPr>
          <p:grpSpPr bwMode="auto">
            <a:xfrm>
              <a:off x="3278" y="2376"/>
              <a:ext cx="344" cy="694"/>
              <a:chOff x="3314" y="1248"/>
              <a:chExt cx="344" cy="694"/>
            </a:xfrm>
          </p:grpSpPr>
          <p:graphicFrame>
            <p:nvGraphicFramePr>
              <p:cNvPr id="64734" name="Object 49">
                <a:extLst>
                  <a:ext uri="{FF2B5EF4-FFF2-40B4-BE49-F238E27FC236}">
                    <a16:creationId xmlns:a16="http://schemas.microsoft.com/office/drawing/2014/main" id="{DCAD5431-362F-47B9-9F43-9278C60C898E}"/>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35" name="Line 50">
                <a:extLst>
                  <a:ext uri="{FF2B5EF4-FFF2-40B4-BE49-F238E27FC236}">
                    <a16:creationId xmlns:a16="http://schemas.microsoft.com/office/drawing/2014/main" id="{AD9259B0-6E5D-4A55-B1C1-47953AB20DB0}"/>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4736" name="Object 51">
                <a:extLst>
                  <a:ext uri="{FF2B5EF4-FFF2-40B4-BE49-F238E27FC236}">
                    <a16:creationId xmlns:a16="http://schemas.microsoft.com/office/drawing/2014/main" id="{B3D8A637-B340-4F51-8713-F4B161256115}"/>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37" name="Line 52">
                <a:extLst>
                  <a:ext uri="{FF2B5EF4-FFF2-40B4-BE49-F238E27FC236}">
                    <a16:creationId xmlns:a16="http://schemas.microsoft.com/office/drawing/2014/main" id="{1BDE2537-22D4-41E5-8F4C-A5E780F73239}"/>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4738" name="Group 53">
                <a:extLst>
                  <a:ext uri="{FF2B5EF4-FFF2-40B4-BE49-F238E27FC236}">
                    <a16:creationId xmlns:a16="http://schemas.microsoft.com/office/drawing/2014/main" id="{4217FD75-26B5-4A30-B4D0-E06B4E24E9BE}"/>
                  </a:ext>
                </a:extLst>
              </p:cNvPr>
              <p:cNvGrpSpPr>
                <a:grpSpLocks/>
              </p:cNvGrpSpPr>
              <p:nvPr/>
            </p:nvGrpSpPr>
            <p:grpSpPr bwMode="auto">
              <a:xfrm>
                <a:off x="3404" y="1504"/>
                <a:ext cx="51" cy="167"/>
                <a:chOff x="3842" y="406"/>
                <a:chExt cx="51" cy="167"/>
              </a:xfrm>
            </p:grpSpPr>
            <p:sp>
              <p:nvSpPr>
                <p:cNvPr id="64740" name="Oval 54">
                  <a:extLst>
                    <a:ext uri="{FF2B5EF4-FFF2-40B4-BE49-F238E27FC236}">
                      <a16:creationId xmlns:a16="http://schemas.microsoft.com/office/drawing/2014/main" id="{C1B774EE-DEF3-42BD-8EF8-5BB9FCB46CED}"/>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41" name="Oval 55">
                  <a:extLst>
                    <a:ext uri="{FF2B5EF4-FFF2-40B4-BE49-F238E27FC236}">
                      <a16:creationId xmlns:a16="http://schemas.microsoft.com/office/drawing/2014/main" id="{E051D3DD-D5A7-446E-9874-43ACCA61482A}"/>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42" name="Oval 56">
                  <a:extLst>
                    <a:ext uri="{FF2B5EF4-FFF2-40B4-BE49-F238E27FC236}">
                      <a16:creationId xmlns:a16="http://schemas.microsoft.com/office/drawing/2014/main" id="{B8FB8303-A9AA-4F42-8564-1A65F082C6EE}"/>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4739" name="Line 57">
                <a:extLst>
                  <a:ext uri="{FF2B5EF4-FFF2-40B4-BE49-F238E27FC236}">
                    <a16:creationId xmlns:a16="http://schemas.microsoft.com/office/drawing/2014/main" id="{BB265FCD-801F-474A-A47E-F6A7C118B183}"/>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64534" name="Object 58">
              <a:extLst>
                <a:ext uri="{FF2B5EF4-FFF2-40B4-BE49-F238E27FC236}">
                  <a16:creationId xmlns:a16="http://schemas.microsoft.com/office/drawing/2014/main" id="{EE3B143C-C2CE-433D-96F7-D82667E439B8}"/>
                </a:ext>
              </a:extLst>
            </p:cNvPr>
            <p:cNvGraphicFramePr>
              <a:graphicFrameLocks noChangeAspect="1"/>
            </p:cNvGraphicFramePr>
            <p:nvPr/>
          </p:nvGraphicFramePr>
          <p:xfrm>
            <a:off x="3902" y="3133"/>
            <a:ext cx="299" cy="248"/>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2" y="3133"/>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35" name="Object 59">
              <a:extLst>
                <a:ext uri="{FF2B5EF4-FFF2-40B4-BE49-F238E27FC236}">
                  <a16:creationId xmlns:a16="http://schemas.microsoft.com/office/drawing/2014/main" id="{F8E40C5A-1097-477F-96C5-5DBB81BF9679}"/>
                </a:ext>
              </a:extLst>
            </p:cNvPr>
            <p:cNvGraphicFramePr>
              <a:graphicFrameLocks noChangeAspect="1"/>
            </p:cNvGraphicFramePr>
            <p:nvPr/>
          </p:nvGraphicFramePr>
          <p:xfrm>
            <a:off x="3460" y="3124"/>
            <a:ext cx="299" cy="248"/>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 y="312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36" name="Oval 60">
              <a:extLst>
                <a:ext uri="{FF2B5EF4-FFF2-40B4-BE49-F238E27FC236}">
                  <a16:creationId xmlns:a16="http://schemas.microsoft.com/office/drawing/2014/main" id="{76E79B7C-5B24-43FA-B793-DA6C10AFE51D}"/>
                </a:ext>
              </a:extLst>
            </p:cNvPr>
            <p:cNvSpPr>
              <a:spLocks noChangeArrowheads="1"/>
            </p:cNvSpPr>
            <p:nvPr/>
          </p:nvSpPr>
          <p:spPr bwMode="auto">
            <a:xfrm rot="-5400000">
              <a:off x="3759" y="3203"/>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537" name="Oval 61">
              <a:extLst>
                <a:ext uri="{FF2B5EF4-FFF2-40B4-BE49-F238E27FC236}">
                  <a16:creationId xmlns:a16="http://schemas.microsoft.com/office/drawing/2014/main" id="{8BD1E4E7-EE79-4BA7-9871-B8ED3891A3B8}"/>
                </a:ext>
              </a:extLst>
            </p:cNvPr>
            <p:cNvSpPr>
              <a:spLocks noChangeArrowheads="1"/>
            </p:cNvSpPr>
            <p:nvPr/>
          </p:nvSpPr>
          <p:spPr bwMode="auto">
            <a:xfrm rot="-5400000">
              <a:off x="3820" y="3202"/>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538" name="Oval 62">
              <a:extLst>
                <a:ext uri="{FF2B5EF4-FFF2-40B4-BE49-F238E27FC236}">
                  <a16:creationId xmlns:a16="http://schemas.microsoft.com/office/drawing/2014/main" id="{155FDAE0-B58E-45E4-AB6D-FA2C4EECC911}"/>
                </a:ext>
              </a:extLst>
            </p:cNvPr>
            <p:cNvSpPr>
              <a:spLocks noChangeArrowheads="1"/>
            </p:cNvSpPr>
            <p:nvPr/>
          </p:nvSpPr>
          <p:spPr bwMode="auto">
            <a:xfrm rot="-5400000">
              <a:off x="3875" y="3205"/>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539" name="Line 63">
              <a:extLst>
                <a:ext uri="{FF2B5EF4-FFF2-40B4-BE49-F238E27FC236}">
                  <a16:creationId xmlns:a16="http://schemas.microsoft.com/office/drawing/2014/main" id="{40730A76-912C-4761-A4E2-BE2A2DBE7741}"/>
                </a:ext>
              </a:extLst>
            </p:cNvPr>
            <p:cNvSpPr>
              <a:spLocks noChangeShapeType="1"/>
            </p:cNvSpPr>
            <p:nvPr/>
          </p:nvSpPr>
          <p:spPr bwMode="auto">
            <a:xfrm rot="-5400000">
              <a:off x="4062" y="3114"/>
              <a:ext cx="4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40" name="Line 64">
              <a:extLst>
                <a:ext uri="{FF2B5EF4-FFF2-40B4-BE49-F238E27FC236}">
                  <a16:creationId xmlns:a16="http://schemas.microsoft.com/office/drawing/2014/main" id="{FBCF0745-3A8F-48D9-88E3-2201EC4DCDE8}"/>
                </a:ext>
              </a:extLst>
            </p:cNvPr>
            <p:cNvSpPr>
              <a:spLocks noChangeShapeType="1"/>
            </p:cNvSpPr>
            <p:nvPr/>
          </p:nvSpPr>
          <p:spPr bwMode="auto">
            <a:xfrm rot="5400000" flipH="1">
              <a:off x="3612" y="3108"/>
              <a:ext cx="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41" name="Line 65">
              <a:extLst>
                <a:ext uri="{FF2B5EF4-FFF2-40B4-BE49-F238E27FC236}">
                  <a16:creationId xmlns:a16="http://schemas.microsoft.com/office/drawing/2014/main" id="{9A647EAF-B856-4359-814A-B1228B47B071}"/>
                </a:ext>
              </a:extLst>
            </p:cNvPr>
            <p:cNvSpPr>
              <a:spLocks noChangeShapeType="1"/>
            </p:cNvSpPr>
            <p:nvPr/>
          </p:nvSpPr>
          <p:spPr bwMode="auto">
            <a:xfrm rot="16200000" flipV="1">
              <a:off x="3862" y="2864"/>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42" name="Line 66">
              <a:extLst>
                <a:ext uri="{FF2B5EF4-FFF2-40B4-BE49-F238E27FC236}">
                  <a16:creationId xmlns:a16="http://schemas.microsoft.com/office/drawing/2014/main" id="{62040972-0BE4-41BC-BBBF-5692F839203D}"/>
                </a:ext>
              </a:extLst>
            </p:cNvPr>
            <p:cNvSpPr>
              <a:spLocks noChangeShapeType="1"/>
            </p:cNvSpPr>
            <p:nvPr/>
          </p:nvSpPr>
          <p:spPr bwMode="auto">
            <a:xfrm flipV="1">
              <a:off x="3622" y="2808"/>
              <a:ext cx="68"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43" name="Line 67">
              <a:extLst>
                <a:ext uri="{FF2B5EF4-FFF2-40B4-BE49-F238E27FC236}">
                  <a16:creationId xmlns:a16="http://schemas.microsoft.com/office/drawing/2014/main" id="{9B064906-ABED-429C-BB80-05DD699532BD}"/>
                </a:ext>
              </a:extLst>
            </p:cNvPr>
            <p:cNvSpPr>
              <a:spLocks noChangeShapeType="1"/>
            </p:cNvSpPr>
            <p:nvPr/>
          </p:nvSpPr>
          <p:spPr bwMode="auto">
            <a:xfrm>
              <a:off x="4054" y="2842"/>
              <a:ext cx="218"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44" name="Line 68">
              <a:extLst>
                <a:ext uri="{FF2B5EF4-FFF2-40B4-BE49-F238E27FC236}">
                  <a16:creationId xmlns:a16="http://schemas.microsoft.com/office/drawing/2014/main" id="{5706DF82-E700-44C6-8B0D-2386B2710731}"/>
                </a:ext>
              </a:extLst>
            </p:cNvPr>
            <p:cNvSpPr>
              <a:spLocks noChangeShapeType="1"/>
            </p:cNvSpPr>
            <p:nvPr/>
          </p:nvSpPr>
          <p:spPr bwMode="auto">
            <a:xfrm flipH="1">
              <a:off x="4626" y="2840"/>
              <a:ext cx="200" cy="29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4545" name="Object 69">
              <a:extLst>
                <a:ext uri="{FF2B5EF4-FFF2-40B4-BE49-F238E27FC236}">
                  <a16:creationId xmlns:a16="http://schemas.microsoft.com/office/drawing/2014/main" id="{21EFD631-B702-4204-9D02-982042F8792E}"/>
                </a:ext>
              </a:extLst>
            </p:cNvPr>
            <p:cNvGraphicFramePr>
              <a:graphicFrameLocks noChangeAspect="1"/>
            </p:cNvGraphicFramePr>
            <p:nvPr/>
          </p:nvGraphicFramePr>
          <p:xfrm>
            <a:off x="4753" y="2505"/>
            <a:ext cx="146" cy="180"/>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53" y="2505"/>
                          <a:ext cx="14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46" name="Object 70">
              <a:extLst>
                <a:ext uri="{FF2B5EF4-FFF2-40B4-BE49-F238E27FC236}">
                  <a16:creationId xmlns:a16="http://schemas.microsoft.com/office/drawing/2014/main" id="{2C74EFBB-19DC-4D2B-8295-B10FAC7FE61E}"/>
                </a:ext>
              </a:extLst>
            </p:cNvPr>
            <p:cNvGraphicFramePr>
              <a:graphicFrameLocks noChangeAspect="1"/>
            </p:cNvGraphicFramePr>
            <p:nvPr/>
          </p:nvGraphicFramePr>
          <p:xfrm>
            <a:off x="3793" y="2565"/>
            <a:ext cx="146" cy="180"/>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7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3" y="2565"/>
                          <a:ext cx="14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47" name="Freeform 71">
              <a:extLst>
                <a:ext uri="{FF2B5EF4-FFF2-40B4-BE49-F238E27FC236}">
                  <a16:creationId xmlns:a16="http://schemas.microsoft.com/office/drawing/2014/main" id="{67B8AE01-D910-4F2C-99E5-8E4CA3472E81}"/>
                </a:ext>
              </a:extLst>
            </p:cNvPr>
            <p:cNvSpPr>
              <a:spLocks/>
            </p:cNvSpPr>
            <p:nvPr/>
          </p:nvSpPr>
          <p:spPr bwMode="auto">
            <a:xfrm>
              <a:off x="3852" y="2397"/>
              <a:ext cx="972" cy="228"/>
            </a:xfrm>
            <a:custGeom>
              <a:avLst/>
              <a:gdLst>
                <a:gd name="T0" fmla="*/ 0 w 972"/>
                <a:gd name="T1" fmla="*/ 228 h 228"/>
                <a:gd name="T2" fmla="*/ 432 w 972"/>
                <a:gd name="T3" fmla="*/ 9 h 228"/>
                <a:gd name="T4" fmla="*/ 972 w 972"/>
                <a:gd name="T5" fmla="*/ 171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4548" name="Group 72">
              <a:extLst>
                <a:ext uri="{FF2B5EF4-FFF2-40B4-BE49-F238E27FC236}">
                  <a16:creationId xmlns:a16="http://schemas.microsoft.com/office/drawing/2014/main" id="{438B311B-6E2C-4BD4-AC2B-1F181DF67D03}"/>
                </a:ext>
              </a:extLst>
            </p:cNvPr>
            <p:cNvGrpSpPr>
              <a:grpSpLocks/>
            </p:cNvGrpSpPr>
            <p:nvPr/>
          </p:nvGrpSpPr>
          <p:grpSpPr bwMode="auto">
            <a:xfrm>
              <a:off x="4043" y="3462"/>
              <a:ext cx="292" cy="320"/>
              <a:chOff x="2870" y="1518"/>
              <a:chExt cx="292" cy="320"/>
            </a:xfrm>
          </p:grpSpPr>
          <p:graphicFrame>
            <p:nvGraphicFramePr>
              <p:cNvPr id="64732" name="Object 73">
                <a:extLst>
                  <a:ext uri="{FF2B5EF4-FFF2-40B4-BE49-F238E27FC236}">
                    <a16:creationId xmlns:a16="http://schemas.microsoft.com/office/drawing/2014/main" id="{EDA84BC8-0733-44BD-80FE-E890304811E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7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33" name="Object 74">
                <a:extLst>
                  <a:ext uri="{FF2B5EF4-FFF2-40B4-BE49-F238E27FC236}">
                    <a16:creationId xmlns:a16="http://schemas.microsoft.com/office/drawing/2014/main" id="{A724F5B3-A72B-4DDE-B1AB-792FD7AB342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7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4549" name="Group 75">
              <a:extLst>
                <a:ext uri="{FF2B5EF4-FFF2-40B4-BE49-F238E27FC236}">
                  <a16:creationId xmlns:a16="http://schemas.microsoft.com/office/drawing/2014/main" id="{D49903B4-44E6-47C5-AEC4-B6932B3BC5DF}"/>
                </a:ext>
              </a:extLst>
            </p:cNvPr>
            <p:cNvGrpSpPr>
              <a:grpSpLocks/>
            </p:cNvGrpSpPr>
            <p:nvPr/>
          </p:nvGrpSpPr>
          <p:grpSpPr bwMode="auto">
            <a:xfrm>
              <a:off x="4601" y="3486"/>
              <a:ext cx="292" cy="320"/>
              <a:chOff x="2870" y="1518"/>
              <a:chExt cx="292" cy="320"/>
            </a:xfrm>
          </p:grpSpPr>
          <p:graphicFrame>
            <p:nvGraphicFramePr>
              <p:cNvPr id="64730" name="Object 76">
                <a:extLst>
                  <a:ext uri="{FF2B5EF4-FFF2-40B4-BE49-F238E27FC236}">
                    <a16:creationId xmlns:a16="http://schemas.microsoft.com/office/drawing/2014/main" id="{2CEC8C83-FDDD-430B-8BB1-BC07F84168A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7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31" name="Object 77">
                <a:extLst>
                  <a:ext uri="{FF2B5EF4-FFF2-40B4-BE49-F238E27FC236}">
                    <a16:creationId xmlns:a16="http://schemas.microsoft.com/office/drawing/2014/main" id="{A063F039-38E4-411B-B2AF-D5BF591D2A4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7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4550" name="Group 78">
              <a:extLst>
                <a:ext uri="{FF2B5EF4-FFF2-40B4-BE49-F238E27FC236}">
                  <a16:creationId xmlns:a16="http://schemas.microsoft.com/office/drawing/2014/main" id="{ECD9C3F5-D7C3-47F7-B03C-C963DC09EAB8}"/>
                </a:ext>
              </a:extLst>
            </p:cNvPr>
            <p:cNvGrpSpPr>
              <a:grpSpLocks/>
            </p:cNvGrpSpPr>
            <p:nvPr/>
          </p:nvGrpSpPr>
          <p:grpSpPr bwMode="auto">
            <a:xfrm>
              <a:off x="4304" y="3273"/>
              <a:ext cx="272" cy="282"/>
              <a:chOff x="4733" y="2082"/>
              <a:chExt cx="272" cy="282"/>
            </a:xfrm>
          </p:grpSpPr>
          <p:graphicFrame>
            <p:nvGraphicFramePr>
              <p:cNvPr id="64728" name="Object 79">
                <a:extLst>
                  <a:ext uri="{FF2B5EF4-FFF2-40B4-BE49-F238E27FC236}">
                    <a16:creationId xmlns:a16="http://schemas.microsoft.com/office/drawing/2014/main" id="{270B7D4B-AE65-428C-80ED-660A11F6F088}"/>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7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29" name="Rectangle 80">
                <a:extLst>
                  <a:ext uri="{FF2B5EF4-FFF2-40B4-BE49-F238E27FC236}">
                    <a16:creationId xmlns:a16="http://schemas.microsoft.com/office/drawing/2014/main" id="{7D07629C-646E-4144-9D4D-3F83A29B3542}"/>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4551" name="Line 81">
              <a:extLst>
                <a:ext uri="{FF2B5EF4-FFF2-40B4-BE49-F238E27FC236}">
                  <a16:creationId xmlns:a16="http://schemas.microsoft.com/office/drawing/2014/main" id="{29F18DBE-9F0E-4C8C-8785-CA3BEDA0244C}"/>
                </a:ext>
              </a:extLst>
            </p:cNvPr>
            <p:cNvSpPr>
              <a:spLocks noChangeShapeType="1"/>
            </p:cNvSpPr>
            <p:nvPr/>
          </p:nvSpPr>
          <p:spPr bwMode="auto">
            <a:xfrm>
              <a:off x="4524" y="3201"/>
              <a:ext cx="0" cy="1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4552" name="Group 82">
              <a:extLst>
                <a:ext uri="{FF2B5EF4-FFF2-40B4-BE49-F238E27FC236}">
                  <a16:creationId xmlns:a16="http://schemas.microsoft.com/office/drawing/2014/main" id="{7DE98A09-B143-4B79-B01E-4C6EEC7ED580}"/>
                </a:ext>
              </a:extLst>
            </p:cNvPr>
            <p:cNvGrpSpPr>
              <a:grpSpLocks/>
            </p:cNvGrpSpPr>
            <p:nvPr/>
          </p:nvGrpSpPr>
          <p:grpSpPr bwMode="auto">
            <a:xfrm>
              <a:off x="5041" y="2769"/>
              <a:ext cx="150" cy="307"/>
              <a:chOff x="4180" y="783"/>
              <a:chExt cx="150" cy="307"/>
            </a:xfrm>
          </p:grpSpPr>
          <p:sp>
            <p:nvSpPr>
              <p:cNvPr id="64720" name="AutoShape 83">
                <a:extLst>
                  <a:ext uri="{FF2B5EF4-FFF2-40B4-BE49-F238E27FC236}">
                    <a16:creationId xmlns:a16="http://schemas.microsoft.com/office/drawing/2014/main" id="{077C02FE-1E2E-48A8-8D8D-F38D896343BF}"/>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21" name="Rectangle 84">
                <a:extLst>
                  <a:ext uri="{FF2B5EF4-FFF2-40B4-BE49-F238E27FC236}">
                    <a16:creationId xmlns:a16="http://schemas.microsoft.com/office/drawing/2014/main" id="{4D475601-AB3C-4B0F-A3E9-28D1F778AD93}"/>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22" name="Rectangle 85">
                <a:extLst>
                  <a:ext uri="{FF2B5EF4-FFF2-40B4-BE49-F238E27FC236}">
                    <a16:creationId xmlns:a16="http://schemas.microsoft.com/office/drawing/2014/main" id="{6629231B-F4D6-4352-80D0-35C79BFCF361}"/>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23" name="AutoShape 86">
                <a:extLst>
                  <a:ext uri="{FF2B5EF4-FFF2-40B4-BE49-F238E27FC236}">
                    <a16:creationId xmlns:a16="http://schemas.microsoft.com/office/drawing/2014/main" id="{CE263EE7-C634-47D2-B6BC-0A7106511263}"/>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24" name="Line 87">
                <a:extLst>
                  <a:ext uri="{FF2B5EF4-FFF2-40B4-BE49-F238E27FC236}">
                    <a16:creationId xmlns:a16="http://schemas.microsoft.com/office/drawing/2014/main" id="{7184B610-BF17-49AC-AA3A-DE54EFC90055}"/>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25" name="Line 88">
                <a:extLst>
                  <a:ext uri="{FF2B5EF4-FFF2-40B4-BE49-F238E27FC236}">
                    <a16:creationId xmlns:a16="http://schemas.microsoft.com/office/drawing/2014/main" id="{BCB3DF8C-A9FE-46D0-B705-8EEE5B43B1DF}"/>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26" name="Rectangle 89">
                <a:extLst>
                  <a:ext uri="{FF2B5EF4-FFF2-40B4-BE49-F238E27FC236}">
                    <a16:creationId xmlns:a16="http://schemas.microsoft.com/office/drawing/2014/main" id="{0E84606C-C613-4E25-A146-B65688102FE2}"/>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27" name="Rectangle 90">
                <a:extLst>
                  <a:ext uri="{FF2B5EF4-FFF2-40B4-BE49-F238E27FC236}">
                    <a16:creationId xmlns:a16="http://schemas.microsoft.com/office/drawing/2014/main" id="{BB416640-3920-475E-9C39-9A8331028AAB}"/>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4553" name="Group 91">
              <a:extLst>
                <a:ext uri="{FF2B5EF4-FFF2-40B4-BE49-F238E27FC236}">
                  <a16:creationId xmlns:a16="http://schemas.microsoft.com/office/drawing/2014/main" id="{6A6193DE-907B-4172-8BBF-6AB259D5BDFF}"/>
                </a:ext>
              </a:extLst>
            </p:cNvPr>
            <p:cNvGrpSpPr>
              <a:grpSpLocks/>
            </p:cNvGrpSpPr>
            <p:nvPr/>
          </p:nvGrpSpPr>
          <p:grpSpPr bwMode="auto">
            <a:xfrm>
              <a:off x="5032" y="3102"/>
              <a:ext cx="150" cy="307"/>
              <a:chOff x="4180" y="783"/>
              <a:chExt cx="150" cy="307"/>
            </a:xfrm>
          </p:grpSpPr>
          <p:sp>
            <p:nvSpPr>
              <p:cNvPr id="64712" name="AutoShape 92">
                <a:extLst>
                  <a:ext uri="{FF2B5EF4-FFF2-40B4-BE49-F238E27FC236}">
                    <a16:creationId xmlns:a16="http://schemas.microsoft.com/office/drawing/2014/main" id="{36CD71BB-C72A-42F0-99AD-C6ED164B1813}"/>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13" name="Rectangle 93">
                <a:extLst>
                  <a:ext uri="{FF2B5EF4-FFF2-40B4-BE49-F238E27FC236}">
                    <a16:creationId xmlns:a16="http://schemas.microsoft.com/office/drawing/2014/main" id="{582ECCF8-FD27-4CA6-AD9E-5A300F87B445}"/>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14" name="Rectangle 94">
                <a:extLst>
                  <a:ext uri="{FF2B5EF4-FFF2-40B4-BE49-F238E27FC236}">
                    <a16:creationId xmlns:a16="http://schemas.microsoft.com/office/drawing/2014/main" id="{8E59C4A5-9665-4AAD-BD3B-F4723D253F3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15" name="AutoShape 95">
                <a:extLst>
                  <a:ext uri="{FF2B5EF4-FFF2-40B4-BE49-F238E27FC236}">
                    <a16:creationId xmlns:a16="http://schemas.microsoft.com/office/drawing/2014/main" id="{D403515E-024F-42EC-83B2-437BC6358849}"/>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16" name="Line 96">
                <a:extLst>
                  <a:ext uri="{FF2B5EF4-FFF2-40B4-BE49-F238E27FC236}">
                    <a16:creationId xmlns:a16="http://schemas.microsoft.com/office/drawing/2014/main" id="{4D0D3B8C-584B-44E9-8B10-8A2B36DCB1C6}"/>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17" name="Line 97">
                <a:extLst>
                  <a:ext uri="{FF2B5EF4-FFF2-40B4-BE49-F238E27FC236}">
                    <a16:creationId xmlns:a16="http://schemas.microsoft.com/office/drawing/2014/main" id="{255F99B1-4107-44F5-8A81-05BB96AB72F5}"/>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18" name="Rectangle 98">
                <a:extLst>
                  <a:ext uri="{FF2B5EF4-FFF2-40B4-BE49-F238E27FC236}">
                    <a16:creationId xmlns:a16="http://schemas.microsoft.com/office/drawing/2014/main" id="{F595153F-25AB-4176-B0E7-7BD1D28990BE}"/>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19" name="Rectangle 99">
                <a:extLst>
                  <a:ext uri="{FF2B5EF4-FFF2-40B4-BE49-F238E27FC236}">
                    <a16:creationId xmlns:a16="http://schemas.microsoft.com/office/drawing/2014/main" id="{CD24E658-27AD-4DA4-890D-30736457EFC4}"/>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4554" name="Line 100">
              <a:extLst>
                <a:ext uri="{FF2B5EF4-FFF2-40B4-BE49-F238E27FC236}">
                  <a16:creationId xmlns:a16="http://schemas.microsoft.com/office/drawing/2014/main" id="{DA5C5F2E-C838-4584-B89C-6B43C7884BA4}"/>
                </a:ext>
              </a:extLst>
            </p:cNvPr>
            <p:cNvSpPr>
              <a:spLocks noChangeShapeType="1"/>
            </p:cNvSpPr>
            <p:nvPr/>
          </p:nvSpPr>
          <p:spPr bwMode="auto">
            <a:xfrm rot="5400000" flipH="1">
              <a:off x="4754" y="3049"/>
              <a:ext cx="4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55" name="Line 101">
              <a:extLst>
                <a:ext uri="{FF2B5EF4-FFF2-40B4-BE49-F238E27FC236}">
                  <a16:creationId xmlns:a16="http://schemas.microsoft.com/office/drawing/2014/main" id="{6027AAEA-5E83-40DC-B636-01C4E048E28B}"/>
                </a:ext>
              </a:extLst>
            </p:cNvPr>
            <p:cNvSpPr>
              <a:spLocks noChangeShapeType="1"/>
            </p:cNvSpPr>
            <p:nvPr/>
          </p:nvSpPr>
          <p:spPr bwMode="auto">
            <a:xfrm rot="-5400000">
              <a:off x="5018" y="3239"/>
              <a:ext cx="0" cy="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56" name="Line 102">
              <a:extLst>
                <a:ext uri="{FF2B5EF4-FFF2-40B4-BE49-F238E27FC236}">
                  <a16:creationId xmlns:a16="http://schemas.microsoft.com/office/drawing/2014/main" id="{3801E9FD-E5DA-407E-9DFB-9AF2DF2431C1}"/>
                </a:ext>
              </a:extLst>
            </p:cNvPr>
            <p:cNvSpPr>
              <a:spLocks noChangeShapeType="1"/>
            </p:cNvSpPr>
            <p:nvPr/>
          </p:nvSpPr>
          <p:spPr bwMode="auto">
            <a:xfrm rot="-5400000">
              <a:off x="5011" y="2888"/>
              <a:ext cx="0" cy="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57" name="Line 103">
              <a:extLst>
                <a:ext uri="{FF2B5EF4-FFF2-40B4-BE49-F238E27FC236}">
                  <a16:creationId xmlns:a16="http://schemas.microsoft.com/office/drawing/2014/main" id="{F912DEBF-C213-4011-B219-D3C896473231}"/>
                </a:ext>
              </a:extLst>
            </p:cNvPr>
            <p:cNvSpPr>
              <a:spLocks noChangeShapeType="1"/>
            </p:cNvSpPr>
            <p:nvPr/>
          </p:nvSpPr>
          <p:spPr bwMode="auto">
            <a:xfrm flipV="1">
              <a:off x="4062" y="1494"/>
              <a:ext cx="330" cy="1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58" name="Line 104">
              <a:extLst>
                <a:ext uri="{FF2B5EF4-FFF2-40B4-BE49-F238E27FC236}">
                  <a16:creationId xmlns:a16="http://schemas.microsoft.com/office/drawing/2014/main" id="{364AF632-B385-464B-BA8F-580053CE9942}"/>
                </a:ext>
              </a:extLst>
            </p:cNvPr>
            <p:cNvSpPr>
              <a:spLocks noChangeShapeType="1"/>
            </p:cNvSpPr>
            <p:nvPr/>
          </p:nvSpPr>
          <p:spPr bwMode="auto">
            <a:xfrm>
              <a:off x="4734" y="1482"/>
              <a:ext cx="348" cy="1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59" name="Line 105">
              <a:extLst>
                <a:ext uri="{FF2B5EF4-FFF2-40B4-BE49-F238E27FC236}">
                  <a16:creationId xmlns:a16="http://schemas.microsoft.com/office/drawing/2014/main" id="{B5ED7722-325D-47F6-9C42-C7AC9F1F41CB}"/>
                </a:ext>
              </a:extLst>
            </p:cNvPr>
            <p:cNvSpPr>
              <a:spLocks noChangeShapeType="1"/>
            </p:cNvSpPr>
            <p:nvPr/>
          </p:nvSpPr>
          <p:spPr bwMode="auto">
            <a:xfrm flipH="1">
              <a:off x="5106" y="1734"/>
              <a:ext cx="174" cy="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60" name="Line 106">
              <a:extLst>
                <a:ext uri="{FF2B5EF4-FFF2-40B4-BE49-F238E27FC236}">
                  <a16:creationId xmlns:a16="http://schemas.microsoft.com/office/drawing/2014/main" id="{019DEB67-9316-4216-A299-4669C4DAF2B3}"/>
                </a:ext>
              </a:extLst>
            </p:cNvPr>
            <p:cNvSpPr>
              <a:spLocks noChangeShapeType="1"/>
            </p:cNvSpPr>
            <p:nvPr/>
          </p:nvSpPr>
          <p:spPr bwMode="auto">
            <a:xfrm>
              <a:off x="4554" y="1566"/>
              <a:ext cx="0" cy="3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61" name="Line 107">
              <a:extLst>
                <a:ext uri="{FF2B5EF4-FFF2-40B4-BE49-F238E27FC236}">
                  <a16:creationId xmlns:a16="http://schemas.microsoft.com/office/drawing/2014/main" id="{0DA92C95-59BE-41FA-ABAD-ED19467AB45B}"/>
                </a:ext>
              </a:extLst>
            </p:cNvPr>
            <p:cNvSpPr>
              <a:spLocks noChangeShapeType="1"/>
            </p:cNvSpPr>
            <p:nvPr/>
          </p:nvSpPr>
          <p:spPr bwMode="auto">
            <a:xfrm>
              <a:off x="4572" y="2052"/>
              <a:ext cx="384" cy="2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62" name="Line 108">
              <a:extLst>
                <a:ext uri="{FF2B5EF4-FFF2-40B4-BE49-F238E27FC236}">
                  <a16:creationId xmlns:a16="http://schemas.microsoft.com/office/drawing/2014/main" id="{4F0D257D-9EE0-449F-83DA-6D8DDCA71818}"/>
                </a:ext>
              </a:extLst>
            </p:cNvPr>
            <p:cNvSpPr>
              <a:spLocks noChangeShapeType="1"/>
            </p:cNvSpPr>
            <p:nvPr/>
          </p:nvSpPr>
          <p:spPr bwMode="auto">
            <a:xfrm flipH="1">
              <a:off x="4902" y="2400"/>
              <a:ext cx="192" cy="27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63" name="Line 109">
              <a:extLst>
                <a:ext uri="{FF2B5EF4-FFF2-40B4-BE49-F238E27FC236}">
                  <a16:creationId xmlns:a16="http://schemas.microsoft.com/office/drawing/2014/main" id="{80935039-2D27-4E10-B0C4-D3CEA92364F3}"/>
                </a:ext>
              </a:extLst>
            </p:cNvPr>
            <p:cNvSpPr>
              <a:spLocks noChangeShapeType="1"/>
            </p:cNvSpPr>
            <p:nvPr/>
          </p:nvSpPr>
          <p:spPr bwMode="auto">
            <a:xfrm flipH="1">
              <a:off x="4740" y="1710"/>
              <a:ext cx="402"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64" name="Line 110">
              <a:extLst>
                <a:ext uri="{FF2B5EF4-FFF2-40B4-BE49-F238E27FC236}">
                  <a16:creationId xmlns:a16="http://schemas.microsoft.com/office/drawing/2014/main" id="{561F0C2F-9CB7-49A0-88D4-D37A781D29E9}"/>
                </a:ext>
              </a:extLst>
            </p:cNvPr>
            <p:cNvSpPr>
              <a:spLocks noChangeShapeType="1"/>
            </p:cNvSpPr>
            <p:nvPr/>
          </p:nvSpPr>
          <p:spPr bwMode="auto">
            <a:xfrm flipH="1">
              <a:off x="4746" y="1290"/>
              <a:ext cx="252"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65" name="Line 111">
              <a:extLst>
                <a:ext uri="{FF2B5EF4-FFF2-40B4-BE49-F238E27FC236}">
                  <a16:creationId xmlns:a16="http://schemas.microsoft.com/office/drawing/2014/main" id="{2FC49794-6ED5-4AF6-80AA-204925B04F5E}"/>
                </a:ext>
              </a:extLst>
            </p:cNvPr>
            <p:cNvSpPr>
              <a:spLocks noChangeShapeType="1"/>
            </p:cNvSpPr>
            <p:nvPr/>
          </p:nvSpPr>
          <p:spPr bwMode="auto">
            <a:xfrm flipH="1">
              <a:off x="5262" y="1422"/>
              <a:ext cx="144" cy="1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66" name="Text Box 112">
              <a:extLst>
                <a:ext uri="{FF2B5EF4-FFF2-40B4-BE49-F238E27FC236}">
                  <a16:creationId xmlns:a16="http://schemas.microsoft.com/office/drawing/2014/main" id="{FAE09367-BF79-4A32-A8DE-50976838417E}"/>
                </a:ext>
              </a:extLst>
            </p:cNvPr>
            <p:cNvSpPr txBox="1">
              <a:spLocks noChangeArrowheads="1"/>
            </p:cNvSpPr>
            <p:nvPr/>
          </p:nvSpPr>
          <p:spPr bwMode="auto">
            <a:xfrm>
              <a:off x="3278" y="1151"/>
              <a:ext cx="89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local ISP</a:t>
              </a:r>
              <a:endParaRPr lang="en-US" altLang="en-US" sz="2400">
                <a:latin typeface="Times New Roman" panose="02020603050405020304" pitchFamily="18" charset="0"/>
              </a:endParaRPr>
            </a:p>
          </p:txBody>
        </p:sp>
        <p:sp>
          <p:nvSpPr>
            <p:cNvPr id="64567" name="Text Box 113">
              <a:extLst>
                <a:ext uri="{FF2B5EF4-FFF2-40B4-BE49-F238E27FC236}">
                  <a16:creationId xmlns:a16="http://schemas.microsoft.com/office/drawing/2014/main" id="{6F4BA4A3-78C1-423F-BAB0-08D96BEAB5A0}"/>
                </a:ext>
              </a:extLst>
            </p:cNvPr>
            <p:cNvSpPr txBox="1">
              <a:spLocks noChangeArrowheads="1"/>
            </p:cNvSpPr>
            <p:nvPr/>
          </p:nvSpPr>
          <p:spPr bwMode="auto">
            <a:xfrm>
              <a:off x="3230" y="3407"/>
              <a:ext cx="845"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company</a:t>
              </a:r>
            </a:p>
            <a:p>
              <a:pPr>
                <a:spcBef>
                  <a:spcPct val="0"/>
                </a:spcBef>
                <a:buFontTx/>
                <a:buNone/>
              </a:pPr>
              <a:r>
                <a:rPr lang="en-US" altLang="en-US" sz="2000">
                  <a:solidFill>
                    <a:srgbClr val="FF0000"/>
                  </a:solidFill>
                  <a:latin typeface="Comic Sans MS" panose="030F0702030302020204" pitchFamily="66" charset="0"/>
                </a:rPr>
                <a:t>network</a:t>
              </a:r>
              <a:endParaRPr lang="en-US" altLang="en-US" sz="2400">
                <a:latin typeface="Times New Roman" panose="02020603050405020304" pitchFamily="18" charset="0"/>
              </a:endParaRPr>
            </a:p>
          </p:txBody>
        </p:sp>
        <p:sp>
          <p:nvSpPr>
            <p:cNvPr id="64568" name="Text Box 114">
              <a:extLst>
                <a:ext uri="{FF2B5EF4-FFF2-40B4-BE49-F238E27FC236}">
                  <a16:creationId xmlns:a16="http://schemas.microsoft.com/office/drawing/2014/main" id="{57B658AD-0B67-46E4-BC2F-D2D7D282A448}"/>
                </a:ext>
              </a:extLst>
            </p:cNvPr>
            <p:cNvSpPr txBox="1">
              <a:spLocks noChangeArrowheads="1"/>
            </p:cNvSpPr>
            <p:nvPr/>
          </p:nvSpPr>
          <p:spPr bwMode="auto">
            <a:xfrm>
              <a:off x="4376" y="2015"/>
              <a:ext cx="117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regional ISP</a:t>
              </a:r>
            </a:p>
          </p:txBody>
        </p:sp>
        <p:grpSp>
          <p:nvGrpSpPr>
            <p:cNvPr id="64569" name="Group 115">
              <a:extLst>
                <a:ext uri="{FF2B5EF4-FFF2-40B4-BE49-F238E27FC236}">
                  <a16:creationId xmlns:a16="http://schemas.microsoft.com/office/drawing/2014/main" id="{1FB5554E-0C07-46EC-A581-C6894B699FBC}"/>
                </a:ext>
              </a:extLst>
            </p:cNvPr>
            <p:cNvGrpSpPr>
              <a:grpSpLocks/>
            </p:cNvGrpSpPr>
            <p:nvPr/>
          </p:nvGrpSpPr>
          <p:grpSpPr bwMode="auto">
            <a:xfrm>
              <a:off x="3588" y="219"/>
              <a:ext cx="360" cy="175"/>
              <a:chOff x="3600" y="219"/>
              <a:chExt cx="360" cy="175"/>
            </a:xfrm>
          </p:grpSpPr>
          <p:sp>
            <p:nvSpPr>
              <p:cNvPr id="64699" name="Oval 116">
                <a:extLst>
                  <a:ext uri="{FF2B5EF4-FFF2-40B4-BE49-F238E27FC236}">
                    <a16:creationId xmlns:a16="http://schemas.microsoft.com/office/drawing/2014/main" id="{578F787A-CBC6-4692-8C71-39FE8E11EBA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700" name="Line 117">
                <a:extLst>
                  <a:ext uri="{FF2B5EF4-FFF2-40B4-BE49-F238E27FC236}">
                    <a16:creationId xmlns:a16="http://schemas.microsoft.com/office/drawing/2014/main" id="{0F91C236-D452-4264-864F-321405FEC8E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01" name="Line 118">
                <a:extLst>
                  <a:ext uri="{FF2B5EF4-FFF2-40B4-BE49-F238E27FC236}">
                    <a16:creationId xmlns:a16="http://schemas.microsoft.com/office/drawing/2014/main" id="{6E5E0E29-0DA1-4569-872F-0C3DFE5060D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02" name="Rectangle 119">
                <a:extLst>
                  <a:ext uri="{FF2B5EF4-FFF2-40B4-BE49-F238E27FC236}">
                    <a16:creationId xmlns:a16="http://schemas.microsoft.com/office/drawing/2014/main" id="{EFF9B3DD-4599-40AE-8564-84E918C57C7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703" name="Oval 120">
                <a:extLst>
                  <a:ext uri="{FF2B5EF4-FFF2-40B4-BE49-F238E27FC236}">
                    <a16:creationId xmlns:a16="http://schemas.microsoft.com/office/drawing/2014/main" id="{E7789BC5-20A9-4199-8B8F-9F4B5A84846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704" name="Group 121">
                <a:extLst>
                  <a:ext uri="{FF2B5EF4-FFF2-40B4-BE49-F238E27FC236}">
                    <a16:creationId xmlns:a16="http://schemas.microsoft.com/office/drawing/2014/main" id="{776A4704-1B8D-44B7-B3AA-9CE0B3FBEE23}"/>
                  </a:ext>
                </a:extLst>
              </p:cNvPr>
              <p:cNvGrpSpPr>
                <a:grpSpLocks/>
              </p:cNvGrpSpPr>
              <p:nvPr/>
            </p:nvGrpSpPr>
            <p:grpSpPr bwMode="auto">
              <a:xfrm>
                <a:off x="3686" y="244"/>
                <a:ext cx="177" cy="66"/>
                <a:chOff x="2848" y="848"/>
                <a:chExt cx="140" cy="98"/>
              </a:xfrm>
            </p:grpSpPr>
            <p:sp>
              <p:nvSpPr>
                <p:cNvPr id="64709" name="Line 122">
                  <a:extLst>
                    <a:ext uri="{FF2B5EF4-FFF2-40B4-BE49-F238E27FC236}">
                      <a16:creationId xmlns:a16="http://schemas.microsoft.com/office/drawing/2014/main" id="{434B8C84-15A9-4C2E-AE66-77D3DD2AD65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10" name="Line 123">
                  <a:extLst>
                    <a:ext uri="{FF2B5EF4-FFF2-40B4-BE49-F238E27FC236}">
                      <a16:creationId xmlns:a16="http://schemas.microsoft.com/office/drawing/2014/main" id="{D73A8CB0-675D-4B66-BEAA-F4CAD59CA51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11" name="Line 124">
                  <a:extLst>
                    <a:ext uri="{FF2B5EF4-FFF2-40B4-BE49-F238E27FC236}">
                      <a16:creationId xmlns:a16="http://schemas.microsoft.com/office/drawing/2014/main" id="{682D5BDD-61FE-4E0C-8765-6221DC7ED33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705" name="Group 125">
                <a:extLst>
                  <a:ext uri="{FF2B5EF4-FFF2-40B4-BE49-F238E27FC236}">
                    <a16:creationId xmlns:a16="http://schemas.microsoft.com/office/drawing/2014/main" id="{DB5CBDF8-D2D3-45F8-B2E6-6129B62126D2}"/>
                  </a:ext>
                </a:extLst>
              </p:cNvPr>
              <p:cNvGrpSpPr>
                <a:grpSpLocks/>
              </p:cNvGrpSpPr>
              <p:nvPr/>
            </p:nvGrpSpPr>
            <p:grpSpPr bwMode="auto">
              <a:xfrm flipV="1">
                <a:off x="3686" y="243"/>
                <a:ext cx="177" cy="66"/>
                <a:chOff x="2848" y="848"/>
                <a:chExt cx="140" cy="98"/>
              </a:xfrm>
            </p:grpSpPr>
            <p:sp>
              <p:nvSpPr>
                <p:cNvPr id="64706" name="Line 126">
                  <a:extLst>
                    <a:ext uri="{FF2B5EF4-FFF2-40B4-BE49-F238E27FC236}">
                      <a16:creationId xmlns:a16="http://schemas.microsoft.com/office/drawing/2014/main" id="{91EA4960-F5E1-4F67-92C8-A80E8A352D0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07" name="Line 127">
                  <a:extLst>
                    <a:ext uri="{FF2B5EF4-FFF2-40B4-BE49-F238E27FC236}">
                      <a16:creationId xmlns:a16="http://schemas.microsoft.com/office/drawing/2014/main" id="{1B4CD893-36CF-48B4-AE27-C8CFE8B54DE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708" name="Line 128">
                  <a:extLst>
                    <a:ext uri="{FF2B5EF4-FFF2-40B4-BE49-F238E27FC236}">
                      <a16:creationId xmlns:a16="http://schemas.microsoft.com/office/drawing/2014/main" id="{FA3590E9-EDEC-4F20-BBE7-24C900C511D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70" name="Group 129">
              <a:extLst>
                <a:ext uri="{FF2B5EF4-FFF2-40B4-BE49-F238E27FC236}">
                  <a16:creationId xmlns:a16="http://schemas.microsoft.com/office/drawing/2014/main" id="{3248AB48-CA5E-4A98-94AE-6D5A7805CDD9}"/>
                </a:ext>
              </a:extLst>
            </p:cNvPr>
            <p:cNvGrpSpPr>
              <a:grpSpLocks/>
            </p:cNvGrpSpPr>
            <p:nvPr/>
          </p:nvGrpSpPr>
          <p:grpSpPr bwMode="auto">
            <a:xfrm>
              <a:off x="3595" y="651"/>
              <a:ext cx="150" cy="307"/>
              <a:chOff x="4180" y="783"/>
              <a:chExt cx="150" cy="307"/>
            </a:xfrm>
          </p:grpSpPr>
          <p:sp>
            <p:nvSpPr>
              <p:cNvPr id="64691" name="AutoShape 130">
                <a:extLst>
                  <a:ext uri="{FF2B5EF4-FFF2-40B4-BE49-F238E27FC236}">
                    <a16:creationId xmlns:a16="http://schemas.microsoft.com/office/drawing/2014/main" id="{E688C396-3E51-4C2D-88F9-DA7DD8F7F1C5}"/>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92" name="Rectangle 131">
                <a:extLst>
                  <a:ext uri="{FF2B5EF4-FFF2-40B4-BE49-F238E27FC236}">
                    <a16:creationId xmlns:a16="http://schemas.microsoft.com/office/drawing/2014/main" id="{64916B7D-63AE-4DBF-A274-2BF34BA29A29}"/>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93" name="Rectangle 132">
                <a:extLst>
                  <a:ext uri="{FF2B5EF4-FFF2-40B4-BE49-F238E27FC236}">
                    <a16:creationId xmlns:a16="http://schemas.microsoft.com/office/drawing/2014/main" id="{B5F65366-53B3-4AF0-8F16-6157D98E00FE}"/>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94" name="AutoShape 133">
                <a:extLst>
                  <a:ext uri="{FF2B5EF4-FFF2-40B4-BE49-F238E27FC236}">
                    <a16:creationId xmlns:a16="http://schemas.microsoft.com/office/drawing/2014/main" id="{6FD4358E-4C7A-4763-88E4-D34588094A4F}"/>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95" name="Line 134">
                <a:extLst>
                  <a:ext uri="{FF2B5EF4-FFF2-40B4-BE49-F238E27FC236}">
                    <a16:creationId xmlns:a16="http://schemas.microsoft.com/office/drawing/2014/main" id="{ACF2BC0C-8D64-4C81-8D5A-EF179E7803D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96" name="Line 135">
                <a:extLst>
                  <a:ext uri="{FF2B5EF4-FFF2-40B4-BE49-F238E27FC236}">
                    <a16:creationId xmlns:a16="http://schemas.microsoft.com/office/drawing/2014/main" id="{517E35A0-6EFB-48F7-BAA3-A25FBA5744C0}"/>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97" name="Rectangle 136">
                <a:extLst>
                  <a:ext uri="{FF2B5EF4-FFF2-40B4-BE49-F238E27FC236}">
                    <a16:creationId xmlns:a16="http://schemas.microsoft.com/office/drawing/2014/main" id="{B85B1D9A-4DDB-4480-A896-B1C772FC7D38}"/>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98" name="Rectangle 137">
                <a:extLst>
                  <a:ext uri="{FF2B5EF4-FFF2-40B4-BE49-F238E27FC236}">
                    <a16:creationId xmlns:a16="http://schemas.microsoft.com/office/drawing/2014/main" id="{A8E020B1-FFC4-40D4-AF19-A654950FDCFC}"/>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aphicFrame>
          <p:nvGraphicFramePr>
            <p:cNvPr id="64571" name="Object 138">
              <a:extLst>
                <a:ext uri="{FF2B5EF4-FFF2-40B4-BE49-F238E27FC236}">
                  <a16:creationId xmlns:a16="http://schemas.microsoft.com/office/drawing/2014/main" id="{68FE10A8-7156-4766-B4E4-5E280AFBB950}"/>
                </a:ext>
              </a:extLst>
            </p:cNvPr>
            <p:cNvGraphicFramePr>
              <a:graphicFrameLocks noChangeAspect="1"/>
            </p:cNvGraphicFramePr>
            <p:nvPr/>
          </p:nvGraphicFramePr>
          <p:xfrm>
            <a:off x="4496" y="260"/>
            <a:ext cx="299" cy="239"/>
          </p:xfrm>
          <a:graphic>
            <a:graphicData uri="http://schemas.openxmlformats.org/presentationml/2006/ole">
              <mc:AlternateContent xmlns:mc="http://schemas.openxmlformats.org/markup-compatibility/2006">
                <mc:Choice xmlns:v="urn:schemas-microsoft-com:vml" Requires="v">
                  <p:oleObj name="Clip" r:id="rId22" imgW="1307263" imgH="1084139" progId="MS_ClipArt_Gallery.2">
                    <p:embed/>
                  </p:oleObj>
                </mc:Choice>
                <mc:Fallback>
                  <p:oleObj name="Clip" r:id="rId22" imgW="1307263" imgH="1084139" progId="MS_ClipArt_Gallery.2">
                    <p:embed/>
                    <p:pic>
                      <p:nvPicPr>
                        <p:cNvPr id="0" name="Object 1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6" y="260"/>
                          <a:ext cx="299"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572" name="Group 139">
              <a:extLst>
                <a:ext uri="{FF2B5EF4-FFF2-40B4-BE49-F238E27FC236}">
                  <a16:creationId xmlns:a16="http://schemas.microsoft.com/office/drawing/2014/main" id="{7519F20A-63F9-41E8-9C91-73B96C552919}"/>
                </a:ext>
              </a:extLst>
            </p:cNvPr>
            <p:cNvGrpSpPr>
              <a:grpSpLocks/>
            </p:cNvGrpSpPr>
            <p:nvPr/>
          </p:nvGrpSpPr>
          <p:grpSpPr bwMode="auto">
            <a:xfrm>
              <a:off x="4451" y="714"/>
              <a:ext cx="292" cy="320"/>
              <a:chOff x="2870" y="1518"/>
              <a:chExt cx="292" cy="320"/>
            </a:xfrm>
          </p:grpSpPr>
          <p:graphicFrame>
            <p:nvGraphicFramePr>
              <p:cNvPr id="64689" name="Object 140">
                <a:extLst>
                  <a:ext uri="{FF2B5EF4-FFF2-40B4-BE49-F238E27FC236}">
                    <a16:creationId xmlns:a16="http://schemas.microsoft.com/office/drawing/2014/main" id="{89F66281-320C-4F2B-8246-490F8D35CD1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3" imgW="826829" imgH="840406" progId="MS_ClipArt_Gallery.2">
                      <p:embed/>
                    </p:oleObj>
                  </mc:Choice>
                  <mc:Fallback>
                    <p:oleObj name="Clip" r:id="rId23" imgW="826829" imgH="840406" progId="MS_ClipArt_Gallery.2">
                      <p:embed/>
                      <p:pic>
                        <p:nvPicPr>
                          <p:cNvPr id="0" name="Object 1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90" name="Object 141">
                <a:extLst>
                  <a:ext uri="{FF2B5EF4-FFF2-40B4-BE49-F238E27FC236}">
                    <a16:creationId xmlns:a16="http://schemas.microsoft.com/office/drawing/2014/main" id="{21B7B07E-F6D1-4541-B9D6-80EE689C32D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4" imgW="1268295" imgH="1199426" progId="MS_ClipArt_Gallery.2">
                      <p:embed/>
                    </p:oleObj>
                  </mc:Choice>
                  <mc:Fallback>
                    <p:oleObj name="Clip" r:id="rId24" imgW="1268295" imgH="1199426" progId="MS_ClipArt_Gallery.2">
                      <p:embed/>
                      <p:pic>
                        <p:nvPicPr>
                          <p:cNvPr id="0" name="Object 1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4573" name="Group 142">
              <a:extLst>
                <a:ext uri="{FF2B5EF4-FFF2-40B4-BE49-F238E27FC236}">
                  <a16:creationId xmlns:a16="http://schemas.microsoft.com/office/drawing/2014/main" id="{19B068EA-4DFF-4F36-803F-C4F56F2BE195}"/>
                </a:ext>
              </a:extLst>
            </p:cNvPr>
            <p:cNvGrpSpPr>
              <a:grpSpLocks/>
            </p:cNvGrpSpPr>
            <p:nvPr/>
          </p:nvGrpSpPr>
          <p:grpSpPr bwMode="auto">
            <a:xfrm>
              <a:off x="3690" y="1566"/>
              <a:ext cx="360" cy="175"/>
              <a:chOff x="3600" y="219"/>
              <a:chExt cx="360" cy="175"/>
            </a:xfrm>
          </p:grpSpPr>
          <p:sp>
            <p:nvSpPr>
              <p:cNvPr id="64676" name="Oval 143">
                <a:extLst>
                  <a:ext uri="{FF2B5EF4-FFF2-40B4-BE49-F238E27FC236}">
                    <a16:creationId xmlns:a16="http://schemas.microsoft.com/office/drawing/2014/main" id="{D97CCD34-BA90-4E18-8B8F-9B44159E5F2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77" name="Line 144">
                <a:extLst>
                  <a:ext uri="{FF2B5EF4-FFF2-40B4-BE49-F238E27FC236}">
                    <a16:creationId xmlns:a16="http://schemas.microsoft.com/office/drawing/2014/main" id="{4C3A33A4-38E2-4AD4-9549-28C1797CCDA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78" name="Line 145">
                <a:extLst>
                  <a:ext uri="{FF2B5EF4-FFF2-40B4-BE49-F238E27FC236}">
                    <a16:creationId xmlns:a16="http://schemas.microsoft.com/office/drawing/2014/main" id="{12A8172E-D8D8-4123-B329-623F66F2F97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79" name="Rectangle 146">
                <a:extLst>
                  <a:ext uri="{FF2B5EF4-FFF2-40B4-BE49-F238E27FC236}">
                    <a16:creationId xmlns:a16="http://schemas.microsoft.com/office/drawing/2014/main" id="{ED487CA7-7184-452C-B1B2-42C8945D217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680" name="Oval 147">
                <a:extLst>
                  <a:ext uri="{FF2B5EF4-FFF2-40B4-BE49-F238E27FC236}">
                    <a16:creationId xmlns:a16="http://schemas.microsoft.com/office/drawing/2014/main" id="{F003641B-3A05-4C3F-84D9-8D6B12F8D73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681" name="Group 148">
                <a:extLst>
                  <a:ext uri="{FF2B5EF4-FFF2-40B4-BE49-F238E27FC236}">
                    <a16:creationId xmlns:a16="http://schemas.microsoft.com/office/drawing/2014/main" id="{0CC1F4DA-C757-43D3-AEE7-0D666C03B59A}"/>
                  </a:ext>
                </a:extLst>
              </p:cNvPr>
              <p:cNvGrpSpPr>
                <a:grpSpLocks/>
              </p:cNvGrpSpPr>
              <p:nvPr/>
            </p:nvGrpSpPr>
            <p:grpSpPr bwMode="auto">
              <a:xfrm>
                <a:off x="3686" y="244"/>
                <a:ext cx="177" cy="66"/>
                <a:chOff x="2848" y="848"/>
                <a:chExt cx="140" cy="98"/>
              </a:xfrm>
            </p:grpSpPr>
            <p:sp>
              <p:nvSpPr>
                <p:cNvPr id="64686" name="Line 149">
                  <a:extLst>
                    <a:ext uri="{FF2B5EF4-FFF2-40B4-BE49-F238E27FC236}">
                      <a16:creationId xmlns:a16="http://schemas.microsoft.com/office/drawing/2014/main" id="{17BA1EF5-5473-4993-9159-4A0ED0BD084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87" name="Line 150">
                  <a:extLst>
                    <a:ext uri="{FF2B5EF4-FFF2-40B4-BE49-F238E27FC236}">
                      <a16:creationId xmlns:a16="http://schemas.microsoft.com/office/drawing/2014/main" id="{08914664-9BB9-4D24-90EE-BC69E0EA823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88" name="Line 151">
                  <a:extLst>
                    <a:ext uri="{FF2B5EF4-FFF2-40B4-BE49-F238E27FC236}">
                      <a16:creationId xmlns:a16="http://schemas.microsoft.com/office/drawing/2014/main" id="{1DD241D6-D2A7-46A4-93E6-618D6499811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682" name="Group 152">
                <a:extLst>
                  <a:ext uri="{FF2B5EF4-FFF2-40B4-BE49-F238E27FC236}">
                    <a16:creationId xmlns:a16="http://schemas.microsoft.com/office/drawing/2014/main" id="{13EDF835-FFC6-4396-8434-97D3BE5F92F8}"/>
                  </a:ext>
                </a:extLst>
              </p:cNvPr>
              <p:cNvGrpSpPr>
                <a:grpSpLocks/>
              </p:cNvGrpSpPr>
              <p:nvPr/>
            </p:nvGrpSpPr>
            <p:grpSpPr bwMode="auto">
              <a:xfrm flipV="1">
                <a:off x="3686" y="243"/>
                <a:ext cx="177" cy="66"/>
                <a:chOff x="2848" y="848"/>
                <a:chExt cx="140" cy="98"/>
              </a:xfrm>
            </p:grpSpPr>
            <p:sp>
              <p:nvSpPr>
                <p:cNvPr id="64683" name="Line 153">
                  <a:extLst>
                    <a:ext uri="{FF2B5EF4-FFF2-40B4-BE49-F238E27FC236}">
                      <a16:creationId xmlns:a16="http://schemas.microsoft.com/office/drawing/2014/main" id="{83C6F12D-53B7-44B5-8E00-86369E7CA3F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84" name="Line 154">
                  <a:extLst>
                    <a:ext uri="{FF2B5EF4-FFF2-40B4-BE49-F238E27FC236}">
                      <a16:creationId xmlns:a16="http://schemas.microsoft.com/office/drawing/2014/main" id="{58367F96-E8F9-440B-A6D3-D90CE3CB8A1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85" name="Line 155">
                  <a:extLst>
                    <a:ext uri="{FF2B5EF4-FFF2-40B4-BE49-F238E27FC236}">
                      <a16:creationId xmlns:a16="http://schemas.microsoft.com/office/drawing/2014/main" id="{6B67ECD3-FEA1-46A6-8473-513522DF222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74" name="Group 156">
              <a:extLst>
                <a:ext uri="{FF2B5EF4-FFF2-40B4-BE49-F238E27FC236}">
                  <a16:creationId xmlns:a16="http://schemas.microsoft.com/office/drawing/2014/main" id="{4AEF58D5-2958-4E72-98C7-D39BA3084A5B}"/>
                </a:ext>
              </a:extLst>
            </p:cNvPr>
            <p:cNvGrpSpPr>
              <a:grpSpLocks/>
            </p:cNvGrpSpPr>
            <p:nvPr/>
          </p:nvGrpSpPr>
          <p:grpSpPr bwMode="auto">
            <a:xfrm>
              <a:off x="4374" y="1395"/>
              <a:ext cx="360" cy="175"/>
              <a:chOff x="3600" y="219"/>
              <a:chExt cx="360" cy="175"/>
            </a:xfrm>
          </p:grpSpPr>
          <p:sp>
            <p:nvSpPr>
              <p:cNvPr id="64663" name="Oval 157">
                <a:extLst>
                  <a:ext uri="{FF2B5EF4-FFF2-40B4-BE49-F238E27FC236}">
                    <a16:creationId xmlns:a16="http://schemas.microsoft.com/office/drawing/2014/main" id="{CA29A550-9D42-4333-B39B-530AA21C9BA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64" name="Line 158">
                <a:extLst>
                  <a:ext uri="{FF2B5EF4-FFF2-40B4-BE49-F238E27FC236}">
                    <a16:creationId xmlns:a16="http://schemas.microsoft.com/office/drawing/2014/main" id="{317ADB0B-0CAB-4E62-9771-516B49B4872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65" name="Line 159">
                <a:extLst>
                  <a:ext uri="{FF2B5EF4-FFF2-40B4-BE49-F238E27FC236}">
                    <a16:creationId xmlns:a16="http://schemas.microsoft.com/office/drawing/2014/main" id="{1DB61A69-9441-4A0A-9F39-38B827650A69}"/>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66" name="Rectangle 160">
                <a:extLst>
                  <a:ext uri="{FF2B5EF4-FFF2-40B4-BE49-F238E27FC236}">
                    <a16:creationId xmlns:a16="http://schemas.microsoft.com/office/drawing/2014/main" id="{646CF610-D069-4606-A476-B48918CD5624}"/>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667" name="Oval 161">
                <a:extLst>
                  <a:ext uri="{FF2B5EF4-FFF2-40B4-BE49-F238E27FC236}">
                    <a16:creationId xmlns:a16="http://schemas.microsoft.com/office/drawing/2014/main" id="{916A5412-F573-458F-B1BC-697BCB1F4B6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668" name="Group 162">
                <a:extLst>
                  <a:ext uri="{FF2B5EF4-FFF2-40B4-BE49-F238E27FC236}">
                    <a16:creationId xmlns:a16="http://schemas.microsoft.com/office/drawing/2014/main" id="{8DD0A8A6-4914-4E59-9795-89823B2EECFF}"/>
                  </a:ext>
                </a:extLst>
              </p:cNvPr>
              <p:cNvGrpSpPr>
                <a:grpSpLocks/>
              </p:cNvGrpSpPr>
              <p:nvPr/>
            </p:nvGrpSpPr>
            <p:grpSpPr bwMode="auto">
              <a:xfrm>
                <a:off x="3686" y="244"/>
                <a:ext cx="177" cy="66"/>
                <a:chOff x="2848" y="848"/>
                <a:chExt cx="140" cy="98"/>
              </a:xfrm>
            </p:grpSpPr>
            <p:sp>
              <p:nvSpPr>
                <p:cNvPr id="64673" name="Line 163">
                  <a:extLst>
                    <a:ext uri="{FF2B5EF4-FFF2-40B4-BE49-F238E27FC236}">
                      <a16:creationId xmlns:a16="http://schemas.microsoft.com/office/drawing/2014/main" id="{70343CA9-45D1-4012-B8E4-567BF099980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74" name="Line 164">
                  <a:extLst>
                    <a:ext uri="{FF2B5EF4-FFF2-40B4-BE49-F238E27FC236}">
                      <a16:creationId xmlns:a16="http://schemas.microsoft.com/office/drawing/2014/main" id="{29ADD958-6A53-4183-82AB-67B6AAABE05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75" name="Line 165">
                  <a:extLst>
                    <a:ext uri="{FF2B5EF4-FFF2-40B4-BE49-F238E27FC236}">
                      <a16:creationId xmlns:a16="http://schemas.microsoft.com/office/drawing/2014/main" id="{BFE8CACD-87BF-42A4-9088-50C5E9D635E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669" name="Group 166">
                <a:extLst>
                  <a:ext uri="{FF2B5EF4-FFF2-40B4-BE49-F238E27FC236}">
                    <a16:creationId xmlns:a16="http://schemas.microsoft.com/office/drawing/2014/main" id="{B38D6266-7F55-4FF6-884D-A4587FCE95F0}"/>
                  </a:ext>
                </a:extLst>
              </p:cNvPr>
              <p:cNvGrpSpPr>
                <a:grpSpLocks/>
              </p:cNvGrpSpPr>
              <p:nvPr/>
            </p:nvGrpSpPr>
            <p:grpSpPr bwMode="auto">
              <a:xfrm flipV="1">
                <a:off x="3686" y="243"/>
                <a:ext cx="177" cy="66"/>
                <a:chOff x="2848" y="848"/>
                <a:chExt cx="140" cy="98"/>
              </a:xfrm>
            </p:grpSpPr>
            <p:sp>
              <p:nvSpPr>
                <p:cNvPr id="64670" name="Line 167">
                  <a:extLst>
                    <a:ext uri="{FF2B5EF4-FFF2-40B4-BE49-F238E27FC236}">
                      <a16:creationId xmlns:a16="http://schemas.microsoft.com/office/drawing/2014/main" id="{04D5E2F5-C996-4AE9-854A-072B6B31606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71" name="Line 168">
                  <a:extLst>
                    <a:ext uri="{FF2B5EF4-FFF2-40B4-BE49-F238E27FC236}">
                      <a16:creationId xmlns:a16="http://schemas.microsoft.com/office/drawing/2014/main" id="{CEA4B620-9BC5-4BD6-829A-B52381B038C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72" name="Line 169">
                  <a:extLst>
                    <a:ext uri="{FF2B5EF4-FFF2-40B4-BE49-F238E27FC236}">
                      <a16:creationId xmlns:a16="http://schemas.microsoft.com/office/drawing/2014/main" id="{4A537F58-6C5B-4C4A-A60C-1322DDC4E03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75" name="Group 170">
              <a:extLst>
                <a:ext uri="{FF2B5EF4-FFF2-40B4-BE49-F238E27FC236}">
                  <a16:creationId xmlns:a16="http://schemas.microsoft.com/office/drawing/2014/main" id="{87FBD024-A193-4A77-8BAD-4A0905113552}"/>
                </a:ext>
              </a:extLst>
            </p:cNvPr>
            <p:cNvGrpSpPr>
              <a:grpSpLocks/>
            </p:cNvGrpSpPr>
            <p:nvPr/>
          </p:nvGrpSpPr>
          <p:grpSpPr bwMode="auto">
            <a:xfrm>
              <a:off x="4386" y="1887"/>
              <a:ext cx="360" cy="175"/>
              <a:chOff x="3600" y="219"/>
              <a:chExt cx="360" cy="175"/>
            </a:xfrm>
          </p:grpSpPr>
          <p:sp>
            <p:nvSpPr>
              <p:cNvPr id="64650" name="Oval 171">
                <a:extLst>
                  <a:ext uri="{FF2B5EF4-FFF2-40B4-BE49-F238E27FC236}">
                    <a16:creationId xmlns:a16="http://schemas.microsoft.com/office/drawing/2014/main" id="{A784CEC9-F9BA-4B92-87B6-98442D58229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51" name="Line 172">
                <a:extLst>
                  <a:ext uri="{FF2B5EF4-FFF2-40B4-BE49-F238E27FC236}">
                    <a16:creationId xmlns:a16="http://schemas.microsoft.com/office/drawing/2014/main" id="{24046AF2-A211-4BAB-9C74-8F506B8F9F5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52" name="Line 173">
                <a:extLst>
                  <a:ext uri="{FF2B5EF4-FFF2-40B4-BE49-F238E27FC236}">
                    <a16:creationId xmlns:a16="http://schemas.microsoft.com/office/drawing/2014/main" id="{37EB9E91-F25D-4B2B-B61E-27FBCCF7B5C9}"/>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53" name="Rectangle 174">
                <a:extLst>
                  <a:ext uri="{FF2B5EF4-FFF2-40B4-BE49-F238E27FC236}">
                    <a16:creationId xmlns:a16="http://schemas.microsoft.com/office/drawing/2014/main" id="{0AE26DEC-142D-4A4F-B6F7-CE594FDCD604}"/>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654" name="Oval 175">
                <a:extLst>
                  <a:ext uri="{FF2B5EF4-FFF2-40B4-BE49-F238E27FC236}">
                    <a16:creationId xmlns:a16="http://schemas.microsoft.com/office/drawing/2014/main" id="{3500AC16-7682-4E10-9BF2-457AEC7CE9A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655" name="Group 176">
                <a:extLst>
                  <a:ext uri="{FF2B5EF4-FFF2-40B4-BE49-F238E27FC236}">
                    <a16:creationId xmlns:a16="http://schemas.microsoft.com/office/drawing/2014/main" id="{956563F1-8410-4671-8E5D-911A1780B301}"/>
                  </a:ext>
                </a:extLst>
              </p:cNvPr>
              <p:cNvGrpSpPr>
                <a:grpSpLocks/>
              </p:cNvGrpSpPr>
              <p:nvPr/>
            </p:nvGrpSpPr>
            <p:grpSpPr bwMode="auto">
              <a:xfrm>
                <a:off x="3686" y="244"/>
                <a:ext cx="177" cy="66"/>
                <a:chOff x="2848" y="848"/>
                <a:chExt cx="140" cy="98"/>
              </a:xfrm>
            </p:grpSpPr>
            <p:sp>
              <p:nvSpPr>
                <p:cNvPr id="64660" name="Line 177">
                  <a:extLst>
                    <a:ext uri="{FF2B5EF4-FFF2-40B4-BE49-F238E27FC236}">
                      <a16:creationId xmlns:a16="http://schemas.microsoft.com/office/drawing/2014/main" id="{6A744372-848F-457C-8E9E-08385C13F9F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61" name="Line 178">
                  <a:extLst>
                    <a:ext uri="{FF2B5EF4-FFF2-40B4-BE49-F238E27FC236}">
                      <a16:creationId xmlns:a16="http://schemas.microsoft.com/office/drawing/2014/main" id="{7FD8FA6C-2C50-4568-88C9-2873FF5FAC0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62" name="Line 179">
                  <a:extLst>
                    <a:ext uri="{FF2B5EF4-FFF2-40B4-BE49-F238E27FC236}">
                      <a16:creationId xmlns:a16="http://schemas.microsoft.com/office/drawing/2014/main" id="{CAD3C189-3A89-40BB-B693-6E17EBBF722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656" name="Group 180">
                <a:extLst>
                  <a:ext uri="{FF2B5EF4-FFF2-40B4-BE49-F238E27FC236}">
                    <a16:creationId xmlns:a16="http://schemas.microsoft.com/office/drawing/2014/main" id="{780C03DC-6D71-44CC-80B6-52DF59434270}"/>
                  </a:ext>
                </a:extLst>
              </p:cNvPr>
              <p:cNvGrpSpPr>
                <a:grpSpLocks/>
              </p:cNvGrpSpPr>
              <p:nvPr/>
            </p:nvGrpSpPr>
            <p:grpSpPr bwMode="auto">
              <a:xfrm flipV="1">
                <a:off x="3686" y="243"/>
                <a:ext cx="177" cy="66"/>
                <a:chOff x="2848" y="848"/>
                <a:chExt cx="140" cy="98"/>
              </a:xfrm>
            </p:grpSpPr>
            <p:sp>
              <p:nvSpPr>
                <p:cNvPr id="64657" name="Line 181">
                  <a:extLst>
                    <a:ext uri="{FF2B5EF4-FFF2-40B4-BE49-F238E27FC236}">
                      <a16:creationId xmlns:a16="http://schemas.microsoft.com/office/drawing/2014/main" id="{6801257F-D83E-4027-8E95-7389B393D56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58" name="Line 182">
                  <a:extLst>
                    <a:ext uri="{FF2B5EF4-FFF2-40B4-BE49-F238E27FC236}">
                      <a16:creationId xmlns:a16="http://schemas.microsoft.com/office/drawing/2014/main" id="{09F6B69A-8449-45D4-9189-EB44386AA65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59" name="Line 183">
                  <a:extLst>
                    <a:ext uri="{FF2B5EF4-FFF2-40B4-BE49-F238E27FC236}">
                      <a16:creationId xmlns:a16="http://schemas.microsoft.com/office/drawing/2014/main" id="{55A48C4F-C3B8-457B-A970-32364000EAB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76" name="Group 184">
              <a:extLst>
                <a:ext uri="{FF2B5EF4-FFF2-40B4-BE49-F238E27FC236}">
                  <a16:creationId xmlns:a16="http://schemas.microsoft.com/office/drawing/2014/main" id="{553E09F0-11C6-4EAB-ABAD-E72D47EA31F9}"/>
                </a:ext>
              </a:extLst>
            </p:cNvPr>
            <p:cNvGrpSpPr>
              <a:grpSpLocks/>
            </p:cNvGrpSpPr>
            <p:nvPr/>
          </p:nvGrpSpPr>
          <p:grpSpPr bwMode="auto">
            <a:xfrm>
              <a:off x="5082" y="1551"/>
              <a:ext cx="360" cy="175"/>
              <a:chOff x="3600" y="219"/>
              <a:chExt cx="360" cy="175"/>
            </a:xfrm>
          </p:grpSpPr>
          <p:sp>
            <p:nvSpPr>
              <p:cNvPr id="64637" name="Oval 185">
                <a:extLst>
                  <a:ext uri="{FF2B5EF4-FFF2-40B4-BE49-F238E27FC236}">
                    <a16:creationId xmlns:a16="http://schemas.microsoft.com/office/drawing/2014/main" id="{2D78E24A-5F0D-44BF-801E-039710B7A5D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38" name="Line 186">
                <a:extLst>
                  <a:ext uri="{FF2B5EF4-FFF2-40B4-BE49-F238E27FC236}">
                    <a16:creationId xmlns:a16="http://schemas.microsoft.com/office/drawing/2014/main" id="{C236FA70-295A-4890-81D9-C40CB439E8C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39" name="Line 187">
                <a:extLst>
                  <a:ext uri="{FF2B5EF4-FFF2-40B4-BE49-F238E27FC236}">
                    <a16:creationId xmlns:a16="http://schemas.microsoft.com/office/drawing/2014/main" id="{3B699015-88A9-416A-9C2F-DE49D0B1886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40" name="Rectangle 188">
                <a:extLst>
                  <a:ext uri="{FF2B5EF4-FFF2-40B4-BE49-F238E27FC236}">
                    <a16:creationId xmlns:a16="http://schemas.microsoft.com/office/drawing/2014/main" id="{D019B372-2148-490E-94A2-362B6063B5E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641" name="Oval 189">
                <a:extLst>
                  <a:ext uri="{FF2B5EF4-FFF2-40B4-BE49-F238E27FC236}">
                    <a16:creationId xmlns:a16="http://schemas.microsoft.com/office/drawing/2014/main" id="{D1E9F089-EC8A-4A23-89C4-D7AC08683E8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642" name="Group 190">
                <a:extLst>
                  <a:ext uri="{FF2B5EF4-FFF2-40B4-BE49-F238E27FC236}">
                    <a16:creationId xmlns:a16="http://schemas.microsoft.com/office/drawing/2014/main" id="{6A7DAF43-7272-475C-B3C0-EFF1AB48D7B6}"/>
                  </a:ext>
                </a:extLst>
              </p:cNvPr>
              <p:cNvGrpSpPr>
                <a:grpSpLocks/>
              </p:cNvGrpSpPr>
              <p:nvPr/>
            </p:nvGrpSpPr>
            <p:grpSpPr bwMode="auto">
              <a:xfrm>
                <a:off x="3686" y="244"/>
                <a:ext cx="177" cy="66"/>
                <a:chOff x="2848" y="848"/>
                <a:chExt cx="140" cy="98"/>
              </a:xfrm>
            </p:grpSpPr>
            <p:sp>
              <p:nvSpPr>
                <p:cNvPr id="64647" name="Line 191">
                  <a:extLst>
                    <a:ext uri="{FF2B5EF4-FFF2-40B4-BE49-F238E27FC236}">
                      <a16:creationId xmlns:a16="http://schemas.microsoft.com/office/drawing/2014/main" id="{8D502377-B1E7-42E8-8225-40178EA3FB4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48" name="Line 192">
                  <a:extLst>
                    <a:ext uri="{FF2B5EF4-FFF2-40B4-BE49-F238E27FC236}">
                      <a16:creationId xmlns:a16="http://schemas.microsoft.com/office/drawing/2014/main" id="{6E59D2F7-1134-4EC1-9527-0C96F2A80B0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49" name="Line 193">
                  <a:extLst>
                    <a:ext uri="{FF2B5EF4-FFF2-40B4-BE49-F238E27FC236}">
                      <a16:creationId xmlns:a16="http://schemas.microsoft.com/office/drawing/2014/main" id="{0799D613-B723-42A8-B7A2-DF719DE8692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643" name="Group 194">
                <a:extLst>
                  <a:ext uri="{FF2B5EF4-FFF2-40B4-BE49-F238E27FC236}">
                    <a16:creationId xmlns:a16="http://schemas.microsoft.com/office/drawing/2014/main" id="{C2F2FA15-1E49-4791-A996-E37C524682A5}"/>
                  </a:ext>
                </a:extLst>
              </p:cNvPr>
              <p:cNvGrpSpPr>
                <a:grpSpLocks/>
              </p:cNvGrpSpPr>
              <p:nvPr/>
            </p:nvGrpSpPr>
            <p:grpSpPr bwMode="auto">
              <a:xfrm flipV="1">
                <a:off x="3686" y="243"/>
                <a:ext cx="177" cy="66"/>
                <a:chOff x="2848" y="848"/>
                <a:chExt cx="140" cy="98"/>
              </a:xfrm>
            </p:grpSpPr>
            <p:sp>
              <p:nvSpPr>
                <p:cNvPr id="64644" name="Line 195">
                  <a:extLst>
                    <a:ext uri="{FF2B5EF4-FFF2-40B4-BE49-F238E27FC236}">
                      <a16:creationId xmlns:a16="http://schemas.microsoft.com/office/drawing/2014/main" id="{D65ACD45-6765-452D-A089-E34AE5BC79B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45" name="Line 196">
                  <a:extLst>
                    <a:ext uri="{FF2B5EF4-FFF2-40B4-BE49-F238E27FC236}">
                      <a16:creationId xmlns:a16="http://schemas.microsoft.com/office/drawing/2014/main" id="{CA712B26-4531-4678-B36E-C26EB1D23D4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46" name="Line 197">
                  <a:extLst>
                    <a:ext uri="{FF2B5EF4-FFF2-40B4-BE49-F238E27FC236}">
                      <a16:creationId xmlns:a16="http://schemas.microsoft.com/office/drawing/2014/main" id="{FCC9A1E7-2A34-4774-A1ED-E1C24240A15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77" name="Group 198">
              <a:extLst>
                <a:ext uri="{FF2B5EF4-FFF2-40B4-BE49-F238E27FC236}">
                  <a16:creationId xmlns:a16="http://schemas.microsoft.com/office/drawing/2014/main" id="{2C76B323-480E-4D2D-A88C-069EE1031086}"/>
                </a:ext>
              </a:extLst>
            </p:cNvPr>
            <p:cNvGrpSpPr>
              <a:grpSpLocks/>
            </p:cNvGrpSpPr>
            <p:nvPr/>
          </p:nvGrpSpPr>
          <p:grpSpPr bwMode="auto">
            <a:xfrm>
              <a:off x="4944" y="2223"/>
              <a:ext cx="360" cy="175"/>
              <a:chOff x="3600" y="219"/>
              <a:chExt cx="360" cy="175"/>
            </a:xfrm>
          </p:grpSpPr>
          <p:sp>
            <p:nvSpPr>
              <p:cNvPr id="64624" name="Oval 199">
                <a:extLst>
                  <a:ext uri="{FF2B5EF4-FFF2-40B4-BE49-F238E27FC236}">
                    <a16:creationId xmlns:a16="http://schemas.microsoft.com/office/drawing/2014/main" id="{0E57489D-C34C-4959-AA03-B7B4E57715D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25" name="Line 200">
                <a:extLst>
                  <a:ext uri="{FF2B5EF4-FFF2-40B4-BE49-F238E27FC236}">
                    <a16:creationId xmlns:a16="http://schemas.microsoft.com/office/drawing/2014/main" id="{607C7061-5511-460B-8158-735CC993457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26" name="Line 201">
                <a:extLst>
                  <a:ext uri="{FF2B5EF4-FFF2-40B4-BE49-F238E27FC236}">
                    <a16:creationId xmlns:a16="http://schemas.microsoft.com/office/drawing/2014/main" id="{785EF7E3-6EFF-4D8F-992B-79BA2979DF5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27" name="Rectangle 202">
                <a:extLst>
                  <a:ext uri="{FF2B5EF4-FFF2-40B4-BE49-F238E27FC236}">
                    <a16:creationId xmlns:a16="http://schemas.microsoft.com/office/drawing/2014/main" id="{6060348C-3F05-42BA-9EE8-844CECDA701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628" name="Oval 203">
                <a:extLst>
                  <a:ext uri="{FF2B5EF4-FFF2-40B4-BE49-F238E27FC236}">
                    <a16:creationId xmlns:a16="http://schemas.microsoft.com/office/drawing/2014/main" id="{F9272BCA-078B-4666-A1BA-4CC6487F80C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629" name="Group 204">
                <a:extLst>
                  <a:ext uri="{FF2B5EF4-FFF2-40B4-BE49-F238E27FC236}">
                    <a16:creationId xmlns:a16="http://schemas.microsoft.com/office/drawing/2014/main" id="{83CCE455-D910-4879-8A1D-C8238AE05AEE}"/>
                  </a:ext>
                </a:extLst>
              </p:cNvPr>
              <p:cNvGrpSpPr>
                <a:grpSpLocks/>
              </p:cNvGrpSpPr>
              <p:nvPr/>
            </p:nvGrpSpPr>
            <p:grpSpPr bwMode="auto">
              <a:xfrm>
                <a:off x="3686" y="244"/>
                <a:ext cx="177" cy="66"/>
                <a:chOff x="2848" y="848"/>
                <a:chExt cx="140" cy="98"/>
              </a:xfrm>
            </p:grpSpPr>
            <p:sp>
              <p:nvSpPr>
                <p:cNvPr id="64634" name="Line 205">
                  <a:extLst>
                    <a:ext uri="{FF2B5EF4-FFF2-40B4-BE49-F238E27FC236}">
                      <a16:creationId xmlns:a16="http://schemas.microsoft.com/office/drawing/2014/main" id="{26FC103D-85E0-4BBA-96DD-CC008CF3061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35" name="Line 206">
                  <a:extLst>
                    <a:ext uri="{FF2B5EF4-FFF2-40B4-BE49-F238E27FC236}">
                      <a16:creationId xmlns:a16="http://schemas.microsoft.com/office/drawing/2014/main" id="{BA4BA360-A593-4D3B-B782-E726E368073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36" name="Line 207">
                  <a:extLst>
                    <a:ext uri="{FF2B5EF4-FFF2-40B4-BE49-F238E27FC236}">
                      <a16:creationId xmlns:a16="http://schemas.microsoft.com/office/drawing/2014/main" id="{4E106ACE-27BD-4670-AE07-BB926B7E4B8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630" name="Group 208">
                <a:extLst>
                  <a:ext uri="{FF2B5EF4-FFF2-40B4-BE49-F238E27FC236}">
                    <a16:creationId xmlns:a16="http://schemas.microsoft.com/office/drawing/2014/main" id="{A201C25E-2D74-439C-8960-274879576A2F}"/>
                  </a:ext>
                </a:extLst>
              </p:cNvPr>
              <p:cNvGrpSpPr>
                <a:grpSpLocks/>
              </p:cNvGrpSpPr>
              <p:nvPr/>
            </p:nvGrpSpPr>
            <p:grpSpPr bwMode="auto">
              <a:xfrm flipV="1">
                <a:off x="3686" y="243"/>
                <a:ext cx="177" cy="66"/>
                <a:chOff x="2848" y="848"/>
                <a:chExt cx="140" cy="98"/>
              </a:xfrm>
            </p:grpSpPr>
            <p:sp>
              <p:nvSpPr>
                <p:cNvPr id="64631" name="Line 209">
                  <a:extLst>
                    <a:ext uri="{FF2B5EF4-FFF2-40B4-BE49-F238E27FC236}">
                      <a16:creationId xmlns:a16="http://schemas.microsoft.com/office/drawing/2014/main" id="{E6117D6D-E54C-48BF-B27C-2A49C61939F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32" name="Line 210">
                  <a:extLst>
                    <a:ext uri="{FF2B5EF4-FFF2-40B4-BE49-F238E27FC236}">
                      <a16:creationId xmlns:a16="http://schemas.microsoft.com/office/drawing/2014/main" id="{E36F9372-D32A-4C5F-BB1F-85800D464C8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33" name="Line 211">
                  <a:extLst>
                    <a:ext uri="{FF2B5EF4-FFF2-40B4-BE49-F238E27FC236}">
                      <a16:creationId xmlns:a16="http://schemas.microsoft.com/office/drawing/2014/main" id="{53A919D4-C658-41D7-97C5-4DD9B8AC661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78" name="Group 212">
              <a:extLst>
                <a:ext uri="{FF2B5EF4-FFF2-40B4-BE49-F238E27FC236}">
                  <a16:creationId xmlns:a16="http://schemas.microsoft.com/office/drawing/2014/main" id="{7D330D11-C634-4C8E-BF59-EBF2B3A080BF}"/>
                </a:ext>
              </a:extLst>
            </p:cNvPr>
            <p:cNvGrpSpPr>
              <a:grpSpLocks/>
            </p:cNvGrpSpPr>
            <p:nvPr/>
          </p:nvGrpSpPr>
          <p:grpSpPr bwMode="auto">
            <a:xfrm>
              <a:off x="4704" y="2661"/>
              <a:ext cx="360" cy="175"/>
              <a:chOff x="3600" y="219"/>
              <a:chExt cx="360" cy="175"/>
            </a:xfrm>
          </p:grpSpPr>
          <p:sp>
            <p:nvSpPr>
              <p:cNvPr id="64611" name="Oval 213">
                <a:extLst>
                  <a:ext uri="{FF2B5EF4-FFF2-40B4-BE49-F238E27FC236}">
                    <a16:creationId xmlns:a16="http://schemas.microsoft.com/office/drawing/2014/main" id="{4CC96148-C7D4-4F40-8BB5-AE8C38DC714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612" name="Line 214">
                <a:extLst>
                  <a:ext uri="{FF2B5EF4-FFF2-40B4-BE49-F238E27FC236}">
                    <a16:creationId xmlns:a16="http://schemas.microsoft.com/office/drawing/2014/main" id="{4C9D89E1-C83A-48AA-A849-26CDF53E2D3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13" name="Line 215">
                <a:extLst>
                  <a:ext uri="{FF2B5EF4-FFF2-40B4-BE49-F238E27FC236}">
                    <a16:creationId xmlns:a16="http://schemas.microsoft.com/office/drawing/2014/main" id="{067D9F65-3804-4D63-9317-09EC18856DD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14" name="Rectangle 216">
                <a:extLst>
                  <a:ext uri="{FF2B5EF4-FFF2-40B4-BE49-F238E27FC236}">
                    <a16:creationId xmlns:a16="http://schemas.microsoft.com/office/drawing/2014/main" id="{FDA43FD5-C205-49B6-8D0D-B2B8FB89A86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615" name="Oval 217">
                <a:extLst>
                  <a:ext uri="{FF2B5EF4-FFF2-40B4-BE49-F238E27FC236}">
                    <a16:creationId xmlns:a16="http://schemas.microsoft.com/office/drawing/2014/main" id="{D9E13D13-2004-43B4-B957-19E7BC8DC6E7}"/>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616" name="Group 218">
                <a:extLst>
                  <a:ext uri="{FF2B5EF4-FFF2-40B4-BE49-F238E27FC236}">
                    <a16:creationId xmlns:a16="http://schemas.microsoft.com/office/drawing/2014/main" id="{747B45FA-4671-48D3-BC13-C4CADCCA1BAB}"/>
                  </a:ext>
                </a:extLst>
              </p:cNvPr>
              <p:cNvGrpSpPr>
                <a:grpSpLocks/>
              </p:cNvGrpSpPr>
              <p:nvPr/>
            </p:nvGrpSpPr>
            <p:grpSpPr bwMode="auto">
              <a:xfrm>
                <a:off x="3686" y="244"/>
                <a:ext cx="177" cy="66"/>
                <a:chOff x="2848" y="848"/>
                <a:chExt cx="140" cy="98"/>
              </a:xfrm>
            </p:grpSpPr>
            <p:sp>
              <p:nvSpPr>
                <p:cNvPr id="64621" name="Line 219">
                  <a:extLst>
                    <a:ext uri="{FF2B5EF4-FFF2-40B4-BE49-F238E27FC236}">
                      <a16:creationId xmlns:a16="http://schemas.microsoft.com/office/drawing/2014/main" id="{393AA0E5-9387-4229-836B-1F730B809B2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22" name="Line 220">
                  <a:extLst>
                    <a:ext uri="{FF2B5EF4-FFF2-40B4-BE49-F238E27FC236}">
                      <a16:creationId xmlns:a16="http://schemas.microsoft.com/office/drawing/2014/main" id="{A615F84F-021C-4186-A532-D01735BE324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23" name="Line 221">
                  <a:extLst>
                    <a:ext uri="{FF2B5EF4-FFF2-40B4-BE49-F238E27FC236}">
                      <a16:creationId xmlns:a16="http://schemas.microsoft.com/office/drawing/2014/main" id="{AF4152B7-DC28-47F8-8F97-1417F1E9F3A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617" name="Group 222">
                <a:extLst>
                  <a:ext uri="{FF2B5EF4-FFF2-40B4-BE49-F238E27FC236}">
                    <a16:creationId xmlns:a16="http://schemas.microsoft.com/office/drawing/2014/main" id="{DC796312-3B2A-4727-A075-3F87B1BBEDC4}"/>
                  </a:ext>
                </a:extLst>
              </p:cNvPr>
              <p:cNvGrpSpPr>
                <a:grpSpLocks/>
              </p:cNvGrpSpPr>
              <p:nvPr/>
            </p:nvGrpSpPr>
            <p:grpSpPr bwMode="auto">
              <a:xfrm flipV="1">
                <a:off x="3686" y="243"/>
                <a:ext cx="177" cy="66"/>
                <a:chOff x="2848" y="848"/>
                <a:chExt cx="140" cy="98"/>
              </a:xfrm>
            </p:grpSpPr>
            <p:sp>
              <p:nvSpPr>
                <p:cNvPr id="64618" name="Line 223">
                  <a:extLst>
                    <a:ext uri="{FF2B5EF4-FFF2-40B4-BE49-F238E27FC236}">
                      <a16:creationId xmlns:a16="http://schemas.microsoft.com/office/drawing/2014/main" id="{3565E3FC-912E-4097-95E7-40CED20644F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19" name="Line 224">
                  <a:extLst>
                    <a:ext uri="{FF2B5EF4-FFF2-40B4-BE49-F238E27FC236}">
                      <a16:creationId xmlns:a16="http://schemas.microsoft.com/office/drawing/2014/main" id="{99A06EE1-E813-4134-9212-C1E490AA547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20" name="Line 225">
                  <a:extLst>
                    <a:ext uri="{FF2B5EF4-FFF2-40B4-BE49-F238E27FC236}">
                      <a16:creationId xmlns:a16="http://schemas.microsoft.com/office/drawing/2014/main" id="{829A170D-95F8-4BC6-97B4-B57B43C182D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79" name="Group 226">
              <a:extLst>
                <a:ext uri="{FF2B5EF4-FFF2-40B4-BE49-F238E27FC236}">
                  <a16:creationId xmlns:a16="http://schemas.microsoft.com/office/drawing/2014/main" id="{DB836E69-681E-4BF9-8E6F-AE03691F14D0}"/>
                </a:ext>
              </a:extLst>
            </p:cNvPr>
            <p:cNvGrpSpPr>
              <a:grpSpLocks/>
            </p:cNvGrpSpPr>
            <p:nvPr/>
          </p:nvGrpSpPr>
          <p:grpSpPr bwMode="auto">
            <a:xfrm>
              <a:off x="4266" y="3027"/>
              <a:ext cx="360" cy="175"/>
              <a:chOff x="3600" y="219"/>
              <a:chExt cx="360" cy="175"/>
            </a:xfrm>
          </p:grpSpPr>
          <p:sp>
            <p:nvSpPr>
              <p:cNvPr id="64598" name="Oval 227">
                <a:extLst>
                  <a:ext uri="{FF2B5EF4-FFF2-40B4-BE49-F238E27FC236}">
                    <a16:creationId xmlns:a16="http://schemas.microsoft.com/office/drawing/2014/main" id="{B870F421-029E-45AE-ADC5-FE527013773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599" name="Line 228">
                <a:extLst>
                  <a:ext uri="{FF2B5EF4-FFF2-40B4-BE49-F238E27FC236}">
                    <a16:creationId xmlns:a16="http://schemas.microsoft.com/office/drawing/2014/main" id="{DF8956E4-91E0-460E-BC94-DBAF1540738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00" name="Line 229">
                <a:extLst>
                  <a:ext uri="{FF2B5EF4-FFF2-40B4-BE49-F238E27FC236}">
                    <a16:creationId xmlns:a16="http://schemas.microsoft.com/office/drawing/2014/main" id="{8B20C35B-7A09-4D4A-83F6-813E256E7E4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01" name="Rectangle 230">
                <a:extLst>
                  <a:ext uri="{FF2B5EF4-FFF2-40B4-BE49-F238E27FC236}">
                    <a16:creationId xmlns:a16="http://schemas.microsoft.com/office/drawing/2014/main" id="{AB103C43-A81D-447F-8F01-6CB14CFF090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602" name="Oval 231">
                <a:extLst>
                  <a:ext uri="{FF2B5EF4-FFF2-40B4-BE49-F238E27FC236}">
                    <a16:creationId xmlns:a16="http://schemas.microsoft.com/office/drawing/2014/main" id="{EEA43811-CD7A-4C14-BD25-D2F7EB2FC6A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603" name="Group 232">
                <a:extLst>
                  <a:ext uri="{FF2B5EF4-FFF2-40B4-BE49-F238E27FC236}">
                    <a16:creationId xmlns:a16="http://schemas.microsoft.com/office/drawing/2014/main" id="{651B194B-4C22-4CA5-A54B-F211E5C73602}"/>
                  </a:ext>
                </a:extLst>
              </p:cNvPr>
              <p:cNvGrpSpPr>
                <a:grpSpLocks/>
              </p:cNvGrpSpPr>
              <p:nvPr/>
            </p:nvGrpSpPr>
            <p:grpSpPr bwMode="auto">
              <a:xfrm>
                <a:off x="3686" y="244"/>
                <a:ext cx="177" cy="66"/>
                <a:chOff x="2848" y="848"/>
                <a:chExt cx="140" cy="98"/>
              </a:xfrm>
            </p:grpSpPr>
            <p:sp>
              <p:nvSpPr>
                <p:cNvPr id="64608" name="Line 233">
                  <a:extLst>
                    <a:ext uri="{FF2B5EF4-FFF2-40B4-BE49-F238E27FC236}">
                      <a16:creationId xmlns:a16="http://schemas.microsoft.com/office/drawing/2014/main" id="{0B343244-1301-4FAD-BBC7-24637CEA91A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09" name="Line 234">
                  <a:extLst>
                    <a:ext uri="{FF2B5EF4-FFF2-40B4-BE49-F238E27FC236}">
                      <a16:creationId xmlns:a16="http://schemas.microsoft.com/office/drawing/2014/main" id="{53F8D1CC-3FB1-4E3C-A459-ABAC31D1117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10" name="Line 235">
                  <a:extLst>
                    <a:ext uri="{FF2B5EF4-FFF2-40B4-BE49-F238E27FC236}">
                      <a16:creationId xmlns:a16="http://schemas.microsoft.com/office/drawing/2014/main" id="{C0F9169E-BB12-472D-8C49-3EB152D35EF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604" name="Group 236">
                <a:extLst>
                  <a:ext uri="{FF2B5EF4-FFF2-40B4-BE49-F238E27FC236}">
                    <a16:creationId xmlns:a16="http://schemas.microsoft.com/office/drawing/2014/main" id="{61F6C0E1-A8B4-4CC4-B95A-C0053F26DEAE}"/>
                  </a:ext>
                </a:extLst>
              </p:cNvPr>
              <p:cNvGrpSpPr>
                <a:grpSpLocks/>
              </p:cNvGrpSpPr>
              <p:nvPr/>
            </p:nvGrpSpPr>
            <p:grpSpPr bwMode="auto">
              <a:xfrm flipV="1">
                <a:off x="3686" y="243"/>
                <a:ext cx="177" cy="66"/>
                <a:chOff x="2848" y="848"/>
                <a:chExt cx="140" cy="98"/>
              </a:xfrm>
            </p:grpSpPr>
            <p:sp>
              <p:nvSpPr>
                <p:cNvPr id="64605" name="Line 237">
                  <a:extLst>
                    <a:ext uri="{FF2B5EF4-FFF2-40B4-BE49-F238E27FC236}">
                      <a16:creationId xmlns:a16="http://schemas.microsoft.com/office/drawing/2014/main" id="{F15404C3-6F75-48AA-B409-26945073E1D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06" name="Line 238">
                  <a:extLst>
                    <a:ext uri="{FF2B5EF4-FFF2-40B4-BE49-F238E27FC236}">
                      <a16:creationId xmlns:a16="http://schemas.microsoft.com/office/drawing/2014/main" id="{940C4916-2929-4A78-A0F2-A4DAA0C150C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607" name="Line 239">
                  <a:extLst>
                    <a:ext uri="{FF2B5EF4-FFF2-40B4-BE49-F238E27FC236}">
                      <a16:creationId xmlns:a16="http://schemas.microsoft.com/office/drawing/2014/main" id="{FDEC8FD7-9A5A-477D-A2DE-26E583D24E7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4580" name="Group 240">
              <a:extLst>
                <a:ext uri="{FF2B5EF4-FFF2-40B4-BE49-F238E27FC236}">
                  <a16:creationId xmlns:a16="http://schemas.microsoft.com/office/drawing/2014/main" id="{3B0B05C5-72B9-4D09-8FB6-7C13F1196C64}"/>
                </a:ext>
              </a:extLst>
            </p:cNvPr>
            <p:cNvGrpSpPr>
              <a:grpSpLocks/>
            </p:cNvGrpSpPr>
            <p:nvPr/>
          </p:nvGrpSpPr>
          <p:grpSpPr bwMode="auto">
            <a:xfrm>
              <a:off x="3690" y="2745"/>
              <a:ext cx="360" cy="175"/>
              <a:chOff x="3600" y="219"/>
              <a:chExt cx="360" cy="175"/>
            </a:xfrm>
          </p:grpSpPr>
          <p:sp>
            <p:nvSpPr>
              <p:cNvPr id="64585" name="Oval 241">
                <a:extLst>
                  <a:ext uri="{FF2B5EF4-FFF2-40B4-BE49-F238E27FC236}">
                    <a16:creationId xmlns:a16="http://schemas.microsoft.com/office/drawing/2014/main" id="{8A86C8D7-24F8-45D7-9AA3-1C1B3BC4730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4586" name="Line 242">
                <a:extLst>
                  <a:ext uri="{FF2B5EF4-FFF2-40B4-BE49-F238E27FC236}">
                    <a16:creationId xmlns:a16="http://schemas.microsoft.com/office/drawing/2014/main" id="{9BAA22BD-5AED-4CF6-B606-0F3718D41EB9}"/>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87" name="Line 243">
                <a:extLst>
                  <a:ext uri="{FF2B5EF4-FFF2-40B4-BE49-F238E27FC236}">
                    <a16:creationId xmlns:a16="http://schemas.microsoft.com/office/drawing/2014/main" id="{32370622-6C66-4FFD-8ED5-833DC0B0599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88" name="Rectangle 244">
                <a:extLst>
                  <a:ext uri="{FF2B5EF4-FFF2-40B4-BE49-F238E27FC236}">
                    <a16:creationId xmlns:a16="http://schemas.microsoft.com/office/drawing/2014/main" id="{BBA79DF7-C091-442B-BB37-5768E617908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4589" name="Oval 245">
                <a:extLst>
                  <a:ext uri="{FF2B5EF4-FFF2-40B4-BE49-F238E27FC236}">
                    <a16:creationId xmlns:a16="http://schemas.microsoft.com/office/drawing/2014/main" id="{0C2258CF-EDE0-4AA6-9255-20D7667857D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4590" name="Group 246">
                <a:extLst>
                  <a:ext uri="{FF2B5EF4-FFF2-40B4-BE49-F238E27FC236}">
                    <a16:creationId xmlns:a16="http://schemas.microsoft.com/office/drawing/2014/main" id="{835EAEB6-138C-4065-BCF6-44ED97A1CE69}"/>
                  </a:ext>
                </a:extLst>
              </p:cNvPr>
              <p:cNvGrpSpPr>
                <a:grpSpLocks/>
              </p:cNvGrpSpPr>
              <p:nvPr/>
            </p:nvGrpSpPr>
            <p:grpSpPr bwMode="auto">
              <a:xfrm>
                <a:off x="3686" y="244"/>
                <a:ext cx="177" cy="66"/>
                <a:chOff x="2848" y="848"/>
                <a:chExt cx="140" cy="98"/>
              </a:xfrm>
            </p:grpSpPr>
            <p:sp>
              <p:nvSpPr>
                <p:cNvPr id="64595" name="Line 247">
                  <a:extLst>
                    <a:ext uri="{FF2B5EF4-FFF2-40B4-BE49-F238E27FC236}">
                      <a16:creationId xmlns:a16="http://schemas.microsoft.com/office/drawing/2014/main" id="{A47BBAA0-2AF6-4AC6-B621-3AB08B0064A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96" name="Line 248">
                  <a:extLst>
                    <a:ext uri="{FF2B5EF4-FFF2-40B4-BE49-F238E27FC236}">
                      <a16:creationId xmlns:a16="http://schemas.microsoft.com/office/drawing/2014/main" id="{EB7786F1-29D9-4749-A43B-D51A11AD12B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97" name="Line 249">
                  <a:extLst>
                    <a:ext uri="{FF2B5EF4-FFF2-40B4-BE49-F238E27FC236}">
                      <a16:creationId xmlns:a16="http://schemas.microsoft.com/office/drawing/2014/main" id="{6366DD0C-6E87-4A9B-AA93-2BE2A6CFC0B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4591" name="Group 250">
                <a:extLst>
                  <a:ext uri="{FF2B5EF4-FFF2-40B4-BE49-F238E27FC236}">
                    <a16:creationId xmlns:a16="http://schemas.microsoft.com/office/drawing/2014/main" id="{B384F85E-0C39-4F92-8B98-A7F1B148046A}"/>
                  </a:ext>
                </a:extLst>
              </p:cNvPr>
              <p:cNvGrpSpPr>
                <a:grpSpLocks/>
              </p:cNvGrpSpPr>
              <p:nvPr/>
            </p:nvGrpSpPr>
            <p:grpSpPr bwMode="auto">
              <a:xfrm flipV="1">
                <a:off x="3686" y="243"/>
                <a:ext cx="177" cy="66"/>
                <a:chOff x="2848" y="848"/>
                <a:chExt cx="140" cy="98"/>
              </a:xfrm>
            </p:grpSpPr>
            <p:sp>
              <p:nvSpPr>
                <p:cNvPr id="64592" name="Line 251">
                  <a:extLst>
                    <a:ext uri="{FF2B5EF4-FFF2-40B4-BE49-F238E27FC236}">
                      <a16:creationId xmlns:a16="http://schemas.microsoft.com/office/drawing/2014/main" id="{A8011341-C705-4A4B-B648-EBC573E0321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93" name="Line 252">
                  <a:extLst>
                    <a:ext uri="{FF2B5EF4-FFF2-40B4-BE49-F238E27FC236}">
                      <a16:creationId xmlns:a16="http://schemas.microsoft.com/office/drawing/2014/main" id="{E1603C88-CFB2-4DD1-A7A9-A16BC25ADDF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594" name="Line 253">
                  <a:extLst>
                    <a:ext uri="{FF2B5EF4-FFF2-40B4-BE49-F238E27FC236}">
                      <a16:creationId xmlns:a16="http://schemas.microsoft.com/office/drawing/2014/main" id="{0A58C03A-E9F8-4D32-97FF-30346B480F2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4581" name="Text Box 254">
              <a:extLst>
                <a:ext uri="{FF2B5EF4-FFF2-40B4-BE49-F238E27FC236}">
                  <a16:creationId xmlns:a16="http://schemas.microsoft.com/office/drawing/2014/main" id="{4FBDC1DD-B978-4EF7-84FF-FF4D77E5789C}"/>
                </a:ext>
              </a:extLst>
            </p:cNvPr>
            <p:cNvSpPr txBox="1">
              <a:spLocks noChangeArrowheads="1"/>
            </p:cNvSpPr>
            <p:nvPr/>
          </p:nvSpPr>
          <p:spPr bwMode="auto">
            <a:xfrm>
              <a:off x="3554" y="341"/>
              <a:ext cx="68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router</a:t>
              </a:r>
              <a:endParaRPr lang="en-US" altLang="en-US" sz="2000">
                <a:latin typeface="Times New Roman" panose="02020603050405020304" pitchFamily="18" charset="0"/>
              </a:endParaRPr>
            </a:p>
          </p:txBody>
        </p:sp>
        <p:sp>
          <p:nvSpPr>
            <p:cNvPr id="64582" name="Text Box 255">
              <a:extLst>
                <a:ext uri="{FF2B5EF4-FFF2-40B4-BE49-F238E27FC236}">
                  <a16:creationId xmlns:a16="http://schemas.microsoft.com/office/drawing/2014/main" id="{8A3D20DC-63C8-4DF4-8B95-2421EF3DCAFC}"/>
                </a:ext>
              </a:extLst>
            </p:cNvPr>
            <p:cNvSpPr txBox="1">
              <a:spLocks noChangeArrowheads="1"/>
            </p:cNvSpPr>
            <p:nvPr/>
          </p:nvSpPr>
          <p:spPr bwMode="auto">
            <a:xfrm>
              <a:off x="4424" y="437"/>
              <a:ext cx="1134"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workstation</a:t>
              </a:r>
              <a:endParaRPr lang="en-US" altLang="en-US" sz="2000">
                <a:latin typeface="Times New Roman" panose="02020603050405020304" pitchFamily="18" charset="0"/>
              </a:endParaRPr>
            </a:p>
          </p:txBody>
        </p:sp>
        <p:sp>
          <p:nvSpPr>
            <p:cNvPr id="64583" name="Text Box 256">
              <a:extLst>
                <a:ext uri="{FF2B5EF4-FFF2-40B4-BE49-F238E27FC236}">
                  <a16:creationId xmlns:a16="http://schemas.microsoft.com/office/drawing/2014/main" id="{4FF853AC-29E8-443D-A310-B188DD373B0A}"/>
                </a:ext>
              </a:extLst>
            </p:cNvPr>
            <p:cNvSpPr txBox="1">
              <a:spLocks noChangeArrowheads="1"/>
            </p:cNvSpPr>
            <p:nvPr/>
          </p:nvSpPr>
          <p:spPr bwMode="auto">
            <a:xfrm>
              <a:off x="3710" y="724"/>
              <a:ext cx="68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server</a:t>
              </a:r>
              <a:endParaRPr lang="en-US" altLang="en-US" sz="2000">
                <a:latin typeface="Times New Roman" panose="02020603050405020304" pitchFamily="18" charset="0"/>
              </a:endParaRPr>
            </a:p>
          </p:txBody>
        </p:sp>
        <p:sp>
          <p:nvSpPr>
            <p:cNvPr id="64584" name="Text Box 257">
              <a:extLst>
                <a:ext uri="{FF2B5EF4-FFF2-40B4-BE49-F238E27FC236}">
                  <a16:creationId xmlns:a16="http://schemas.microsoft.com/office/drawing/2014/main" id="{B88CD80C-07F6-447C-AE5F-5DF23C595ACF}"/>
                </a:ext>
              </a:extLst>
            </p:cNvPr>
            <p:cNvSpPr txBox="1">
              <a:spLocks noChangeArrowheads="1"/>
            </p:cNvSpPr>
            <p:nvPr/>
          </p:nvSpPr>
          <p:spPr bwMode="auto">
            <a:xfrm>
              <a:off x="4700" y="864"/>
              <a:ext cx="679"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mobile</a:t>
              </a:r>
              <a:endParaRPr lang="en-US" altLang="en-US" sz="2000">
                <a:latin typeface="Times New Roman" panose="02020603050405020304" pitchFamily="18"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B110C4-16AA-4818-9C57-6F817F4032E7}"/>
              </a:ext>
            </a:extLst>
          </p:cNvPr>
          <p:cNvSpPr>
            <a:spLocks noGrp="1"/>
          </p:cNvSpPr>
          <p:nvPr>
            <p:ph sz="half" idx="1"/>
          </p:nvPr>
        </p:nvSpPr>
        <p:spPr/>
        <p:txBody>
          <a:bodyPr/>
          <a:lstStyle/>
          <a:p>
            <a:pPr eaLnBrk="0" fontAlgn="base" hangingPunct="0">
              <a:lnSpc>
                <a:spcPct val="90000"/>
              </a:lnSpc>
              <a:spcAft>
                <a:spcPct val="0"/>
              </a:spcAft>
              <a:buClr>
                <a:srgbClr val="3333CC"/>
              </a:buClr>
              <a:buSzPct val="85000"/>
              <a:buFont typeface="ZapfDingbats" pitchFamily="82" charset="2"/>
              <a:buChar char="r"/>
              <a:defRPr/>
            </a:pPr>
            <a:r>
              <a:rPr lang="en-US" sz="2400" i="1" kern="0" dirty="0">
                <a:solidFill>
                  <a:srgbClr val="FF0000"/>
                </a:solidFill>
                <a:latin typeface="Comic Sans MS"/>
              </a:rPr>
              <a:t>protocols</a:t>
            </a:r>
            <a:r>
              <a:rPr lang="en-US" sz="2400" kern="0" dirty="0">
                <a:solidFill>
                  <a:srgbClr val="FF0000"/>
                </a:solidFill>
                <a:latin typeface="Comic Sans MS"/>
              </a:rPr>
              <a:t>: </a:t>
            </a:r>
            <a:r>
              <a:rPr lang="en-US" sz="2400" kern="0" dirty="0">
                <a:solidFill>
                  <a:srgbClr val="000000"/>
                </a:solidFill>
                <a:latin typeface="Comic Sans MS"/>
              </a:rPr>
              <a:t>control sending, receiving of </a:t>
            </a:r>
            <a:r>
              <a:rPr lang="en-US" sz="2400" kern="0" dirty="0" err="1">
                <a:solidFill>
                  <a:srgbClr val="000000"/>
                </a:solidFill>
                <a:latin typeface="Comic Sans MS"/>
              </a:rPr>
              <a:t>msgs</a:t>
            </a:r>
            <a:endParaRPr lang="en-US" sz="2400" kern="0" dirty="0">
              <a:solidFill>
                <a:srgbClr val="000000"/>
              </a:solidFill>
              <a:latin typeface="Comic Sans MS"/>
            </a:endParaRPr>
          </a:p>
          <a:p>
            <a:pPr lvl="1" eaLnBrk="0" fontAlgn="base" hangingPunct="0">
              <a:lnSpc>
                <a:spcPct val="90000"/>
              </a:lnSpc>
              <a:spcAft>
                <a:spcPct val="0"/>
              </a:spcAft>
              <a:buClr>
                <a:srgbClr val="3333CC"/>
              </a:buClr>
              <a:buSzPct val="75000"/>
              <a:buFont typeface="ZapfDingbats" pitchFamily="82" charset="2"/>
              <a:buChar char="m"/>
              <a:defRPr/>
            </a:pPr>
            <a:r>
              <a:rPr lang="en-US" sz="2000" kern="0" dirty="0">
                <a:solidFill>
                  <a:srgbClr val="000000"/>
                </a:solidFill>
                <a:latin typeface="Comic Sans MS"/>
              </a:rPr>
              <a:t>e.g., TCP, IP, HTTP, FTP,  PPP</a:t>
            </a:r>
          </a:p>
          <a:p>
            <a:pPr eaLnBrk="0" fontAlgn="base" hangingPunct="0">
              <a:lnSpc>
                <a:spcPct val="90000"/>
              </a:lnSpc>
              <a:spcAft>
                <a:spcPct val="0"/>
              </a:spcAft>
              <a:buClr>
                <a:srgbClr val="3333CC"/>
              </a:buClr>
              <a:buSzPct val="85000"/>
              <a:buFont typeface="ZapfDingbats" pitchFamily="82" charset="2"/>
              <a:buChar char="r"/>
              <a:defRPr/>
            </a:pPr>
            <a:r>
              <a:rPr lang="en-US" sz="2400" i="1" kern="0" dirty="0">
                <a:solidFill>
                  <a:srgbClr val="FF0000"/>
                </a:solidFill>
                <a:latin typeface="Comic Sans MS"/>
              </a:rPr>
              <a:t>Internet: </a:t>
            </a:r>
            <a:r>
              <a:rPr lang="en-US" sz="2400" kern="0" dirty="0">
                <a:solidFill>
                  <a:srgbClr val="FF0000"/>
                </a:solidFill>
                <a:latin typeface="Comic Sans MS"/>
              </a:rPr>
              <a:t>“network of networks”</a:t>
            </a:r>
          </a:p>
          <a:p>
            <a:pPr>
              <a:defRPr/>
            </a:pPr>
            <a:endParaRPr lang="en-US" dirty="0"/>
          </a:p>
        </p:txBody>
      </p:sp>
      <p:sp>
        <p:nvSpPr>
          <p:cNvPr id="5" name="Content Placeholder 4">
            <a:extLst>
              <a:ext uri="{FF2B5EF4-FFF2-40B4-BE49-F238E27FC236}">
                <a16:creationId xmlns:a16="http://schemas.microsoft.com/office/drawing/2014/main" id="{546CC284-C654-4396-8D07-9D9473B3B97D}"/>
              </a:ext>
            </a:extLst>
          </p:cNvPr>
          <p:cNvSpPr>
            <a:spLocks noGrp="1"/>
          </p:cNvSpPr>
          <p:nvPr>
            <p:ph sz="quarter" idx="10"/>
          </p:nvPr>
        </p:nvSpPr>
        <p:spPr/>
        <p:txBody>
          <a:bodyPr/>
          <a:lstStyle/>
          <a:p>
            <a:pPr>
              <a:defRPr/>
            </a:pPr>
            <a:r>
              <a:rPr lang="en-US" dirty="0"/>
              <a:t>What’s the Internet: “nuts and bolts” view</a:t>
            </a:r>
          </a:p>
        </p:txBody>
      </p:sp>
      <p:grpSp>
        <p:nvGrpSpPr>
          <p:cNvPr id="65540" name="Group 4">
            <a:extLst>
              <a:ext uri="{FF2B5EF4-FFF2-40B4-BE49-F238E27FC236}">
                <a16:creationId xmlns:a16="http://schemas.microsoft.com/office/drawing/2014/main" id="{0C1CCFE7-89AF-453B-B8EB-3EB7C3446915}"/>
              </a:ext>
            </a:extLst>
          </p:cNvPr>
          <p:cNvGrpSpPr>
            <a:grpSpLocks/>
          </p:cNvGrpSpPr>
          <p:nvPr/>
        </p:nvGrpSpPr>
        <p:grpSpPr bwMode="auto">
          <a:xfrm>
            <a:off x="4918075" y="1524000"/>
            <a:ext cx="3678238" cy="4676775"/>
            <a:chOff x="2918" y="219"/>
            <a:chExt cx="2641" cy="3714"/>
          </a:xfrm>
        </p:grpSpPr>
        <p:sp>
          <p:nvSpPr>
            <p:cNvPr id="65541" name="Freeform 5">
              <a:extLst>
                <a:ext uri="{FF2B5EF4-FFF2-40B4-BE49-F238E27FC236}">
                  <a16:creationId xmlns:a16="http://schemas.microsoft.com/office/drawing/2014/main" id="{6B34CE00-D658-4494-9341-2E63B3CDD56E}"/>
                </a:ext>
              </a:extLst>
            </p:cNvPr>
            <p:cNvSpPr>
              <a:spLocks/>
            </p:cNvSpPr>
            <p:nvPr/>
          </p:nvSpPr>
          <p:spPr bwMode="auto">
            <a:xfrm>
              <a:off x="4267" y="1271"/>
              <a:ext cx="1292" cy="1255"/>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542" name="Freeform 6">
              <a:extLst>
                <a:ext uri="{FF2B5EF4-FFF2-40B4-BE49-F238E27FC236}">
                  <a16:creationId xmlns:a16="http://schemas.microsoft.com/office/drawing/2014/main" id="{51722DA5-7743-4BCE-8C16-DFF8F475606A}"/>
                </a:ext>
              </a:extLst>
            </p:cNvPr>
            <p:cNvSpPr>
              <a:spLocks/>
            </p:cNvSpPr>
            <p:nvPr/>
          </p:nvSpPr>
          <p:spPr bwMode="auto">
            <a:xfrm>
              <a:off x="2918" y="1164"/>
              <a:ext cx="1340" cy="1191"/>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543" name="Freeform 7">
              <a:extLst>
                <a:ext uri="{FF2B5EF4-FFF2-40B4-BE49-F238E27FC236}">
                  <a16:creationId xmlns:a16="http://schemas.microsoft.com/office/drawing/2014/main" id="{7ABA36F6-8576-4A19-AC4C-7B58DCE642B6}"/>
                </a:ext>
              </a:extLst>
            </p:cNvPr>
            <p:cNvSpPr>
              <a:spLocks/>
            </p:cNvSpPr>
            <p:nvPr/>
          </p:nvSpPr>
          <p:spPr bwMode="auto">
            <a:xfrm>
              <a:off x="3183" y="2252"/>
              <a:ext cx="2135" cy="1662"/>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65544" name="Group 8">
              <a:extLst>
                <a:ext uri="{FF2B5EF4-FFF2-40B4-BE49-F238E27FC236}">
                  <a16:creationId xmlns:a16="http://schemas.microsoft.com/office/drawing/2014/main" id="{AF19E14B-D8C6-44D2-A0C8-DB24ACBCC838}"/>
                </a:ext>
              </a:extLst>
            </p:cNvPr>
            <p:cNvGrpSpPr>
              <a:grpSpLocks/>
            </p:cNvGrpSpPr>
            <p:nvPr/>
          </p:nvGrpSpPr>
          <p:grpSpPr bwMode="auto">
            <a:xfrm>
              <a:off x="3002" y="1266"/>
              <a:ext cx="527" cy="239"/>
              <a:chOff x="3552" y="246"/>
              <a:chExt cx="527" cy="248"/>
            </a:xfrm>
          </p:grpSpPr>
          <p:graphicFrame>
            <p:nvGraphicFramePr>
              <p:cNvPr id="65791" name="Object 9">
                <a:extLst>
                  <a:ext uri="{FF2B5EF4-FFF2-40B4-BE49-F238E27FC236}">
                    <a16:creationId xmlns:a16="http://schemas.microsoft.com/office/drawing/2014/main" id="{BA4442ED-DF3D-475D-92CF-5E909428E7D6}"/>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792" name="Object 10">
                <a:extLst>
                  <a:ext uri="{FF2B5EF4-FFF2-40B4-BE49-F238E27FC236}">
                    <a16:creationId xmlns:a16="http://schemas.microsoft.com/office/drawing/2014/main" id="{D8923954-942D-4E90-90D5-085480C6C6B8}"/>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93" name="Line 11">
                <a:extLst>
                  <a:ext uri="{FF2B5EF4-FFF2-40B4-BE49-F238E27FC236}">
                    <a16:creationId xmlns:a16="http://schemas.microsoft.com/office/drawing/2014/main" id="{FD5CC759-ADCE-424D-A431-B50B4F02DE2F}"/>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545" name="Group 12">
              <a:extLst>
                <a:ext uri="{FF2B5EF4-FFF2-40B4-BE49-F238E27FC236}">
                  <a16:creationId xmlns:a16="http://schemas.microsoft.com/office/drawing/2014/main" id="{ED6DE7BC-051B-487C-9936-EB7B9ED3A72E}"/>
                </a:ext>
              </a:extLst>
            </p:cNvPr>
            <p:cNvGrpSpPr>
              <a:grpSpLocks/>
            </p:cNvGrpSpPr>
            <p:nvPr/>
          </p:nvGrpSpPr>
          <p:grpSpPr bwMode="auto">
            <a:xfrm>
              <a:off x="3002" y="1712"/>
              <a:ext cx="527" cy="239"/>
              <a:chOff x="3552" y="246"/>
              <a:chExt cx="527" cy="248"/>
            </a:xfrm>
          </p:grpSpPr>
          <p:graphicFrame>
            <p:nvGraphicFramePr>
              <p:cNvPr id="65788" name="Object 13">
                <a:extLst>
                  <a:ext uri="{FF2B5EF4-FFF2-40B4-BE49-F238E27FC236}">
                    <a16:creationId xmlns:a16="http://schemas.microsoft.com/office/drawing/2014/main" id="{B39D1BFB-4C84-417E-AF83-13F5518CB408}"/>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789" name="Object 14">
                <a:extLst>
                  <a:ext uri="{FF2B5EF4-FFF2-40B4-BE49-F238E27FC236}">
                    <a16:creationId xmlns:a16="http://schemas.microsoft.com/office/drawing/2014/main" id="{C5128FB3-03F3-4BA1-8599-10325C182629}"/>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90" name="Line 15">
                <a:extLst>
                  <a:ext uri="{FF2B5EF4-FFF2-40B4-BE49-F238E27FC236}">
                    <a16:creationId xmlns:a16="http://schemas.microsoft.com/office/drawing/2014/main" id="{39F77B91-D3C6-4EF5-84AD-427BFBFE8B14}"/>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546" name="Group 16">
              <a:extLst>
                <a:ext uri="{FF2B5EF4-FFF2-40B4-BE49-F238E27FC236}">
                  <a16:creationId xmlns:a16="http://schemas.microsoft.com/office/drawing/2014/main" id="{D16F3CF1-3F87-4BB9-A66C-D47ADCD92E1E}"/>
                </a:ext>
              </a:extLst>
            </p:cNvPr>
            <p:cNvGrpSpPr>
              <a:grpSpLocks/>
            </p:cNvGrpSpPr>
            <p:nvPr/>
          </p:nvGrpSpPr>
          <p:grpSpPr bwMode="auto">
            <a:xfrm>
              <a:off x="3272" y="1552"/>
              <a:ext cx="51" cy="161"/>
              <a:chOff x="3842" y="406"/>
              <a:chExt cx="51" cy="167"/>
            </a:xfrm>
          </p:grpSpPr>
          <p:sp>
            <p:nvSpPr>
              <p:cNvPr id="65785" name="Oval 17">
                <a:extLst>
                  <a:ext uri="{FF2B5EF4-FFF2-40B4-BE49-F238E27FC236}">
                    <a16:creationId xmlns:a16="http://schemas.microsoft.com/office/drawing/2014/main" id="{1D0FBDBA-8500-4463-BB7F-F695D6F278BA}"/>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86" name="Oval 18">
                <a:extLst>
                  <a:ext uri="{FF2B5EF4-FFF2-40B4-BE49-F238E27FC236}">
                    <a16:creationId xmlns:a16="http://schemas.microsoft.com/office/drawing/2014/main" id="{9C5A0D26-C9CC-4F0F-9FD6-7F79A8832825}"/>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87" name="Oval 19">
                <a:extLst>
                  <a:ext uri="{FF2B5EF4-FFF2-40B4-BE49-F238E27FC236}">
                    <a16:creationId xmlns:a16="http://schemas.microsoft.com/office/drawing/2014/main" id="{0F6C925E-8843-4E58-A467-A30CD4E490DC}"/>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5547" name="Group 20">
              <a:extLst>
                <a:ext uri="{FF2B5EF4-FFF2-40B4-BE49-F238E27FC236}">
                  <a16:creationId xmlns:a16="http://schemas.microsoft.com/office/drawing/2014/main" id="{8A87F57F-8FA1-4C21-B165-C16EA7A28D37}"/>
                </a:ext>
              </a:extLst>
            </p:cNvPr>
            <p:cNvGrpSpPr>
              <a:grpSpLocks/>
            </p:cNvGrpSpPr>
            <p:nvPr/>
          </p:nvGrpSpPr>
          <p:grpSpPr bwMode="auto">
            <a:xfrm>
              <a:off x="3610" y="1929"/>
              <a:ext cx="150" cy="296"/>
              <a:chOff x="4180" y="783"/>
              <a:chExt cx="150" cy="307"/>
            </a:xfrm>
          </p:grpSpPr>
          <p:sp>
            <p:nvSpPr>
              <p:cNvPr id="65777" name="AutoShape 21">
                <a:extLst>
                  <a:ext uri="{FF2B5EF4-FFF2-40B4-BE49-F238E27FC236}">
                    <a16:creationId xmlns:a16="http://schemas.microsoft.com/office/drawing/2014/main" id="{F333809E-D24D-4C84-9705-86EDAF1186ED}"/>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78" name="Rectangle 22">
                <a:extLst>
                  <a:ext uri="{FF2B5EF4-FFF2-40B4-BE49-F238E27FC236}">
                    <a16:creationId xmlns:a16="http://schemas.microsoft.com/office/drawing/2014/main" id="{9018047F-F779-4FE6-95F8-4FC92B587B21}"/>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79" name="Rectangle 23">
                <a:extLst>
                  <a:ext uri="{FF2B5EF4-FFF2-40B4-BE49-F238E27FC236}">
                    <a16:creationId xmlns:a16="http://schemas.microsoft.com/office/drawing/2014/main" id="{568AF787-BE49-4F7C-BFEF-D0AB7DD0B652}"/>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80" name="AutoShape 24">
                <a:extLst>
                  <a:ext uri="{FF2B5EF4-FFF2-40B4-BE49-F238E27FC236}">
                    <a16:creationId xmlns:a16="http://schemas.microsoft.com/office/drawing/2014/main" id="{37C97D98-2A12-48AA-B6C1-9C37852683F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81" name="Line 25">
                <a:extLst>
                  <a:ext uri="{FF2B5EF4-FFF2-40B4-BE49-F238E27FC236}">
                    <a16:creationId xmlns:a16="http://schemas.microsoft.com/office/drawing/2014/main" id="{1D45DAB5-73A0-4C4D-B741-F57FBBF4355C}"/>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82" name="Line 26">
                <a:extLst>
                  <a:ext uri="{FF2B5EF4-FFF2-40B4-BE49-F238E27FC236}">
                    <a16:creationId xmlns:a16="http://schemas.microsoft.com/office/drawing/2014/main" id="{17F9577A-8B1E-40E0-9A08-DB3CACC7216E}"/>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83" name="Rectangle 27">
                <a:extLst>
                  <a:ext uri="{FF2B5EF4-FFF2-40B4-BE49-F238E27FC236}">
                    <a16:creationId xmlns:a16="http://schemas.microsoft.com/office/drawing/2014/main" id="{B975BADA-1440-4DAA-88E3-D30499E104C4}"/>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84" name="Rectangle 28">
                <a:extLst>
                  <a:ext uri="{FF2B5EF4-FFF2-40B4-BE49-F238E27FC236}">
                    <a16:creationId xmlns:a16="http://schemas.microsoft.com/office/drawing/2014/main" id="{A4BC18B6-2348-4312-B895-7701FB0180CA}"/>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5548" name="Group 29">
              <a:extLst>
                <a:ext uri="{FF2B5EF4-FFF2-40B4-BE49-F238E27FC236}">
                  <a16:creationId xmlns:a16="http://schemas.microsoft.com/office/drawing/2014/main" id="{AF2BD7EE-C179-495F-BD8A-7B2E06AAA4E1}"/>
                </a:ext>
              </a:extLst>
            </p:cNvPr>
            <p:cNvGrpSpPr>
              <a:grpSpLocks/>
            </p:cNvGrpSpPr>
            <p:nvPr/>
          </p:nvGrpSpPr>
          <p:grpSpPr bwMode="auto">
            <a:xfrm rot="-5400000">
              <a:off x="3833" y="1991"/>
              <a:ext cx="61" cy="167"/>
              <a:chOff x="3842" y="406"/>
              <a:chExt cx="51" cy="167"/>
            </a:xfrm>
          </p:grpSpPr>
          <p:sp>
            <p:nvSpPr>
              <p:cNvPr id="65774" name="Oval 30">
                <a:extLst>
                  <a:ext uri="{FF2B5EF4-FFF2-40B4-BE49-F238E27FC236}">
                    <a16:creationId xmlns:a16="http://schemas.microsoft.com/office/drawing/2014/main" id="{3DA368DA-8FE7-4376-8680-E1FA3E32D2DF}"/>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75" name="Oval 31">
                <a:extLst>
                  <a:ext uri="{FF2B5EF4-FFF2-40B4-BE49-F238E27FC236}">
                    <a16:creationId xmlns:a16="http://schemas.microsoft.com/office/drawing/2014/main" id="{B4F416BD-7773-404F-AE2D-A177ED9FCC83}"/>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76" name="Oval 32">
                <a:extLst>
                  <a:ext uri="{FF2B5EF4-FFF2-40B4-BE49-F238E27FC236}">
                    <a16:creationId xmlns:a16="http://schemas.microsoft.com/office/drawing/2014/main" id="{CACBB06B-0A8F-463D-92AD-C6601859B296}"/>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5549" name="Line 33">
              <a:extLst>
                <a:ext uri="{FF2B5EF4-FFF2-40B4-BE49-F238E27FC236}">
                  <a16:creationId xmlns:a16="http://schemas.microsoft.com/office/drawing/2014/main" id="{2FE12433-F5E1-452E-9404-F8EBF547D227}"/>
                </a:ext>
              </a:extLst>
            </p:cNvPr>
            <p:cNvSpPr>
              <a:spLocks noChangeShapeType="1"/>
            </p:cNvSpPr>
            <p:nvPr/>
          </p:nvSpPr>
          <p:spPr bwMode="auto">
            <a:xfrm>
              <a:off x="3708" y="1860"/>
              <a:ext cx="356"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50" name="Line 34">
              <a:extLst>
                <a:ext uri="{FF2B5EF4-FFF2-40B4-BE49-F238E27FC236}">
                  <a16:creationId xmlns:a16="http://schemas.microsoft.com/office/drawing/2014/main" id="{D05BC4E0-5534-4B12-980A-91E385379786}"/>
                </a:ext>
              </a:extLst>
            </p:cNvPr>
            <p:cNvSpPr>
              <a:spLocks noChangeShapeType="1"/>
            </p:cNvSpPr>
            <p:nvPr/>
          </p:nvSpPr>
          <p:spPr bwMode="auto">
            <a:xfrm>
              <a:off x="3710" y="1858"/>
              <a:ext cx="1" cy="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51" name="Line 35">
              <a:extLst>
                <a:ext uri="{FF2B5EF4-FFF2-40B4-BE49-F238E27FC236}">
                  <a16:creationId xmlns:a16="http://schemas.microsoft.com/office/drawing/2014/main" id="{576EFC03-27A3-4240-A4D1-266F3A3019B5}"/>
                </a:ext>
              </a:extLst>
            </p:cNvPr>
            <p:cNvSpPr>
              <a:spLocks noChangeShapeType="1"/>
            </p:cNvSpPr>
            <p:nvPr/>
          </p:nvSpPr>
          <p:spPr bwMode="auto">
            <a:xfrm>
              <a:off x="4066" y="1856"/>
              <a:ext cx="1" cy="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52" name="Line 36">
              <a:extLst>
                <a:ext uri="{FF2B5EF4-FFF2-40B4-BE49-F238E27FC236}">
                  <a16:creationId xmlns:a16="http://schemas.microsoft.com/office/drawing/2014/main" id="{45B2ED8C-F972-437F-8C83-CED3ADCA01F5}"/>
                </a:ext>
              </a:extLst>
            </p:cNvPr>
            <p:cNvSpPr>
              <a:spLocks noChangeShapeType="1"/>
            </p:cNvSpPr>
            <p:nvPr/>
          </p:nvSpPr>
          <p:spPr bwMode="auto">
            <a:xfrm>
              <a:off x="3492" y="1456"/>
              <a:ext cx="208" cy="1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53" name="Line 37">
              <a:extLst>
                <a:ext uri="{FF2B5EF4-FFF2-40B4-BE49-F238E27FC236}">
                  <a16:creationId xmlns:a16="http://schemas.microsoft.com/office/drawing/2014/main" id="{D28143F2-D61C-4511-89ED-DB9691CD56BD}"/>
                </a:ext>
              </a:extLst>
            </p:cNvPr>
            <p:cNvSpPr>
              <a:spLocks noChangeShapeType="1"/>
            </p:cNvSpPr>
            <p:nvPr/>
          </p:nvSpPr>
          <p:spPr bwMode="auto">
            <a:xfrm flipV="1">
              <a:off x="3502" y="1670"/>
              <a:ext cx="198" cy="2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54" name="Line 38">
              <a:extLst>
                <a:ext uri="{FF2B5EF4-FFF2-40B4-BE49-F238E27FC236}">
                  <a16:creationId xmlns:a16="http://schemas.microsoft.com/office/drawing/2014/main" id="{9E8B07FF-F6AE-4DE4-9DDA-C1DDC39B3114}"/>
                </a:ext>
              </a:extLst>
            </p:cNvPr>
            <p:cNvSpPr>
              <a:spLocks noChangeShapeType="1"/>
            </p:cNvSpPr>
            <p:nvPr/>
          </p:nvSpPr>
          <p:spPr bwMode="auto">
            <a:xfrm flipV="1">
              <a:off x="3880" y="1734"/>
              <a:ext cx="1" cy="1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5555" name="Group 39">
              <a:extLst>
                <a:ext uri="{FF2B5EF4-FFF2-40B4-BE49-F238E27FC236}">
                  <a16:creationId xmlns:a16="http://schemas.microsoft.com/office/drawing/2014/main" id="{01AFEC93-B8F5-46D5-B256-ABAF3D4FF59A}"/>
                </a:ext>
              </a:extLst>
            </p:cNvPr>
            <p:cNvGrpSpPr>
              <a:grpSpLocks/>
            </p:cNvGrpSpPr>
            <p:nvPr/>
          </p:nvGrpSpPr>
          <p:grpSpPr bwMode="auto">
            <a:xfrm>
              <a:off x="3966" y="1913"/>
              <a:ext cx="150" cy="296"/>
              <a:chOff x="4180" y="783"/>
              <a:chExt cx="150" cy="307"/>
            </a:xfrm>
          </p:grpSpPr>
          <p:sp>
            <p:nvSpPr>
              <p:cNvPr id="65766" name="AutoShape 40">
                <a:extLst>
                  <a:ext uri="{FF2B5EF4-FFF2-40B4-BE49-F238E27FC236}">
                    <a16:creationId xmlns:a16="http://schemas.microsoft.com/office/drawing/2014/main" id="{2606AE0C-A64F-4D85-84C4-40A03B3D8717}"/>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67" name="Rectangle 41">
                <a:extLst>
                  <a:ext uri="{FF2B5EF4-FFF2-40B4-BE49-F238E27FC236}">
                    <a16:creationId xmlns:a16="http://schemas.microsoft.com/office/drawing/2014/main" id="{C04E523C-59D2-4D1C-9DBB-7DB156A4DFC6}"/>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68" name="Rectangle 42">
                <a:extLst>
                  <a:ext uri="{FF2B5EF4-FFF2-40B4-BE49-F238E27FC236}">
                    <a16:creationId xmlns:a16="http://schemas.microsoft.com/office/drawing/2014/main" id="{D3A91861-B7D4-4F8C-8A37-5469B17FB03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69" name="AutoShape 43">
                <a:extLst>
                  <a:ext uri="{FF2B5EF4-FFF2-40B4-BE49-F238E27FC236}">
                    <a16:creationId xmlns:a16="http://schemas.microsoft.com/office/drawing/2014/main" id="{7598A58C-F0F3-4E3C-8F9B-9A99936AA32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70" name="Line 44">
                <a:extLst>
                  <a:ext uri="{FF2B5EF4-FFF2-40B4-BE49-F238E27FC236}">
                    <a16:creationId xmlns:a16="http://schemas.microsoft.com/office/drawing/2014/main" id="{7D28E0A6-C33A-4B24-80F4-506EA7F6EEEF}"/>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71" name="Line 45">
                <a:extLst>
                  <a:ext uri="{FF2B5EF4-FFF2-40B4-BE49-F238E27FC236}">
                    <a16:creationId xmlns:a16="http://schemas.microsoft.com/office/drawing/2014/main" id="{69337E10-DCE2-4480-AEF2-B0B759BCA9AD}"/>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72" name="Rectangle 46">
                <a:extLst>
                  <a:ext uri="{FF2B5EF4-FFF2-40B4-BE49-F238E27FC236}">
                    <a16:creationId xmlns:a16="http://schemas.microsoft.com/office/drawing/2014/main" id="{E51B1E05-B354-40D5-8AE6-8E3337D84193}"/>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73" name="Rectangle 47">
                <a:extLst>
                  <a:ext uri="{FF2B5EF4-FFF2-40B4-BE49-F238E27FC236}">
                    <a16:creationId xmlns:a16="http://schemas.microsoft.com/office/drawing/2014/main" id="{9EE653AB-862A-4E57-8668-F00AA008AC80}"/>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5556" name="Group 48">
              <a:extLst>
                <a:ext uri="{FF2B5EF4-FFF2-40B4-BE49-F238E27FC236}">
                  <a16:creationId xmlns:a16="http://schemas.microsoft.com/office/drawing/2014/main" id="{0941AF22-3500-455E-B486-E749D7E8D043}"/>
                </a:ext>
              </a:extLst>
            </p:cNvPr>
            <p:cNvGrpSpPr>
              <a:grpSpLocks/>
            </p:cNvGrpSpPr>
            <p:nvPr/>
          </p:nvGrpSpPr>
          <p:grpSpPr bwMode="auto">
            <a:xfrm>
              <a:off x="3278" y="2376"/>
              <a:ext cx="344" cy="694"/>
              <a:chOff x="3314" y="1248"/>
              <a:chExt cx="344" cy="694"/>
            </a:xfrm>
          </p:grpSpPr>
          <p:graphicFrame>
            <p:nvGraphicFramePr>
              <p:cNvPr id="65757" name="Object 49">
                <a:extLst>
                  <a:ext uri="{FF2B5EF4-FFF2-40B4-BE49-F238E27FC236}">
                    <a16:creationId xmlns:a16="http://schemas.microsoft.com/office/drawing/2014/main" id="{EFDDCCB9-0661-4D34-990F-E0BC71C62507}"/>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58" name="Line 50">
                <a:extLst>
                  <a:ext uri="{FF2B5EF4-FFF2-40B4-BE49-F238E27FC236}">
                    <a16:creationId xmlns:a16="http://schemas.microsoft.com/office/drawing/2014/main" id="{F8F73D7D-5553-4B70-BBAA-D1D0B3DAB560}"/>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5759" name="Object 51">
                <a:extLst>
                  <a:ext uri="{FF2B5EF4-FFF2-40B4-BE49-F238E27FC236}">
                    <a16:creationId xmlns:a16="http://schemas.microsoft.com/office/drawing/2014/main" id="{90920525-5AD3-4B20-8484-B9806FC42EB1}"/>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60" name="Line 52">
                <a:extLst>
                  <a:ext uri="{FF2B5EF4-FFF2-40B4-BE49-F238E27FC236}">
                    <a16:creationId xmlns:a16="http://schemas.microsoft.com/office/drawing/2014/main" id="{DF914163-836B-444D-9485-3A42F12935BE}"/>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5761" name="Group 53">
                <a:extLst>
                  <a:ext uri="{FF2B5EF4-FFF2-40B4-BE49-F238E27FC236}">
                    <a16:creationId xmlns:a16="http://schemas.microsoft.com/office/drawing/2014/main" id="{ABCE5263-F10C-4BC0-8758-D9B17643AD85}"/>
                  </a:ext>
                </a:extLst>
              </p:cNvPr>
              <p:cNvGrpSpPr>
                <a:grpSpLocks/>
              </p:cNvGrpSpPr>
              <p:nvPr/>
            </p:nvGrpSpPr>
            <p:grpSpPr bwMode="auto">
              <a:xfrm>
                <a:off x="3404" y="1504"/>
                <a:ext cx="51" cy="167"/>
                <a:chOff x="3842" y="406"/>
                <a:chExt cx="51" cy="167"/>
              </a:xfrm>
            </p:grpSpPr>
            <p:sp>
              <p:nvSpPr>
                <p:cNvPr id="65763" name="Oval 54">
                  <a:extLst>
                    <a:ext uri="{FF2B5EF4-FFF2-40B4-BE49-F238E27FC236}">
                      <a16:creationId xmlns:a16="http://schemas.microsoft.com/office/drawing/2014/main" id="{1C90CBFC-A585-4E2C-8256-B119FBB64549}"/>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64" name="Oval 55">
                  <a:extLst>
                    <a:ext uri="{FF2B5EF4-FFF2-40B4-BE49-F238E27FC236}">
                      <a16:creationId xmlns:a16="http://schemas.microsoft.com/office/drawing/2014/main" id="{C989E298-2687-4E8D-A93F-F3F534808193}"/>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65" name="Oval 56">
                  <a:extLst>
                    <a:ext uri="{FF2B5EF4-FFF2-40B4-BE49-F238E27FC236}">
                      <a16:creationId xmlns:a16="http://schemas.microsoft.com/office/drawing/2014/main" id="{8BEE3288-6AFE-483C-9E64-E4950D567271}"/>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5762" name="Line 57">
                <a:extLst>
                  <a:ext uri="{FF2B5EF4-FFF2-40B4-BE49-F238E27FC236}">
                    <a16:creationId xmlns:a16="http://schemas.microsoft.com/office/drawing/2014/main" id="{1614B839-C9DB-402B-9E2F-CB973F6181F9}"/>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65557" name="Object 58">
              <a:extLst>
                <a:ext uri="{FF2B5EF4-FFF2-40B4-BE49-F238E27FC236}">
                  <a16:creationId xmlns:a16="http://schemas.microsoft.com/office/drawing/2014/main" id="{FAE8F27F-721A-48F0-8453-BDD6A61E3DC0}"/>
                </a:ext>
              </a:extLst>
            </p:cNvPr>
            <p:cNvGraphicFramePr>
              <a:graphicFrameLocks noChangeAspect="1"/>
            </p:cNvGraphicFramePr>
            <p:nvPr/>
          </p:nvGraphicFramePr>
          <p:xfrm>
            <a:off x="3902" y="3133"/>
            <a:ext cx="299" cy="248"/>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2" y="3133"/>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8" name="Object 59">
              <a:extLst>
                <a:ext uri="{FF2B5EF4-FFF2-40B4-BE49-F238E27FC236}">
                  <a16:creationId xmlns:a16="http://schemas.microsoft.com/office/drawing/2014/main" id="{092D8229-65E4-4C40-B6A7-654C49F2DBF0}"/>
                </a:ext>
              </a:extLst>
            </p:cNvPr>
            <p:cNvGraphicFramePr>
              <a:graphicFrameLocks noChangeAspect="1"/>
            </p:cNvGraphicFramePr>
            <p:nvPr/>
          </p:nvGraphicFramePr>
          <p:xfrm>
            <a:off x="3460" y="3124"/>
            <a:ext cx="299" cy="248"/>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 y="312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59" name="Oval 60">
              <a:extLst>
                <a:ext uri="{FF2B5EF4-FFF2-40B4-BE49-F238E27FC236}">
                  <a16:creationId xmlns:a16="http://schemas.microsoft.com/office/drawing/2014/main" id="{F6C340FD-60F1-4967-85E5-B0BDA309D287}"/>
                </a:ext>
              </a:extLst>
            </p:cNvPr>
            <p:cNvSpPr>
              <a:spLocks noChangeArrowheads="1"/>
            </p:cNvSpPr>
            <p:nvPr/>
          </p:nvSpPr>
          <p:spPr bwMode="auto">
            <a:xfrm rot="-5400000">
              <a:off x="3759" y="3203"/>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560" name="Oval 61">
              <a:extLst>
                <a:ext uri="{FF2B5EF4-FFF2-40B4-BE49-F238E27FC236}">
                  <a16:creationId xmlns:a16="http://schemas.microsoft.com/office/drawing/2014/main" id="{3D2046D6-1B3F-4947-AA72-49F47CB08FAF}"/>
                </a:ext>
              </a:extLst>
            </p:cNvPr>
            <p:cNvSpPr>
              <a:spLocks noChangeArrowheads="1"/>
            </p:cNvSpPr>
            <p:nvPr/>
          </p:nvSpPr>
          <p:spPr bwMode="auto">
            <a:xfrm rot="-5400000">
              <a:off x="3820" y="3202"/>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561" name="Oval 62">
              <a:extLst>
                <a:ext uri="{FF2B5EF4-FFF2-40B4-BE49-F238E27FC236}">
                  <a16:creationId xmlns:a16="http://schemas.microsoft.com/office/drawing/2014/main" id="{EE03090F-340D-467D-B845-8EFA84125892}"/>
                </a:ext>
              </a:extLst>
            </p:cNvPr>
            <p:cNvSpPr>
              <a:spLocks noChangeArrowheads="1"/>
            </p:cNvSpPr>
            <p:nvPr/>
          </p:nvSpPr>
          <p:spPr bwMode="auto">
            <a:xfrm rot="-5400000">
              <a:off x="3875" y="3205"/>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562" name="Line 63">
              <a:extLst>
                <a:ext uri="{FF2B5EF4-FFF2-40B4-BE49-F238E27FC236}">
                  <a16:creationId xmlns:a16="http://schemas.microsoft.com/office/drawing/2014/main" id="{A2BFF38B-3C5A-430D-B5F4-650A83D6260B}"/>
                </a:ext>
              </a:extLst>
            </p:cNvPr>
            <p:cNvSpPr>
              <a:spLocks noChangeShapeType="1"/>
            </p:cNvSpPr>
            <p:nvPr/>
          </p:nvSpPr>
          <p:spPr bwMode="auto">
            <a:xfrm rot="-5400000">
              <a:off x="4062" y="3114"/>
              <a:ext cx="4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63" name="Line 64">
              <a:extLst>
                <a:ext uri="{FF2B5EF4-FFF2-40B4-BE49-F238E27FC236}">
                  <a16:creationId xmlns:a16="http://schemas.microsoft.com/office/drawing/2014/main" id="{DFF6ABC4-80B7-461D-A2BC-BF32175DA631}"/>
                </a:ext>
              </a:extLst>
            </p:cNvPr>
            <p:cNvSpPr>
              <a:spLocks noChangeShapeType="1"/>
            </p:cNvSpPr>
            <p:nvPr/>
          </p:nvSpPr>
          <p:spPr bwMode="auto">
            <a:xfrm rot="5400000" flipH="1">
              <a:off x="3612" y="3108"/>
              <a:ext cx="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64" name="Line 65">
              <a:extLst>
                <a:ext uri="{FF2B5EF4-FFF2-40B4-BE49-F238E27FC236}">
                  <a16:creationId xmlns:a16="http://schemas.microsoft.com/office/drawing/2014/main" id="{7FF5EF6F-4EFC-4EEB-A794-B0B42AE51CC8}"/>
                </a:ext>
              </a:extLst>
            </p:cNvPr>
            <p:cNvSpPr>
              <a:spLocks noChangeShapeType="1"/>
            </p:cNvSpPr>
            <p:nvPr/>
          </p:nvSpPr>
          <p:spPr bwMode="auto">
            <a:xfrm rot="16200000" flipV="1">
              <a:off x="3862" y="2864"/>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65" name="Line 66">
              <a:extLst>
                <a:ext uri="{FF2B5EF4-FFF2-40B4-BE49-F238E27FC236}">
                  <a16:creationId xmlns:a16="http://schemas.microsoft.com/office/drawing/2014/main" id="{BF2DE080-BFEA-44AC-AA53-CADFF569FEFD}"/>
                </a:ext>
              </a:extLst>
            </p:cNvPr>
            <p:cNvSpPr>
              <a:spLocks noChangeShapeType="1"/>
            </p:cNvSpPr>
            <p:nvPr/>
          </p:nvSpPr>
          <p:spPr bwMode="auto">
            <a:xfrm flipV="1">
              <a:off x="3622" y="2808"/>
              <a:ext cx="68"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66" name="Line 67">
              <a:extLst>
                <a:ext uri="{FF2B5EF4-FFF2-40B4-BE49-F238E27FC236}">
                  <a16:creationId xmlns:a16="http://schemas.microsoft.com/office/drawing/2014/main" id="{13A3F426-B592-4C9A-A10B-08CA4B5EA9AC}"/>
                </a:ext>
              </a:extLst>
            </p:cNvPr>
            <p:cNvSpPr>
              <a:spLocks noChangeShapeType="1"/>
            </p:cNvSpPr>
            <p:nvPr/>
          </p:nvSpPr>
          <p:spPr bwMode="auto">
            <a:xfrm>
              <a:off x="4054" y="2842"/>
              <a:ext cx="218"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67" name="Line 68">
              <a:extLst>
                <a:ext uri="{FF2B5EF4-FFF2-40B4-BE49-F238E27FC236}">
                  <a16:creationId xmlns:a16="http://schemas.microsoft.com/office/drawing/2014/main" id="{1543EBE4-A55C-4CEC-B991-97C3A308CC80}"/>
                </a:ext>
              </a:extLst>
            </p:cNvPr>
            <p:cNvSpPr>
              <a:spLocks noChangeShapeType="1"/>
            </p:cNvSpPr>
            <p:nvPr/>
          </p:nvSpPr>
          <p:spPr bwMode="auto">
            <a:xfrm flipH="1">
              <a:off x="4626" y="2840"/>
              <a:ext cx="200" cy="29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5568" name="Object 69">
              <a:extLst>
                <a:ext uri="{FF2B5EF4-FFF2-40B4-BE49-F238E27FC236}">
                  <a16:creationId xmlns:a16="http://schemas.microsoft.com/office/drawing/2014/main" id="{2E4580A2-51A2-40C7-B263-5F29FA3AF55B}"/>
                </a:ext>
              </a:extLst>
            </p:cNvPr>
            <p:cNvGraphicFramePr>
              <a:graphicFrameLocks noChangeAspect="1"/>
            </p:cNvGraphicFramePr>
            <p:nvPr/>
          </p:nvGraphicFramePr>
          <p:xfrm>
            <a:off x="4753" y="2505"/>
            <a:ext cx="146" cy="180"/>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53" y="2505"/>
                          <a:ext cx="14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69" name="Object 70">
              <a:extLst>
                <a:ext uri="{FF2B5EF4-FFF2-40B4-BE49-F238E27FC236}">
                  <a16:creationId xmlns:a16="http://schemas.microsoft.com/office/drawing/2014/main" id="{3ECCBC68-814C-4417-972F-5FC77F7BC825}"/>
                </a:ext>
              </a:extLst>
            </p:cNvPr>
            <p:cNvGraphicFramePr>
              <a:graphicFrameLocks noChangeAspect="1"/>
            </p:cNvGraphicFramePr>
            <p:nvPr/>
          </p:nvGraphicFramePr>
          <p:xfrm>
            <a:off x="3793" y="2565"/>
            <a:ext cx="146" cy="180"/>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7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3" y="2565"/>
                          <a:ext cx="14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70" name="Freeform 71">
              <a:extLst>
                <a:ext uri="{FF2B5EF4-FFF2-40B4-BE49-F238E27FC236}">
                  <a16:creationId xmlns:a16="http://schemas.microsoft.com/office/drawing/2014/main" id="{B1658CA0-2227-44E5-A534-1B04A0E33FA7}"/>
                </a:ext>
              </a:extLst>
            </p:cNvPr>
            <p:cNvSpPr>
              <a:spLocks/>
            </p:cNvSpPr>
            <p:nvPr/>
          </p:nvSpPr>
          <p:spPr bwMode="auto">
            <a:xfrm>
              <a:off x="3852" y="2397"/>
              <a:ext cx="972" cy="228"/>
            </a:xfrm>
            <a:custGeom>
              <a:avLst/>
              <a:gdLst>
                <a:gd name="T0" fmla="*/ 0 w 972"/>
                <a:gd name="T1" fmla="*/ 228 h 228"/>
                <a:gd name="T2" fmla="*/ 432 w 972"/>
                <a:gd name="T3" fmla="*/ 9 h 228"/>
                <a:gd name="T4" fmla="*/ 972 w 972"/>
                <a:gd name="T5" fmla="*/ 171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5571" name="Group 72">
              <a:extLst>
                <a:ext uri="{FF2B5EF4-FFF2-40B4-BE49-F238E27FC236}">
                  <a16:creationId xmlns:a16="http://schemas.microsoft.com/office/drawing/2014/main" id="{C0247CF9-8BD7-49FB-9D72-345CC1B4C712}"/>
                </a:ext>
              </a:extLst>
            </p:cNvPr>
            <p:cNvGrpSpPr>
              <a:grpSpLocks/>
            </p:cNvGrpSpPr>
            <p:nvPr/>
          </p:nvGrpSpPr>
          <p:grpSpPr bwMode="auto">
            <a:xfrm>
              <a:off x="4043" y="3462"/>
              <a:ext cx="292" cy="320"/>
              <a:chOff x="2870" y="1518"/>
              <a:chExt cx="292" cy="320"/>
            </a:xfrm>
          </p:grpSpPr>
          <p:graphicFrame>
            <p:nvGraphicFramePr>
              <p:cNvPr id="65755" name="Object 73">
                <a:extLst>
                  <a:ext uri="{FF2B5EF4-FFF2-40B4-BE49-F238E27FC236}">
                    <a16:creationId xmlns:a16="http://schemas.microsoft.com/office/drawing/2014/main" id="{33E333D3-5243-42F3-B4A6-77D8CBF00AD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7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756" name="Object 74">
                <a:extLst>
                  <a:ext uri="{FF2B5EF4-FFF2-40B4-BE49-F238E27FC236}">
                    <a16:creationId xmlns:a16="http://schemas.microsoft.com/office/drawing/2014/main" id="{43970B86-DE78-4435-B7C1-F032671ADF6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7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5572" name="Group 75">
              <a:extLst>
                <a:ext uri="{FF2B5EF4-FFF2-40B4-BE49-F238E27FC236}">
                  <a16:creationId xmlns:a16="http://schemas.microsoft.com/office/drawing/2014/main" id="{BD1365DB-4BAE-4509-A9B9-314450909A4B}"/>
                </a:ext>
              </a:extLst>
            </p:cNvPr>
            <p:cNvGrpSpPr>
              <a:grpSpLocks/>
            </p:cNvGrpSpPr>
            <p:nvPr/>
          </p:nvGrpSpPr>
          <p:grpSpPr bwMode="auto">
            <a:xfrm>
              <a:off x="4601" y="3486"/>
              <a:ext cx="292" cy="320"/>
              <a:chOff x="2870" y="1518"/>
              <a:chExt cx="292" cy="320"/>
            </a:xfrm>
          </p:grpSpPr>
          <p:graphicFrame>
            <p:nvGraphicFramePr>
              <p:cNvPr id="65753" name="Object 76">
                <a:extLst>
                  <a:ext uri="{FF2B5EF4-FFF2-40B4-BE49-F238E27FC236}">
                    <a16:creationId xmlns:a16="http://schemas.microsoft.com/office/drawing/2014/main" id="{0871A786-5327-45BC-A5FA-7ACC613DC0B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7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754" name="Object 77">
                <a:extLst>
                  <a:ext uri="{FF2B5EF4-FFF2-40B4-BE49-F238E27FC236}">
                    <a16:creationId xmlns:a16="http://schemas.microsoft.com/office/drawing/2014/main" id="{D3AF5D8D-FCD1-4B36-8A2D-22C03D73B84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7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5573" name="Group 78">
              <a:extLst>
                <a:ext uri="{FF2B5EF4-FFF2-40B4-BE49-F238E27FC236}">
                  <a16:creationId xmlns:a16="http://schemas.microsoft.com/office/drawing/2014/main" id="{B45E25B5-15A6-4D11-8156-7745C8E0547D}"/>
                </a:ext>
              </a:extLst>
            </p:cNvPr>
            <p:cNvGrpSpPr>
              <a:grpSpLocks/>
            </p:cNvGrpSpPr>
            <p:nvPr/>
          </p:nvGrpSpPr>
          <p:grpSpPr bwMode="auto">
            <a:xfrm>
              <a:off x="4304" y="3273"/>
              <a:ext cx="272" cy="282"/>
              <a:chOff x="4733" y="2082"/>
              <a:chExt cx="272" cy="282"/>
            </a:xfrm>
          </p:grpSpPr>
          <p:graphicFrame>
            <p:nvGraphicFramePr>
              <p:cNvPr id="65751" name="Object 79">
                <a:extLst>
                  <a:ext uri="{FF2B5EF4-FFF2-40B4-BE49-F238E27FC236}">
                    <a16:creationId xmlns:a16="http://schemas.microsoft.com/office/drawing/2014/main" id="{79FA8557-B38E-4DC2-A24F-7757557A7755}"/>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7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52" name="Rectangle 80">
                <a:extLst>
                  <a:ext uri="{FF2B5EF4-FFF2-40B4-BE49-F238E27FC236}">
                    <a16:creationId xmlns:a16="http://schemas.microsoft.com/office/drawing/2014/main" id="{14AEBD97-63E9-4999-BCE5-3FB40F609526}"/>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5574" name="Line 81">
              <a:extLst>
                <a:ext uri="{FF2B5EF4-FFF2-40B4-BE49-F238E27FC236}">
                  <a16:creationId xmlns:a16="http://schemas.microsoft.com/office/drawing/2014/main" id="{D0B58DA4-A493-4F8E-945D-0C1DAB359546}"/>
                </a:ext>
              </a:extLst>
            </p:cNvPr>
            <p:cNvSpPr>
              <a:spLocks noChangeShapeType="1"/>
            </p:cNvSpPr>
            <p:nvPr/>
          </p:nvSpPr>
          <p:spPr bwMode="auto">
            <a:xfrm>
              <a:off x="4524" y="3201"/>
              <a:ext cx="0" cy="1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5575" name="Group 82">
              <a:extLst>
                <a:ext uri="{FF2B5EF4-FFF2-40B4-BE49-F238E27FC236}">
                  <a16:creationId xmlns:a16="http://schemas.microsoft.com/office/drawing/2014/main" id="{3C720906-8946-4CE6-90CA-E1145FCDB441}"/>
                </a:ext>
              </a:extLst>
            </p:cNvPr>
            <p:cNvGrpSpPr>
              <a:grpSpLocks/>
            </p:cNvGrpSpPr>
            <p:nvPr/>
          </p:nvGrpSpPr>
          <p:grpSpPr bwMode="auto">
            <a:xfrm>
              <a:off x="5041" y="2769"/>
              <a:ext cx="150" cy="307"/>
              <a:chOff x="4180" y="783"/>
              <a:chExt cx="150" cy="307"/>
            </a:xfrm>
          </p:grpSpPr>
          <p:sp>
            <p:nvSpPr>
              <p:cNvPr id="65743" name="AutoShape 83">
                <a:extLst>
                  <a:ext uri="{FF2B5EF4-FFF2-40B4-BE49-F238E27FC236}">
                    <a16:creationId xmlns:a16="http://schemas.microsoft.com/office/drawing/2014/main" id="{F5DAC35B-8B30-40F6-8FAF-B7E5B939CF64}"/>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44" name="Rectangle 84">
                <a:extLst>
                  <a:ext uri="{FF2B5EF4-FFF2-40B4-BE49-F238E27FC236}">
                    <a16:creationId xmlns:a16="http://schemas.microsoft.com/office/drawing/2014/main" id="{E2DF70AE-87BE-4DBA-B886-0828D9D6469F}"/>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45" name="Rectangle 85">
                <a:extLst>
                  <a:ext uri="{FF2B5EF4-FFF2-40B4-BE49-F238E27FC236}">
                    <a16:creationId xmlns:a16="http://schemas.microsoft.com/office/drawing/2014/main" id="{4403C0A6-234E-4D2B-8F3F-7C72D534CFC3}"/>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46" name="AutoShape 86">
                <a:extLst>
                  <a:ext uri="{FF2B5EF4-FFF2-40B4-BE49-F238E27FC236}">
                    <a16:creationId xmlns:a16="http://schemas.microsoft.com/office/drawing/2014/main" id="{648F3775-D997-4167-8FF8-A048F943C0EE}"/>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47" name="Line 87">
                <a:extLst>
                  <a:ext uri="{FF2B5EF4-FFF2-40B4-BE49-F238E27FC236}">
                    <a16:creationId xmlns:a16="http://schemas.microsoft.com/office/drawing/2014/main" id="{D02BF9C3-3EB3-4963-B43E-6053CA81BF94}"/>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48" name="Line 88">
                <a:extLst>
                  <a:ext uri="{FF2B5EF4-FFF2-40B4-BE49-F238E27FC236}">
                    <a16:creationId xmlns:a16="http://schemas.microsoft.com/office/drawing/2014/main" id="{FF4A817D-44BA-43AB-AE9F-19AFDB28FBB8}"/>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49" name="Rectangle 89">
                <a:extLst>
                  <a:ext uri="{FF2B5EF4-FFF2-40B4-BE49-F238E27FC236}">
                    <a16:creationId xmlns:a16="http://schemas.microsoft.com/office/drawing/2014/main" id="{C8CF315B-FECF-4695-A072-3FAB1F985BC6}"/>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50" name="Rectangle 90">
                <a:extLst>
                  <a:ext uri="{FF2B5EF4-FFF2-40B4-BE49-F238E27FC236}">
                    <a16:creationId xmlns:a16="http://schemas.microsoft.com/office/drawing/2014/main" id="{694A8ED1-DB6D-470E-A7EE-A4F4FE9E23C3}"/>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5576" name="Group 91">
              <a:extLst>
                <a:ext uri="{FF2B5EF4-FFF2-40B4-BE49-F238E27FC236}">
                  <a16:creationId xmlns:a16="http://schemas.microsoft.com/office/drawing/2014/main" id="{D94A8B7E-1A2A-4B8B-B34D-28FB4417EAD8}"/>
                </a:ext>
              </a:extLst>
            </p:cNvPr>
            <p:cNvGrpSpPr>
              <a:grpSpLocks/>
            </p:cNvGrpSpPr>
            <p:nvPr/>
          </p:nvGrpSpPr>
          <p:grpSpPr bwMode="auto">
            <a:xfrm>
              <a:off x="5032" y="3102"/>
              <a:ext cx="150" cy="307"/>
              <a:chOff x="4180" y="783"/>
              <a:chExt cx="150" cy="307"/>
            </a:xfrm>
          </p:grpSpPr>
          <p:sp>
            <p:nvSpPr>
              <p:cNvPr id="65735" name="AutoShape 92">
                <a:extLst>
                  <a:ext uri="{FF2B5EF4-FFF2-40B4-BE49-F238E27FC236}">
                    <a16:creationId xmlns:a16="http://schemas.microsoft.com/office/drawing/2014/main" id="{FF724D50-677C-4E13-AA51-5F30E2181EF9}"/>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36" name="Rectangle 93">
                <a:extLst>
                  <a:ext uri="{FF2B5EF4-FFF2-40B4-BE49-F238E27FC236}">
                    <a16:creationId xmlns:a16="http://schemas.microsoft.com/office/drawing/2014/main" id="{8660BB72-88F2-424F-A559-24EAE8A3EFAB}"/>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37" name="Rectangle 94">
                <a:extLst>
                  <a:ext uri="{FF2B5EF4-FFF2-40B4-BE49-F238E27FC236}">
                    <a16:creationId xmlns:a16="http://schemas.microsoft.com/office/drawing/2014/main" id="{6439CDE2-6052-41D6-958F-119925A599BF}"/>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38" name="AutoShape 95">
                <a:extLst>
                  <a:ext uri="{FF2B5EF4-FFF2-40B4-BE49-F238E27FC236}">
                    <a16:creationId xmlns:a16="http://schemas.microsoft.com/office/drawing/2014/main" id="{F4B8C161-2F0B-4824-A3AD-1977CF9FE59B}"/>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39" name="Line 96">
                <a:extLst>
                  <a:ext uri="{FF2B5EF4-FFF2-40B4-BE49-F238E27FC236}">
                    <a16:creationId xmlns:a16="http://schemas.microsoft.com/office/drawing/2014/main" id="{9685AC7A-7FBA-4E5F-B35A-BE53D22E8DDD}"/>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40" name="Line 97">
                <a:extLst>
                  <a:ext uri="{FF2B5EF4-FFF2-40B4-BE49-F238E27FC236}">
                    <a16:creationId xmlns:a16="http://schemas.microsoft.com/office/drawing/2014/main" id="{354C2973-D1B2-4C7D-89DE-51C15CCE80BA}"/>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41" name="Rectangle 98">
                <a:extLst>
                  <a:ext uri="{FF2B5EF4-FFF2-40B4-BE49-F238E27FC236}">
                    <a16:creationId xmlns:a16="http://schemas.microsoft.com/office/drawing/2014/main" id="{5BB3D41E-FE12-466A-8FF4-6E1CFD61168E}"/>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42" name="Rectangle 99">
                <a:extLst>
                  <a:ext uri="{FF2B5EF4-FFF2-40B4-BE49-F238E27FC236}">
                    <a16:creationId xmlns:a16="http://schemas.microsoft.com/office/drawing/2014/main" id="{1A684D6F-05FA-4F4A-8583-44404CE65CD7}"/>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5577" name="Line 100">
              <a:extLst>
                <a:ext uri="{FF2B5EF4-FFF2-40B4-BE49-F238E27FC236}">
                  <a16:creationId xmlns:a16="http://schemas.microsoft.com/office/drawing/2014/main" id="{79A25AA1-22C7-456D-955D-034E0C3DDCF6}"/>
                </a:ext>
              </a:extLst>
            </p:cNvPr>
            <p:cNvSpPr>
              <a:spLocks noChangeShapeType="1"/>
            </p:cNvSpPr>
            <p:nvPr/>
          </p:nvSpPr>
          <p:spPr bwMode="auto">
            <a:xfrm rot="5400000" flipH="1">
              <a:off x="4754" y="3049"/>
              <a:ext cx="4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78" name="Line 101">
              <a:extLst>
                <a:ext uri="{FF2B5EF4-FFF2-40B4-BE49-F238E27FC236}">
                  <a16:creationId xmlns:a16="http://schemas.microsoft.com/office/drawing/2014/main" id="{6C43528E-E82D-4284-A14C-FDFE224276AF}"/>
                </a:ext>
              </a:extLst>
            </p:cNvPr>
            <p:cNvSpPr>
              <a:spLocks noChangeShapeType="1"/>
            </p:cNvSpPr>
            <p:nvPr/>
          </p:nvSpPr>
          <p:spPr bwMode="auto">
            <a:xfrm rot="-5400000">
              <a:off x="5018" y="3239"/>
              <a:ext cx="0" cy="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79" name="Line 102">
              <a:extLst>
                <a:ext uri="{FF2B5EF4-FFF2-40B4-BE49-F238E27FC236}">
                  <a16:creationId xmlns:a16="http://schemas.microsoft.com/office/drawing/2014/main" id="{AD5D1741-229B-4650-BEBC-B5A39A13A507}"/>
                </a:ext>
              </a:extLst>
            </p:cNvPr>
            <p:cNvSpPr>
              <a:spLocks noChangeShapeType="1"/>
            </p:cNvSpPr>
            <p:nvPr/>
          </p:nvSpPr>
          <p:spPr bwMode="auto">
            <a:xfrm rot="-5400000">
              <a:off x="5011" y="2888"/>
              <a:ext cx="0" cy="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0" name="Line 103">
              <a:extLst>
                <a:ext uri="{FF2B5EF4-FFF2-40B4-BE49-F238E27FC236}">
                  <a16:creationId xmlns:a16="http://schemas.microsoft.com/office/drawing/2014/main" id="{BC70E5B2-730D-4F29-BC21-377C77235D5B}"/>
                </a:ext>
              </a:extLst>
            </p:cNvPr>
            <p:cNvSpPr>
              <a:spLocks noChangeShapeType="1"/>
            </p:cNvSpPr>
            <p:nvPr/>
          </p:nvSpPr>
          <p:spPr bwMode="auto">
            <a:xfrm flipV="1">
              <a:off x="4062" y="1494"/>
              <a:ext cx="330" cy="1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1" name="Line 104">
              <a:extLst>
                <a:ext uri="{FF2B5EF4-FFF2-40B4-BE49-F238E27FC236}">
                  <a16:creationId xmlns:a16="http://schemas.microsoft.com/office/drawing/2014/main" id="{AE71FD8A-56E9-4570-B2C0-6EFF3E060C0F}"/>
                </a:ext>
              </a:extLst>
            </p:cNvPr>
            <p:cNvSpPr>
              <a:spLocks noChangeShapeType="1"/>
            </p:cNvSpPr>
            <p:nvPr/>
          </p:nvSpPr>
          <p:spPr bwMode="auto">
            <a:xfrm>
              <a:off x="4734" y="1482"/>
              <a:ext cx="348" cy="1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2" name="Line 105">
              <a:extLst>
                <a:ext uri="{FF2B5EF4-FFF2-40B4-BE49-F238E27FC236}">
                  <a16:creationId xmlns:a16="http://schemas.microsoft.com/office/drawing/2014/main" id="{FCC0CFD1-BB85-4D16-88C7-CC3BE910E922}"/>
                </a:ext>
              </a:extLst>
            </p:cNvPr>
            <p:cNvSpPr>
              <a:spLocks noChangeShapeType="1"/>
            </p:cNvSpPr>
            <p:nvPr/>
          </p:nvSpPr>
          <p:spPr bwMode="auto">
            <a:xfrm flipH="1">
              <a:off x="5106" y="1734"/>
              <a:ext cx="174" cy="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3" name="Line 106">
              <a:extLst>
                <a:ext uri="{FF2B5EF4-FFF2-40B4-BE49-F238E27FC236}">
                  <a16:creationId xmlns:a16="http://schemas.microsoft.com/office/drawing/2014/main" id="{CCA0AC8A-EA74-4AB1-9F12-69D6960AD0F8}"/>
                </a:ext>
              </a:extLst>
            </p:cNvPr>
            <p:cNvSpPr>
              <a:spLocks noChangeShapeType="1"/>
            </p:cNvSpPr>
            <p:nvPr/>
          </p:nvSpPr>
          <p:spPr bwMode="auto">
            <a:xfrm>
              <a:off x="4554" y="1566"/>
              <a:ext cx="0" cy="3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4" name="Line 107">
              <a:extLst>
                <a:ext uri="{FF2B5EF4-FFF2-40B4-BE49-F238E27FC236}">
                  <a16:creationId xmlns:a16="http://schemas.microsoft.com/office/drawing/2014/main" id="{52DFFCCD-DEEA-4A2F-B949-469EA19EC36A}"/>
                </a:ext>
              </a:extLst>
            </p:cNvPr>
            <p:cNvSpPr>
              <a:spLocks noChangeShapeType="1"/>
            </p:cNvSpPr>
            <p:nvPr/>
          </p:nvSpPr>
          <p:spPr bwMode="auto">
            <a:xfrm>
              <a:off x="4572" y="2052"/>
              <a:ext cx="384" cy="2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5" name="Line 108">
              <a:extLst>
                <a:ext uri="{FF2B5EF4-FFF2-40B4-BE49-F238E27FC236}">
                  <a16:creationId xmlns:a16="http://schemas.microsoft.com/office/drawing/2014/main" id="{6B62DBBD-1229-4224-B2BF-50B21FCC4744}"/>
                </a:ext>
              </a:extLst>
            </p:cNvPr>
            <p:cNvSpPr>
              <a:spLocks noChangeShapeType="1"/>
            </p:cNvSpPr>
            <p:nvPr/>
          </p:nvSpPr>
          <p:spPr bwMode="auto">
            <a:xfrm flipH="1">
              <a:off x="4902" y="2400"/>
              <a:ext cx="192" cy="27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6" name="Line 109">
              <a:extLst>
                <a:ext uri="{FF2B5EF4-FFF2-40B4-BE49-F238E27FC236}">
                  <a16:creationId xmlns:a16="http://schemas.microsoft.com/office/drawing/2014/main" id="{C5899B31-0281-474E-A67C-EEFD04BDACD6}"/>
                </a:ext>
              </a:extLst>
            </p:cNvPr>
            <p:cNvSpPr>
              <a:spLocks noChangeShapeType="1"/>
            </p:cNvSpPr>
            <p:nvPr/>
          </p:nvSpPr>
          <p:spPr bwMode="auto">
            <a:xfrm flipH="1">
              <a:off x="4740" y="1710"/>
              <a:ext cx="402"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7" name="Line 110">
              <a:extLst>
                <a:ext uri="{FF2B5EF4-FFF2-40B4-BE49-F238E27FC236}">
                  <a16:creationId xmlns:a16="http://schemas.microsoft.com/office/drawing/2014/main" id="{1512A5D9-F03C-4613-815B-C7BF5D70C516}"/>
                </a:ext>
              </a:extLst>
            </p:cNvPr>
            <p:cNvSpPr>
              <a:spLocks noChangeShapeType="1"/>
            </p:cNvSpPr>
            <p:nvPr/>
          </p:nvSpPr>
          <p:spPr bwMode="auto">
            <a:xfrm flipH="1">
              <a:off x="4746" y="1290"/>
              <a:ext cx="252"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8" name="Line 111">
              <a:extLst>
                <a:ext uri="{FF2B5EF4-FFF2-40B4-BE49-F238E27FC236}">
                  <a16:creationId xmlns:a16="http://schemas.microsoft.com/office/drawing/2014/main" id="{086D3E5D-90C2-4A78-A9D6-E396CE963C9C}"/>
                </a:ext>
              </a:extLst>
            </p:cNvPr>
            <p:cNvSpPr>
              <a:spLocks noChangeShapeType="1"/>
            </p:cNvSpPr>
            <p:nvPr/>
          </p:nvSpPr>
          <p:spPr bwMode="auto">
            <a:xfrm flipH="1">
              <a:off x="5262" y="1422"/>
              <a:ext cx="144" cy="1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589" name="Text Box 112">
              <a:extLst>
                <a:ext uri="{FF2B5EF4-FFF2-40B4-BE49-F238E27FC236}">
                  <a16:creationId xmlns:a16="http://schemas.microsoft.com/office/drawing/2014/main" id="{71184EB3-F7E6-4452-8DBC-E8016D0CEB65}"/>
                </a:ext>
              </a:extLst>
            </p:cNvPr>
            <p:cNvSpPr txBox="1">
              <a:spLocks noChangeArrowheads="1"/>
            </p:cNvSpPr>
            <p:nvPr/>
          </p:nvSpPr>
          <p:spPr bwMode="auto">
            <a:xfrm>
              <a:off x="3278" y="1151"/>
              <a:ext cx="89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local ISP</a:t>
              </a:r>
              <a:endParaRPr lang="en-US" altLang="en-US" sz="2400">
                <a:latin typeface="Times New Roman" panose="02020603050405020304" pitchFamily="18" charset="0"/>
              </a:endParaRPr>
            </a:p>
          </p:txBody>
        </p:sp>
        <p:sp>
          <p:nvSpPr>
            <p:cNvPr id="65590" name="Text Box 113">
              <a:extLst>
                <a:ext uri="{FF2B5EF4-FFF2-40B4-BE49-F238E27FC236}">
                  <a16:creationId xmlns:a16="http://schemas.microsoft.com/office/drawing/2014/main" id="{0F01988B-80D3-4D71-95FD-C7E6ACCFAE28}"/>
                </a:ext>
              </a:extLst>
            </p:cNvPr>
            <p:cNvSpPr txBox="1">
              <a:spLocks noChangeArrowheads="1"/>
            </p:cNvSpPr>
            <p:nvPr/>
          </p:nvSpPr>
          <p:spPr bwMode="auto">
            <a:xfrm>
              <a:off x="3230" y="3407"/>
              <a:ext cx="845"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company</a:t>
              </a:r>
            </a:p>
            <a:p>
              <a:pPr>
                <a:spcBef>
                  <a:spcPct val="0"/>
                </a:spcBef>
                <a:buFontTx/>
                <a:buNone/>
              </a:pPr>
              <a:r>
                <a:rPr lang="en-US" altLang="en-US" sz="2000">
                  <a:solidFill>
                    <a:srgbClr val="FF0000"/>
                  </a:solidFill>
                  <a:latin typeface="Comic Sans MS" panose="030F0702030302020204" pitchFamily="66" charset="0"/>
                </a:rPr>
                <a:t>network</a:t>
              </a:r>
              <a:endParaRPr lang="en-US" altLang="en-US" sz="2400">
                <a:latin typeface="Times New Roman" panose="02020603050405020304" pitchFamily="18" charset="0"/>
              </a:endParaRPr>
            </a:p>
          </p:txBody>
        </p:sp>
        <p:sp>
          <p:nvSpPr>
            <p:cNvPr id="65591" name="Text Box 114">
              <a:extLst>
                <a:ext uri="{FF2B5EF4-FFF2-40B4-BE49-F238E27FC236}">
                  <a16:creationId xmlns:a16="http://schemas.microsoft.com/office/drawing/2014/main" id="{CDD0A785-7C08-4AC0-849C-F26B1E24E521}"/>
                </a:ext>
              </a:extLst>
            </p:cNvPr>
            <p:cNvSpPr txBox="1">
              <a:spLocks noChangeArrowheads="1"/>
            </p:cNvSpPr>
            <p:nvPr/>
          </p:nvSpPr>
          <p:spPr bwMode="auto">
            <a:xfrm>
              <a:off x="4376" y="2015"/>
              <a:ext cx="117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regional ISP</a:t>
              </a:r>
            </a:p>
          </p:txBody>
        </p:sp>
        <p:grpSp>
          <p:nvGrpSpPr>
            <p:cNvPr id="65592" name="Group 115">
              <a:extLst>
                <a:ext uri="{FF2B5EF4-FFF2-40B4-BE49-F238E27FC236}">
                  <a16:creationId xmlns:a16="http://schemas.microsoft.com/office/drawing/2014/main" id="{807C5000-C4FE-47F9-9B5E-E33A8E2ED7A5}"/>
                </a:ext>
              </a:extLst>
            </p:cNvPr>
            <p:cNvGrpSpPr>
              <a:grpSpLocks/>
            </p:cNvGrpSpPr>
            <p:nvPr/>
          </p:nvGrpSpPr>
          <p:grpSpPr bwMode="auto">
            <a:xfrm>
              <a:off x="3588" y="219"/>
              <a:ext cx="360" cy="175"/>
              <a:chOff x="3600" y="219"/>
              <a:chExt cx="360" cy="175"/>
            </a:xfrm>
          </p:grpSpPr>
          <p:sp>
            <p:nvSpPr>
              <p:cNvPr id="65722" name="Oval 116">
                <a:extLst>
                  <a:ext uri="{FF2B5EF4-FFF2-40B4-BE49-F238E27FC236}">
                    <a16:creationId xmlns:a16="http://schemas.microsoft.com/office/drawing/2014/main" id="{1359133A-57A8-4E17-89A8-BAE7E503096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23" name="Line 117">
                <a:extLst>
                  <a:ext uri="{FF2B5EF4-FFF2-40B4-BE49-F238E27FC236}">
                    <a16:creationId xmlns:a16="http://schemas.microsoft.com/office/drawing/2014/main" id="{73683709-2C12-4935-958A-8FF30925843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24" name="Line 118">
                <a:extLst>
                  <a:ext uri="{FF2B5EF4-FFF2-40B4-BE49-F238E27FC236}">
                    <a16:creationId xmlns:a16="http://schemas.microsoft.com/office/drawing/2014/main" id="{C93EF210-EF84-4094-8D91-CDF1A0F478D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25" name="Rectangle 119">
                <a:extLst>
                  <a:ext uri="{FF2B5EF4-FFF2-40B4-BE49-F238E27FC236}">
                    <a16:creationId xmlns:a16="http://schemas.microsoft.com/office/drawing/2014/main" id="{5FFB1F5F-C54E-4824-9BFD-87520E3154B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726" name="Oval 120">
                <a:extLst>
                  <a:ext uri="{FF2B5EF4-FFF2-40B4-BE49-F238E27FC236}">
                    <a16:creationId xmlns:a16="http://schemas.microsoft.com/office/drawing/2014/main" id="{3C2EA090-B4CB-4543-B03E-E35C9AA7D7A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727" name="Group 121">
                <a:extLst>
                  <a:ext uri="{FF2B5EF4-FFF2-40B4-BE49-F238E27FC236}">
                    <a16:creationId xmlns:a16="http://schemas.microsoft.com/office/drawing/2014/main" id="{721D03CA-4EBD-4A2C-8FE0-808289304FD5}"/>
                  </a:ext>
                </a:extLst>
              </p:cNvPr>
              <p:cNvGrpSpPr>
                <a:grpSpLocks/>
              </p:cNvGrpSpPr>
              <p:nvPr/>
            </p:nvGrpSpPr>
            <p:grpSpPr bwMode="auto">
              <a:xfrm>
                <a:off x="3686" y="244"/>
                <a:ext cx="177" cy="66"/>
                <a:chOff x="2848" y="848"/>
                <a:chExt cx="140" cy="98"/>
              </a:xfrm>
            </p:grpSpPr>
            <p:sp>
              <p:nvSpPr>
                <p:cNvPr id="65732" name="Line 122">
                  <a:extLst>
                    <a:ext uri="{FF2B5EF4-FFF2-40B4-BE49-F238E27FC236}">
                      <a16:creationId xmlns:a16="http://schemas.microsoft.com/office/drawing/2014/main" id="{7B08917A-6C60-4024-B576-83413A1FC89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33" name="Line 123">
                  <a:extLst>
                    <a:ext uri="{FF2B5EF4-FFF2-40B4-BE49-F238E27FC236}">
                      <a16:creationId xmlns:a16="http://schemas.microsoft.com/office/drawing/2014/main" id="{BF5C9608-D30D-4F72-8270-495442E673C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34" name="Line 124">
                  <a:extLst>
                    <a:ext uri="{FF2B5EF4-FFF2-40B4-BE49-F238E27FC236}">
                      <a16:creationId xmlns:a16="http://schemas.microsoft.com/office/drawing/2014/main" id="{29963420-F172-4FF7-B3F9-DB114DBDD11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728" name="Group 125">
                <a:extLst>
                  <a:ext uri="{FF2B5EF4-FFF2-40B4-BE49-F238E27FC236}">
                    <a16:creationId xmlns:a16="http://schemas.microsoft.com/office/drawing/2014/main" id="{05DB02DF-CE30-4CCB-93A5-DE0E1F785EB2}"/>
                  </a:ext>
                </a:extLst>
              </p:cNvPr>
              <p:cNvGrpSpPr>
                <a:grpSpLocks/>
              </p:cNvGrpSpPr>
              <p:nvPr/>
            </p:nvGrpSpPr>
            <p:grpSpPr bwMode="auto">
              <a:xfrm flipV="1">
                <a:off x="3686" y="243"/>
                <a:ext cx="177" cy="66"/>
                <a:chOff x="2848" y="848"/>
                <a:chExt cx="140" cy="98"/>
              </a:xfrm>
            </p:grpSpPr>
            <p:sp>
              <p:nvSpPr>
                <p:cNvPr id="65729" name="Line 126">
                  <a:extLst>
                    <a:ext uri="{FF2B5EF4-FFF2-40B4-BE49-F238E27FC236}">
                      <a16:creationId xmlns:a16="http://schemas.microsoft.com/office/drawing/2014/main" id="{0EC85460-64E4-411B-BBDC-91EE2DE507F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30" name="Line 127">
                  <a:extLst>
                    <a:ext uri="{FF2B5EF4-FFF2-40B4-BE49-F238E27FC236}">
                      <a16:creationId xmlns:a16="http://schemas.microsoft.com/office/drawing/2014/main" id="{7EB46284-6A68-43C9-8CAC-EA731B62012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31" name="Line 128">
                  <a:extLst>
                    <a:ext uri="{FF2B5EF4-FFF2-40B4-BE49-F238E27FC236}">
                      <a16:creationId xmlns:a16="http://schemas.microsoft.com/office/drawing/2014/main" id="{521AB5A7-6F98-422D-9C1E-2D5A503C1CA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593" name="Group 129">
              <a:extLst>
                <a:ext uri="{FF2B5EF4-FFF2-40B4-BE49-F238E27FC236}">
                  <a16:creationId xmlns:a16="http://schemas.microsoft.com/office/drawing/2014/main" id="{C2FCA546-CB24-412D-ADA6-F893A39EFDA8}"/>
                </a:ext>
              </a:extLst>
            </p:cNvPr>
            <p:cNvGrpSpPr>
              <a:grpSpLocks/>
            </p:cNvGrpSpPr>
            <p:nvPr/>
          </p:nvGrpSpPr>
          <p:grpSpPr bwMode="auto">
            <a:xfrm>
              <a:off x="3595" y="651"/>
              <a:ext cx="150" cy="307"/>
              <a:chOff x="4180" y="783"/>
              <a:chExt cx="150" cy="307"/>
            </a:xfrm>
          </p:grpSpPr>
          <p:sp>
            <p:nvSpPr>
              <p:cNvPr id="65714" name="AutoShape 130">
                <a:extLst>
                  <a:ext uri="{FF2B5EF4-FFF2-40B4-BE49-F238E27FC236}">
                    <a16:creationId xmlns:a16="http://schemas.microsoft.com/office/drawing/2014/main" id="{B75192D8-B41D-4342-AA2A-2CFB4BA6352A}"/>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15" name="Rectangle 131">
                <a:extLst>
                  <a:ext uri="{FF2B5EF4-FFF2-40B4-BE49-F238E27FC236}">
                    <a16:creationId xmlns:a16="http://schemas.microsoft.com/office/drawing/2014/main" id="{247E190D-745F-47EE-9A12-7C7656D3E420}"/>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16" name="Rectangle 132">
                <a:extLst>
                  <a:ext uri="{FF2B5EF4-FFF2-40B4-BE49-F238E27FC236}">
                    <a16:creationId xmlns:a16="http://schemas.microsoft.com/office/drawing/2014/main" id="{5DD62EDE-2932-4BB3-8F5F-DE6C3C1A6215}"/>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17" name="AutoShape 133">
                <a:extLst>
                  <a:ext uri="{FF2B5EF4-FFF2-40B4-BE49-F238E27FC236}">
                    <a16:creationId xmlns:a16="http://schemas.microsoft.com/office/drawing/2014/main" id="{19771839-697B-40F5-9A91-B44259A02F8B}"/>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18" name="Line 134">
                <a:extLst>
                  <a:ext uri="{FF2B5EF4-FFF2-40B4-BE49-F238E27FC236}">
                    <a16:creationId xmlns:a16="http://schemas.microsoft.com/office/drawing/2014/main" id="{7C4FE723-72A4-4129-9307-3BF5978875C4}"/>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19" name="Line 135">
                <a:extLst>
                  <a:ext uri="{FF2B5EF4-FFF2-40B4-BE49-F238E27FC236}">
                    <a16:creationId xmlns:a16="http://schemas.microsoft.com/office/drawing/2014/main" id="{F2900E5E-8AFA-4032-8DF0-48516505C5D9}"/>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20" name="Rectangle 136">
                <a:extLst>
                  <a:ext uri="{FF2B5EF4-FFF2-40B4-BE49-F238E27FC236}">
                    <a16:creationId xmlns:a16="http://schemas.microsoft.com/office/drawing/2014/main" id="{C679C2BD-C949-41EA-8ADB-19C842355F3A}"/>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21" name="Rectangle 137">
                <a:extLst>
                  <a:ext uri="{FF2B5EF4-FFF2-40B4-BE49-F238E27FC236}">
                    <a16:creationId xmlns:a16="http://schemas.microsoft.com/office/drawing/2014/main" id="{F07672E8-ED7C-48DF-9692-1F9FE8A67DAB}"/>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aphicFrame>
          <p:nvGraphicFramePr>
            <p:cNvPr id="65594" name="Object 138">
              <a:extLst>
                <a:ext uri="{FF2B5EF4-FFF2-40B4-BE49-F238E27FC236}">
                  <a16:creationId xmlns:a16="http://schemas.microsoft.com/office/drawing/2014/main" id="{80868CB1-BFC5-4863-A552-C147DC030212}"/>
                </a:ext>
              </a:extLst>
            </p:cNvPr>
            <p:cNvGraphicFramePr>
              <a:graphicFrameLocks noChangeAspect="1"/>
            </p:cNvGraphicFramePr>
            <p:nvPr/>
          </p:nvGraphicFramePr>
          <p:xfrm>
            <a:off x="4496" y="260"/>
            <a:ext cx="299" cy="239"/>
          </p:xfrm>
          <a:graphic>
            <a:graphicData uri="http://schemas.openxmlformats.org/presentationml/2006/ole">
              <mc:AlternateContent xmlns:mc="http://schemas.openxmlformats.org/markup-compatibility/2006">
                <mc:Choice xmlns:v="urn:schemas-microsoft-com:vml" Requires="v">
                  <p:oleObj name="Clip" r:id="rId22" imgW="1307263" imgH="1084139" progId="MS_ClipArt_Gallery.2">
                    <p:embed/>
                  </p:oleObj>
                </mc:Choice>
                <mc:Fallback>
                  <p:oleObj name="Clip" r:id="rId22" imgW="1307263" imgH="1084139" progId="MS_ClipArt_Gallery.2">
                    <p:embed/>
                    <p:pic>
                      <p:nvPicPr>
                        <p:cNvPr id="0" name="Object 1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6" y="260"/>
                          <a:ext cx="299"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595" name="Group 139">
              <a:extLst>
                <a:ext uri="{FF2B5EF4-FFF2-40B4-BE49-F238E27FC236}">
                  <a16:creationId xmlns:a16="http://schemas.microsoft.com/office/drawing/2014/main" id="{8B30B924-4D7B-4125-B8CE-D0C335F03E5E}"/>
                </a:ext>
              </a:extLst>
            </p:cNvPr>
            <p:cNvGrpSpPr>
              <a:grpSpLocks/>
            </p:cNvGrpSpPr>
            <p:nvPr/>
          </p:nvGrpSpPr>
          <p:grpSpPr bwMode="auto">
            <a:xfrm>
              <a:off x="4451" y="714"/>
              <a:ext cx="292" cy="320"/>
              <a:chOff x="2870" y="1518"/>
              <a:chExt cx="292" cy="320"/>
            </a:xfrm>
          </p:grpSpPr>
          <p:graphicFrame>
            <p:nvGraphicFramePr>
              <p:cNvPr id="65712" name="Object 140">
                <a:extLst>
                  <a:ext uri="{FF2B5EF4-FFF2-40B4-BE49-F238E27FC236}">
                    <a16:creationId xmlns:a16="http://schemas.microsoft.com/office/drawing/2014/main" id="{83F81FBD-C739-4F76-A446-24949620219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3" imgW="826829" imgH="840406" progId="MS_ClipArt_Gallery.2">
                      <p:embed/>
                    </p:oleObj>
                  </mc:Choice>
                  <mc:Fallback>
                    <p:oleObj name="Clip" r:id="rId23" imgW="826829" imgH="840406" progId="MS_ClipArt_Gallery.2">
                      <p:embed/>
                      <p:pic>
                        <p:nvPicPr>
                          <p:cNvPr id="0" name="Object 1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713" name="Object 141">
                <a:extLst>
                  <a:ext uri="{FF2B5EF4-FFF2-40B4-BE49-F238E27FC236}">
                    <a16:creationId xmlns:a16="http://schemas.microsoft.com/office/drawing/2014/main" id="{CD77C8E6-10C5-4631-8B7C-C839E139CB1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4" imgW="1268295" imgH="1199426" progId="MS_ClipArt_Gallery.2">
                      <p:embed/>
                    </p:oleObj>
                  </mc:Choice>
                  <mc:Fallback>
                    <p:oleObj name="Clip" r:id="rId24" imgW="1268295" imgH="1199426" progId="MS_ClipArt_Gallery.2">
                      <p:embed/>
                      <p:pic>
                        <p:nvPicPr>
                          <p:cNvPr id="0" name="Object 1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5596" name="Group 142">
              <a:extLst>
                <a:ext uri="{FF2B5EF4-FFF2-40B4-BE49-F238E27FC236}">
                  <a16:creationId xmlns:a16="http://schemas.microsoft.com/office/drawing/2014/main" id="{CF8F4396-6809-4EF2-A5D7-784C60790EAD}"/>
                </a:ext>
              </a:extLst>
            </p:cNvPr>
            <p:cNvGrpSpPr>
              <a:grpSpLocks/>
            </p:cNvGrpSpPr>
            <p:nvPr/>
          </p:nvGrpSpPr>
          <p:grpSpPr bwMode="auto">
            <a:xfrm>
              <a:off x="3690" y="1566"/>
              <a:ext cx="360" cy="175"/>
              <a:chOff x="3600" y="219"/>
              <a:chExt cx="360" cy="175"/>
            </a:xfrm>
          </p:grpSpPr>
          <p:sp>
            <p:nvSpPr>
              <p:cNvPr id="65699" name="Oval 143">
                <a:extLst>
                  <a:ext uri="{FF2B5EF4-FFF2-40B4-BE49-F238E27FC236}">
                    <a16:creationId xmlns:a16="http://schemas.microsoft.com/office/drawing/2014/main" id="{20F5DC35-2A31-4B33-B1CE-9187619F6DC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700" name="Line 144">
                <a:extLst>
                  <a:ext uri="{FF2B5EF4-FFF2-40B4-BE49-F238E27FC236}">
                    <a16:creationId xmlns:a16="http://schemas.microsoft.com/office/drawing/2014/main" id="{F0D7E80D-F9A1-4CC6-A790-7334F2F9F31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01" name="Line 145">
                <a:extLst>
                  <a:ext uri="{FF2B5EF4-FFF2-40B4-BE49-F238E27FC236}">
                    <a16:creationId xmlns:a16="http://schemas.microsoft.com/office/drawing/2014/main" id="{051110EF-CF0E-4B86-9AD6-1B902383562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02" name="Rectangle 146">
                <a:extLst>
                  <a:ext uri="{FF2B5EF4-FFF2-40B4-BE49-F238E27FC236}">
                    <a16:creationId xmlns:a16="http://schemas.microsoft.com/office/drawing/2014/main" id="{852ADA39-4431-4DF8-8A6C-69DDE75A870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703" name="Oval 147">
                <a:extLst>
                  <a:ext uri="{FF2B5EF4-FFF2-40B4-BE49-F238E27FC236}">
                    <a16:creationId xmlns:a16="http://schemas.microsoft.com/office/drawing/2014/main" id="{7A57FAC8-C535-4A20-8AC9-8965F498ADE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704" name="Group 148">
                <a:extLst>
                  <a:ext uri="{FF2B5EF4-FFF2-40B4-BE49-F238E27FC236}">
                    <a16:creationId xmlns:a16="http://schemas.microsoft.com/office/drawing/2014/main" id="{4830D785-3C0A-4D8A-A372-F1BA3920ED97}"/>
                  </a:ext>
                </a:extLst>
              </p:cNvPr>
              <p:cNvGrpSpPr>
                <a:grpSpLocks/>
              </p:cNvGrpSpPr>
              <p:nvPr/>
            </p:nvGrpSpPr>
            <p:grpSpPr bwMode="auto">
              <a:xfrm>
                <a:off x="3686" y="244"/>
                <a:ext cx="177" cy="66"/>
                <a:chOff x="2848" y="848"/>
                <a:chExt cx="140" cy="98"/>
              </a:xfrm>
            </p:grpSpPr>
            <p:sp>
              <p:nvSpPr>
                <p:cNvPr id="65709" name="Line 149">
                  <a:extLst>
                    <a:ext uri="{FF2B5EF4-FFF2-40B4-BE49-F238E27FC236}">
                      <a16:creationId xmlns:a16="http://schemas.microsoft.com/office/drawing/2014/main" id="{95748680-E641-497B-9D27-CF2EBB4DF3B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10" name="Line 150">
                  <a:extLst>
                    <a:ext uri="{FF2B5EF4-FFF2-40B4-BE49-F238E27FC236}">
                      <a16:creationId xmlns:a16="http://schemas.microsoft.com/office/drawing/2014/main" id="{9B619F15-8F1B-45DF-B3AD-25CEA9E9738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11" name="Line 151">
                  <a:extLst>
                    <a:ext uri="{FF2B5EF4-FFF2-40B4-BE49-F238E27FC236}">
                      <a16:creationId xmlns:a16="http://schemas.microsoft.com/office/drawing/2014/main" id="{212BA1F8-1702-4CFC-8FA9-90D42223B29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705" name="Group 152">
                <a:extLst>
                  <a:ext uri="{FF2B5EF4-FFF2-40B4-BE49-F238E27FC236}">
                    <a16:creationId xmlns:a16="http://schemas.microsoft.com/office/drawing/2014/main" id="{DCB3DACF-94A4-411F-9615-51FCDB2A519E}"/>
                  </a:ext>
                </a:extLst>
              </p:cNvPr>
              <p:cNvGrpSpPr>
                <a:grpSpLocks/>
              </p:cNvGrpSpPr>
              <p:nvPr/>
            </p:nvGrpSpPr>
            <p:grpSpPr bwMode="auto">
              <a:xfrm flipV="1">
                <a:off x="3686" y="243"/>
                <a:ext cx="177" cy="66"/>
                <a:chOff x="2848" y="848"/>
                <a:chExt cx="140" cy="98"/>
              </a:xfrm>
            </p:grpSpPr>
            <p:sp>
              <p:nvSpPr>
                <p:cNvPr id="65706" name="Line 153">
                  <a:extLst>
                    <a:ext uri="{FF2B5EF4-FFF2-40B4-BE49-F238E27FC236}">
                      <a16:creationId xmlns:a16="http://schemas.microsoft.com/office/drawing/2014/main" id="{F96CC298-3BB3-44D1-8773-DF0FA5E742A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07" name="Line 154">
                  <a:extLst>
                    <a:ext uri="{FF2B5EF4-FFF2-40B4-BE49-F238E27FC236}">
                      <a16:creationId xmlns:a16="http://schemas.microsoft.com/office/drawing/2014/main" id="{31BAA250-7AE4-48A1-8B8D-2B655BD62DA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08" name="Line 155">
                  <a:extLst>
                    <a:ext uri="{FF2B5EF4-FFF2-40B4-BE49-F238E27FC236}">
                      <a16:creationId xmlns:a16="http://schemas.microsoft.com/office/drawing/2014/main" id="{68626D6D-5161-4D92-9C93-619009FC2BA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597" name="Group 156">
              <a:extLst>
                <a:ext uri="{FF2B5EF4-FFF2-40B4-BE49-F238E27FC236}">
                  <a16:creationId xmlns:a16="http://schemas.microsoft.com/office/drawing/2014/main" id="{E53254B0-A6C9-49FD-90EB-62B833FAA392}"/>
                </a:ext>
              </a:extLst>
            </p:cNvPr>
            <p:cNvGrpSpPr>
              <a:grpSpLocks/>
            </p:cNvGrpSpPr>
            <p:nvPr/>
          </p:nvGrpSpPr>
          <p:grpSpPr bwMode="auto">
            <a:xfrm>
              <a:off x="4374" y="1395"/>
              <a:ext cx="360" cy="175"/>
              <a:chOff x="3600" y="219"/>
              <a:chExt cx="360" cy="175"/>
            </a:xfrm>
          </p:grpSpPr>
          <p:sp>
            <p:nvSpPr>
              <p:cNvPr id="65686" name="Oval 157">
                <a:extLst>
                  <a:ext uri="{FF2B5EF4-FFF2-40B4-BE49-F238E27FC236}">
                    <a16:creationId xmlns:a16="http://schemas.microsoft.com/office/drawing/2014/main" id="{EC56EA42-ACEC-4695-9BDA-68A489FA494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687" name="Line 158">
                <a:extLst>
                  <a:ext uri="{FF2B5EF4-FFF2-40B4-BE49-F238E27FC236}">
                    <a16:creationId xmlns:a16="http://schemas.microsoft.com/office/drawing/2014/main" id="{B8A09EF6-9807-41EF-AA54-919064E915E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88" name="Line 159">
                <a:extLst>
                  <a:ext uri="{FF2B5EF4-FFF2-40B4-BE49-F238E27FC236}">
                    <a16:creationId xmlns:a16="http://schemas.microsoft.com/office/drawing/2014/main" id="{5505683B-EED9-4480-824F-1D8BE109E65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89" name="Rectangle 160">
                <a:extLst>
                  <a:ext uri="{FF2B5EF4-FFF2-40B4-BE49-F238E27FC236}">
                    <a16:creationId xmlns:a16="http://schemas.microsoft.com/office/drawing/2014/main" id="{BF355C20-9A87-4F44-9337-360D1086FA2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690" name="Oval 161">
                <a:extLst>
                  <a:ext uri="{FF2B5EF4-FFF2-40B4-BE49-F238E27FC236}">
                    <a16:creationId xmlns:a16="http://schemas.microsoft.com/office/drawing/2014/main" id="{AAC74937-B086-4B6E-AB78-83D11ABE99C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691" name="Group 162">
                <a:extLst>
                  <a:ext uri="{FF2B5EF4-FFF2-40B4-BE49-F238E27FC236}">
                    <a16:creationId xmlns:a16="http://schemas.microsoft.com/office/drawing/2014/main" id="{72AE851A-6995-4D03-AA9B-B3B4AE33FD17}"/>
                  </a:ext>
                </a:extLst>
              </p:cNvPr>
              <p:cNvGrpSpPr>
                <a:grpSpLocks/>
              </p:cNvGrpSpPr>
              <p:nvPr/>
            </p:nvGrpSpPr>
            <p:grpSpPr bwMode="auto">
              <a:xfrm>
                <a:off x="3686" y="244"/>
                <a:ext cx="177" cy="66"/>
                <a:chOff x="2848" y="848"/>
                <a:chExt cx="140" cy="98"/>
              </a:xfrm>
            </p:grpSpPr>
            <p:sp>
              <p:nvSpPr>
                <p:cNvPr id="65696" name="Line 163">
                  <a:extLst>
                    <a:ext uri="{FF2B5EF4-FFF2-40B4-BE49-F238E27FC236}">
                      <a16:creationId xmlns:a16="http://schemas.microsoft.com/office/drawing/2014/main" id="{F90D9E88-9860-42AD-97A5-567EEF96AB5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97" name="Line 164">
                  <a:extLst>
                    <a:ext uri="{FF2B5EF4-FFF2-40B4-BE49-F238E27FC236}">
                      <a16:creationId xmlns:a16="http://schemas.microsoft.com/office/drawing/2014/main" id="{8EBED5A1-41C9-42CA-AACB-9E471BD0628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98" name="Line 165">
                  <a:extLst>
                    <a:ext uri="{FF2B5EF4-FFF2-40B4-BE49-F238E27FC236}">
                      <a16:creationId xmlns:a16="http://schemas.microsoft.com/office/drawing/2014/main" id="{3F849B9F-0C6E-4DE2-B849-E72B8D1C717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692" name="Group 166">
                <a:extLst>
                  <a:ext uri="{FF2B5EF4-FFF2-40B4-BE49-F238E27FC236}">
                    <a16:creationId xmlns:a16="http://schemas.microsoft.com/office/drawing/2014/main" id="{E8295E0B-C43E-4EA9-AB00-96C73EDF2090}"/>
                  </a:ext>
                </a:extLst>
              </p:cNvPr>
              <p:cNvGrpSpPr>
                <a:grpSpLocks/>
              </p:cNvGrpSpPr>
              <p:nvPr/>
            </p:nvGrpSpPr>
            <p:grpSpPr bwMode="auto">
              <a:xfrm flipV="1">
                <a:off x="3686" y="243"/>
                <a:ext cx="177" cy="66"/>
                <a:chOff x="2848" y="848"/>
                <a:chExt cx="140" cy="98"/>
              </a:xfrm>
            </p:grpSpPr>
            <p:sp>
              <p:nvSpPr>
                <p:cNvPr id="65693" name="Line 167">
                  <a:extLst>
                    <a:ext uri="{FF2B5EF4-FFF2-40B4-BE49-F238E27FC236}">
                      <a16:creationId xmlns:a16="http://schemas.microsoft.com/office/drawing/2014/main" id="{C1963FFA-57F6-4CC9-8F20-C419A1509F6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94" name="Line 168">
                  <a:extLst>
                    <a:ext uri="{FF2B5EF4-FFF2-40B4-BE49-F238E27FC236}">
                      <a16:creationId xmlns:a16="http://schemas.microsoft.com/office/drawing/2014/main" id="{C899BED8-00D7-40BF-85A5-22D20829E4C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95" name="Line 169">
                  <a:extLst>
                    <a:ext uri="{FF2B5EF4-FFF2-40B4-BE49-F238E27FC236}">
                      <a16:creationId xmlns:a16="http://schemas.microsoft.com/office/drawing/2014/main" id="{A3F9D29A-9BCF-48FF-8EC1-C3B63BCEFD1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598" name="Group 170">
              <a:extLst>
                <a:ext uri="{FF2B5EF4-FFF2-40B4-BE49-F238E27FC236}">
                  <a16:creationId xmlns:a16="http://schemas.microsoft.com/office/drawing/2014/main" id="{D76405DA-C42B-49FE-80E9-04C31FBE4BDF}"/>
                </a:ext>
              </a:extLst>
            </p:cNvPr>
            <p:cNvGrpSpPr>
              <a:grpSpLocks/>
            </p:cNvGrpSpPr>
            <p:nvPr/>
          </p:nvGrpSpPr>
          <p:grpSpPr bwMode="auto">
            <a:xfrm>
              <a:off x="4386" y="1887"/>
              <a:ext cx="360" cy="175"/>
              <a:chOff x="3600" y="219"/>
              <a:chExt cx="360" cy="175"/>
            </a:xfrm>
          </p:grpSpPr>
          <p:sp>
            <p:nvSpPr>
              <p:cNvPr id="65673" name="Oval 171">
                <a:extLst>
                  <a:ext uri="{FF2B5EF4-FFF2-40B4-BE49-F238E27FC236}">
                    <a16:creationId xmlns:a16="http://schemas.microsoft.com/office/drawing/2014/main" id="{9C5EE484-6EED-475F-8964-B0F8D73195A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674" name="Line 172">
                <a:extLst>
                  <a:ext uri="{FF2B5EF4-FFF2-40B4-BE49-F238E27FC236}">
                    <a16:creationId xmlns:a16="http://schemas.microsoft.com/office/drawing/2014/main" id="{5533DE0D-2094-4F57-8F4E-57C19FF911AD}"/>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75" name="Line 173">
                <a:extLst>
                  <a:ext uri="{FF2B5EF4-FFF2-40B4-BE49-F238E27FC236}">
                    <a16:creationId xmlns:a16="http://schemas.microsoft.com/office/drawing/2014/main" id="{FA15DE24-5CA4-45BF-AD3B-CCAA7464CC1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76" name="Rectangle 174">
                <a:extLst>
                  <a:ext uri="{FF2B5EF4-FFF2-40B4-BE49-F238E27FC236}">
                    <a16:creationId xmlns:a16="http://schemas.microsoft.com/office/drawing/2014/main" id="{77391CB7-9078-4EBF-A312-5485088C2CB1}"/>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677" name="Oval 175">
                <a:extLst>
                  <a:ext uri="{FF2B5EF4-FFF2-40B4-BE49-F238E27FC236}">
                    <a16:creationId xmlns:a16="http://schemas.microsoft.com/office/drawing/2014/main" id="{70BDD052-C655-422A-8118-D690232B1EF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678" name="Group 176">
                <a:extLst>
                  <a:ext uri="{FF2B5EF4-FFF2-40B4-BE49-F238E27FC236}">
                    <a16:creationId xmlns:a16="http://schemas.microsoft.com/office/drawing/2014/main" id="{E6F0A36F-ACA6-4628-AE7C-C3A1D3B8F87E}"/>
                  </a:ext>
                </a:extLst>
              </p:cNvPr>
              <p:cNvGrpSpPr>
                <a:grpSpLocks/>
              </p:cNvGrpSpPr>
              <p:nvPr/>
            </p:nvGrpSpPr>
            <p:grpSpPr bwMode="auto">
              <a:xfrm>
                <a:off x="3686" y="244"/>
                <a:ext cx="177" cy="66"/>
                <a:chOff x="2848" y="848"/>
                <a:chExt cx="140" cy="98"/>
              </a:xfrm>
            </p:grpSpPr>
            <p:sp>
              <p:nvSpPr>
                <p:cNvPr id="65683" name="Line 177">
                  <a:extLst>
                    <a:ext uri="{FF2B5EF4-FFF2-40B4-BE49-F238E27FC236}">
                      <a16:creationId xmlns:a16="http://schemas.microsoft.com/office/drawing/2014/main" id="{42238327-9A00-4766-8976-BA988B8A647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84" name="Line 178">
                  <a:extLst>
                    <a:ext uri="{FF2B5EF4-FFF2-40B4-BE49-F238E27FC236}">
                      <a16:creationId xmlns:a16="http://schemas.microsoft.com/office/drawing/2014/main" id="{8F4B54DE-DCCA-4B92-844A-8B536BA40CC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85" name="Line 179">
                  <a:extLst>
                    <a:ext uri="{FF2B5EF4-FFF2-40B4-BE49-F238E27FC236}">
                      <a16:creationId xmlns:a16="http://schemas.microsoft.com/office/drawing/2014/main" id="{EB9CCD22-9547-4B86-A88E-36D67294551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679" name="Group 180">
                <a:extLst>
                  <a:ext uri="{FF2B5EF4-FFF2-40B4-BE49-F238E27FC236}">
                    <a16:creationId xmlns:a16="http://schemas.microsoft.com/office/drawing/2014/main" id="{C87DEF8F-81EB-400C-843D-5F94090212F6}"/>
                  </a:ext>
                </a:extLst>
              </p:cNvPr>
              <p:cNvGrpSpPr>
                <a:grpSpLocks/>
              </p:cNvGrpSpPr>
              <p:nvPr/>
            </p:nvGrpSpPr>
            <p:grpSpPr bwMode="auto">
              <a:xfrm flipV="1">
                <a:off x="3686" y="243"/>
                <a:ext cx="177" cy="66"/>
                <a:chOff x="2848" y="848"/>
                <a:chExt cx="140" cy="98"/>
              </a:xfrm>
            </p:grpSpPr>
            <p:sp>
              <p:nvSpPr>
                <p:cNvPr id="65680" name="Line 181">
                  <a:extLst>
                    <a:ext uri="{FF2B5EF4-FFF2-40B4-BE49-F238E27FC236}">
                      <a16:creationId xmlns:a16="http://schemas.microsoft.com/office/drawing/2014/main" id="{A6D1935B-D996-478B-BAD1-50F677A468C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81" name="Line 182">
                  <a:extLst>
                    <a:ext uri="{FF2B5EF4-FFF2-40B4-BE49-F238E27FC236}">
                      <a16:creationId xmlns:a16="http://schemas.microsoft.com/office/drawing/2014/main" id="{A22B8DEC-9F58-4577-A103-1CBB1EE1D84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82" name="Line 183">
                  <a:extLst>
                    <a:ext uri="{FF2B5EF4-FFF2-40B4-BE49-F238E27FC236}">
                      <a16:creationId xmlns:a16="http://schemas.microsoft.com/office/drawing/2014/main" id="{73E4F75E-A57A-40AB-BEF8-7B3C8067CAA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599" name="Group 184">
              <a:extLst>
                <a:ext uri="{FF2B5EF4-FFF2-40B4-BE49-F238E27FC236}">
                  <a16:creationId xmlns:a16="http://schemas.microsoft.com/office/drawing/2014/main" id="{AF043E96-F032-4E00-8E1A-1CE43DC5BD16}"/>
                </a:ext>
              </a:extLst>
            </p:cNvPr>
            <p:cNvGrpSpPr>
              <a:grpSpLocks/>
            </p:cNvGrpSpPr>
            <p:nvPr/>
          </p:nvGrpSpPr>
          <p:grpSpPr bwMode="auto">
            <a:xfrm>
              <a:off x="5082" y="1551"/>
              <a:ext cx="360" cy="175"/>
              <a:chOff x="3600" y="219"/>
              <a:chExt cx="360" cy="175"/>
            </a:xfrm>
          </p:grpSpPr>
          <p:sp>
            <p:nvSpPr>
              <p:cNvPr id="65660" name="Oval 185">
                <a:extLst>
                  <a:ext uri="{FF2B5EF4-FFF2-40B4-BE49-F238E27FC236}">
                    <a16:creationId xmlns:a16="http://schemas.microsoft.com/office/drawing/2014/main" id="{D74E70E0-8EB0-4EC2-AD91-0A2C71B01C2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661" name="Line 186">
                <a:extLst>
                  <a:ext uri="{FF2B5EF4-FFF2-40B4-BE49-F238E27FC236}">
                    <a16:creationId xmlns:a16="http://schemas.microsoft.com/office/drawing/2014/main" id="{C3ABB2AE-D573-4A36-8A9A-4E9A365C011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62" name="Line 187">
                <a:extLst>
                  <a:ext uri="{FF2B5EF4-FFF2-40B4-BE49-F238E27FC236}">
                    <a16:creationId xmlns:a16="http://schemas.microsoft.com/office/drawing/2014/main" id="{434F5EC3-0536-498D-BA62-A50CEE74CE6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63" name="Rectangle 188">
                <a:extLst>
                  <a:ext uri="{FF2B5EF4-FFF2-40B4-BE49-F238E27FC236}">
                    <a16:creationId xmlns:a16="http://schemas.microsoft.com/office/drawing/2014/main" id="{7B445B7D-AD79-410F-9A4D-997EFDA0ED2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664" name="Oval 189">
                <a:extLst>
                  <a:ext uri="{FF2B5EF4-FFF2-40B4-BE49-F238E27FC236}">
                    <a16:creationId xmlns:a16="http://schemas.microsoft.com/office/drawing/2014/main" id="{7EE06639-494B-4526-961A-3136899DE20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665" name="Group 190">
                <a:extLst>
                  <a:ext uri="{FF2B5EF4-FFF2-40B4-BE49-F238E27FC236}">
                    <a16:creationId xmlns:a16="http://schemas.microsoft.com/office/drawing/2014/main" id="{667BEAFA-0C28-4FE0-B2A2-B6C88BBD06A4}"/>
                  </a:ext>
                </a:extLst>
              </p:cNvPr>
              <p:cNvGrpSpPr>
                <a:grpSpLocks/>
              </p:cNvGrpSpPr>
              <p:nvPr/>
            </p:nvGrpSpPr>
            <p:grpSpPr bwMode="auto">
              <a:xfrm>
                <a:off x="3686" y="244"/>
                <a:ext cx="177" cy="66"/>
                <a:chOff x="2848" y="848"/>
                <a:chExt cx="140" cy="98"/>
              </a:xfrm>
            </p:grpSpPr>
            <p:sp>
              <p:nvSpPr>
                <p:cNvPr id="65670" name="Line 191">
                  <a:extLst>
                    <a:ext uri="{FF2B5EF4-FFF2-40B4-BE49-F238E27FC236}">
                      <a16:creationId xmlns:a16="http://schemas.microsoft.com/office/drawing/2014/main" id="{9A54AFF5-1C05-4FED-8C81-524D108F251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71" name="Line 192">
                  <a:extLst>
                    <a:ext uri="{FF2B5EF4-FFF2-40B4-BE49-F238E27FC236}">
                      <a16:creationId xmlns:a16="http://schemas.microsoft.com/office/drawing/2014/main" id="{42F0988B-1E32-4B5C-B368-78F16FB510D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72" name="Line 193">
                  <a:extLst>
                    <a:ext uri="{FF2B5EF4-FFF2-40B4-BE49-F238E27FC236}">
                      <a16:creationId xmlns:a16="http://schemas.microsoft.com/office/drawing/2014/main" id="{080142CC-32A6-4496-87F1-2F844120B58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666" name="Group 194">
                <a:extLst>
                  <a:ext uri="{FF2B5EF4-FFF2-40B4-BE49-F238E27FC236}">
                    <a16:creationId xmlns:a16="http://schemas.microsoft.com/office/drawing/2014/main" id="{61B7FA1A-EEAA-4492-BA1D-DF80F4D19773}"/>
                  </a:ext>
                </a:extLst>
              </p:cNvPr>
              <p:cNvGrpSpPr>
                <a:grpSpLocks/>
              </p:cNvGrpSpPr>
              <p:nvPr/>
            </p:nvGrpSpPr>
            <p:grpSpPr bwMode="auto">
              <a:xfrm flipV="1">
                <a:off x="3686" y="243"/>
                <a:ext cx="177" cy="66"/>
                <a:chOff x="2848" y="848"/>
                <a:chExt cx="140" cy="98"/>
              </a:xfrm>
            </p:grpSpPr>
            <p:sp>
              <p:nvSpPr>
                <p:cNvPr id="65667" name="Line 195">
                  <a:extLst>
                    <a:ext uri="{FF2B5EF4-FFF2-40B4-BE49-F238E27FC236}">
                      <a16:creationId xmlns:a16="http://schemas.microsoft.com/office/drawing/2014/main" id="{C2D0E8EC-C8AB-4226-9875-54F6A9B9AB6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68" name="Line 196">
                  <a:extLst>
                    <a:ext uri="{FF2B5EF4-FFF2-40B4-BE49-F238E27FC236}">
                      <a16:creationId xmlns:a16="http://schemas.microsoft.com/office/drawing/2014/main" id="{59C73F79-F914-4A24-846D-80670D5AD6E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69" name="Line 197">
                  <a:extLst>
                    <a:ext uri="{FF2B5EF4-FFF2-40B4-BE49-F238E27FC236}">
                      <a16:creationId xmlns:a16="http://schemas.microsoft.com/office/drawing/2014/main" id="{B548896D-F308-4608-9F2C-C1531D1875C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600" name="Group 198">
              <a:extLst>
                <a:ext uri="{FF2B5EF4-FFF2-40B4-BE49-F238E27FC236}">
                  <a16:creationId xmlns:a16="http://schemas.microsoft.com/office/drawing/2014/main" id="{1FF91A0D-83D3-4345-B0C1-7B9082FACBA0}"/>
                </a:ext>
              </a:extLst>
            </p:cNvPr>
            <p:cNvGrpSpPr>
              <a:grpSpLocks/>
            </p:cNvGrpSpPr>
            <p:nvPr/>
          </p:nvGrpSpPr>
          <p:grpSpPr bwMode="auto">
            <a:xfrm>
              <a:off x="4944" y="2223"/>
              <a:ext cx="360" cy="175"/>
              <a:chOff x="3600" y="219"/>
              <a:chExt cx="360" cy="175"/>
            </a:xfrm>
          </p:grpSpPr>
          <p:sp>
            <p:nvSpPr>
              <p:cNvPr id="65647" name="Oval 199">
                <a:extLst>
                  <a:ext uri="{FF2B5EF4-FFF2-40B4-BE49-F238E27FC236}">
                    <a16:creationId xmlns:a16="http://schemas.microsoft.com/office/drawing/2014/main" id="{4F1C8DEF-B63B-44E1-B262-7A8FE0BC04C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648" name="Line 200">
                <a:extLst>
                  <a:ext uri="{FF2B5EF4-FFF2-40B4-BE49-F238E27FC236}">
                    <a16:creationId xmlns:a16="http://schemas.microsoft.com/office/drawing/2014/main" id="{CF898BC0-2788-4AB6-95D2-9656144BDD4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49" name="Line 201">
                <a:extLst>
                  <a:ext uri="{FF2B5EF4-FFF2-40B4-BE49-F238E27FC236}">
                    <a16:creationId xmlns:a16="http://schemas.microsoft.com/office/drawing/2014/main" id="{2A34177A-F736-4812-A92B-C5A6B8EB1BD9}"/>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50" name="Rectangle 202">
                <a:extLst>
                  <a:ext uri="{FF2B5EF4-FFF2-40B4-BE49-F238E27FC236}">
                    <a16:creationId xmlns:a16="http://schemas.microsoft.com/office/drawing/2014/main" id="{CDB8B4FE-5FA7-4C33-922F-D96F16F1D0A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651" name="Oval 203">
                <a:extLst>
                  <a:ext uri="{FF2B5EF4-FFF2-40B4-BE49-F238E27FC236}">
                    <a16:creationId xmlns:a16="http://schemas.microsoft.com/office/drawing/2014/main" id="{D5898785-767D-4D3C-8A16-B0083C2F3F8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652" name="Group 204">
                <a:extLst>
                  <a:ext uri="{FF2B5EF4-FFF2-40B4-BE49-F238E27FC236}">
                    <a16:creationId xmlns:a16="http://schemas.microsoft.com/office/drawing/2014/main" id="{FC9B4CF1-2297-46FF-9C2E-680B516E27B9}"/>
                  </a:ext>
                </a:extLst>
              </p:cNvPr>
              <p:cNvGrpSpPr>
                <a:grpSpLocks/>
              </p:cNvGrpSpPr>
              <p:nvPr/>
            </p:nvGrpSpPr>
            <p:grpSpPr bwMode="auto">
              <a:xfrm>
                <a:off x="3686" y="244"/>
                <a:ext cx="177" cy="66"/>
                <a:chOff x="2848" y="848"/>
                <a:chExt cx="140" cy="98"/>
              </a:xfrm>
            </p:grpSpPr>
            <p:sp>
              <p:nvSpPr>
                <p:cNvPr id="65657" name="Line 205">
                  <a:extLst>
                    <a:ext uri="{FF2B5EF4-FFF2-40B4-BE49-F238E27FC236}">
                      <a16:creationId xmlns:a16="http://schemas.microsoft.com/office/drawing/2014/main" id="{F80FEE89-969F-4A85-A70B-2B5ECBCF8C7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58" name="Line 206">
                  <a:extLst>
                    <a:ext uri="{FF2B5EF4-FFF2-40B4-BE49-F238E27FC236}">
                      <a16:creationId xmlns:a16="http://schemas.microsoft.com/office/drawing/2014/main" id="{297E9232-0CAF-48F1-BA06-4673A502AE3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59" name="Line 207">
                  <a:extLst>
                    <a:ext uri="{FF2B5EF4-FFF2-40B4-BE49-F238E27FC236}">
                      <a16:creationId xmlns:a16="http://schemas.microsoft.com/office/drawing/2014/main" id="{4E2A2EEC-55FB-494D-9A84-A5B9AE6FA82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653" name="Group 208">
                <a:extLst>
                  <a:ext uri="{FF2B5EF4-FFF2-40B4-BE49-F238E27FC236}">
                    <a16:creationId xmlns:a16="http://schemas.microsoft.com/office/drawing/2014/main" id="{CAF5B08A-0FF6-4D30-A06D-B7E3EB945EF8}"/>
                  </a:ext>
                </a:extLst>
              </p:cNvPr>
              <p:cNvGrpSpPr>
                <a:grpSpLocks/>
              </p:cNvGrpSpPr>
              <p:nvPr/>
            </p:nvGrpSpPr>
            <p:grpSpPr bwMode="auto">
              <a:xfrm flipV="1">
                <a:off x="3686" y="243"/>
                <a:ext cx="177" cy="66"/>
                <a:chOff x="2848" y="848"/>
                <a:chExt cx="140" cy="98"/>
              </a:xfrm>
            </p:grpSpPr>
            <p:sp>
              <p:nvSpPr>
                <p:cNvPr id="65654" name="Line 209">
                  <a:extLst>
                    <a:ext uri="{FF2B5EF4-FFF2-40B4-BE49-F238E27FC236}">
                      <a16:creationId xmlns:a16="http://schemas.microsoft.com/office/drawing/2014/main" id="{94AAAA7D-3CD0-4150-A45D-00AEE536AB4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55" name="Line 210">
                  <a:extLst>
                    <a:ext uri="{FF2B5EF4-FFF2-40B4-BE49-F238E27FC236}">
                      <a16:creationId xmlns:a16="http://schemas.microsoft.com/office/drawing/2014/main" id="{A5581C00-807F-4326-BF61-024C2A78598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56" name="Line 211">
                  <a:extLst>
                    <a:ext uri="{FF2B5EF4-FFF2-40B4-BE49-F238E27FC236}">
                      <a16:creationId xmlns:a16="http://schemas.microsoft.com/office/drawing/2014/main" id="{015369A3-F6D5-4028-AA28-BB6FF8F52B5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601" name="Group 212">
              <a:extLst>
                <a:ext uri="{FF2B5EF4-FFF2-40B4-BE49-F238E27FC236}">
                  <a16:creationId xmlns:a16="http://schemas.microsoft.com/office/drawing/2014/main" id="{76C81381-A2D5-44F2-87A7-F39874E11410}"/>
                </a:ext>
              </a:extLst>
            </p:cNvPr>
            <p:cNvGrpSpPr>
              <a:grpSpLocks/>
            </p:cNvGrpSpPr>
            <p:nvPr/>
          </p:nvGrpSpPr>
          <p:grpSpPr bwMode="auto">
            <a:xfrm>
              <a:off x="4704" y="2661"/>
              <a:ext cx="360" cy="175"/>
              <a:chOff x="3600" y="219"/>
              <a:chExt cx="360" cy="175"/>
            </a:xfrm>
          </p:grpSpPr>
          <p:sp>
            <p:nvSpPr>
              <p:cNvPr id="65634" name="Oval 213">
                <a:extLst>
                  <a:ext uri="{FF2B5EF4-FFF2-40B4-BE49-F238E27FC236}">
                    <a16:creationId xmlns:a16="http://schemas.microsoft.com/office/drawing/2014/main" id="{EF6216AE-7843-46AC-8F4C-02489671017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635" name="Line 214">
                <a:extLst>
                  <a:ext uri="{FF2B5EF4-FFF2-40B4-BE49-F238E27FC236}">
                    <a16:creationId xmlns:a16="http://schemas.microsoft.com/office/drawing/2014/main" id="{B3C08E6C-350E-40CB-B535-FBC92D4BF1E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36" name="Line 215">
                <a:extLst>
                  <a:ext uri="{FF2B5EF4-FFF2-40B4-BE49-F238E27FC236}">
                    <a16:creationId xmlns:a16="http://schemas.microsoft.com/office/drawing/2014/main" id="{23A92C57-E662-4926-A0DC-ADE639F8CBC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37" name="Rectangle 216">
                <a:extLst>
                  <a:ext uri="{FF2B5EF4-FFF2-40B4-BE49-F238E27FC236}">
                    <a16:creationId xmlns:a16="http://schemas.microsoft.com/office/drawing/2014/main" id="{E5F753C8-EF45-43BC-BB71-EC8C17E9308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638" name="Oval 217">
                <a:extLst>
                  <a:ext uri="{FF2B5EF4-FFF2-40B4-BE49-F238E27FC236}">
                    <a16:creationId xmlns:a16="http://schemas.microsoft.com/office/drawing/2014/main" id="{08418419-D472-450B-9497-56E71359ABE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639" name="Group 218">
                <a:extLst>
                  <a:ext uri="{FF2B5EF4-FFF2-40B4-BE49-F238E27FC236}">
                    <a16:creationId xmlns:a16="http://schemas.microsoft.com/office/drawing/2014/main" id="{936D30C3-9658-4A53-A870-AFD410A37246}"/>
                  </a:ext>
                </a:extLst>
              </p:cNvPr>
              <p:cNvGrpSpPr>
                <a:grpSpLocks/>
              </p:cNvGrpSpPr>
              <p:nvPr/>
            </p:nvGrpSpPr>
            <p:grpSpPr bwMode="auto">
              <a:xfrm>
                <a:off x="3686" y="244"/>
                <a:ext cx="177" cy="66"/>
                <a:chOff x="2848" y="848"/>
                <a:chExt cx="140" cy="98"/>
              </a:xfrm>
            </p:grpSpPr>
            <p:sp>
              <p:nvSpPr>
                <p:cNvPr id="65644" name="Line 219">
                  <a:extLst>
                    <a:ext uri="{FF2B5EF4-FFF2-40B4-BE49-F238E27FC236}">
                      <a16:creationId xmlns:a16="http://schemas.microsoft.com/office/drawing/2014/main" id="{5490BE2E-BB7F-496D-8EE7-F273C6B74E3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45" name="Line 220">
                  <a:extLst>
                    <a:ext uri="{FF2B5EF4-FFF2-40B4-BE49-F238E27FC236}">
                      <a16:creationId xmlns:a16="http://schemas.microsoft.com/office/drawing/2014/main" id="{23DD5C5B-822E-432B-B512-5E0E82BA94F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46" name="Line 221">
                  <a:extLst>
                    <a:ext uri="{FF2B5EF4-FFF2-40B4-BE49-F238E27FC236}">
                      <a16:creationId xmlns:a16="http://schemas.microsoft.com/office/drawing/2014/main" id="{1BB19B0E-3539-42C8-A3A5-2BD9D5A105E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640" name="Group 222">
                <a:extLst>
                  <a:ext uri="{FF2B5EF4-FFF2-40B4-BE49-F238E27FC236}">
                    <a16:creationId xmlns:a16="http://schemas.microsoft.com/office/drawing/2014/main" id="{33F09041-A629-4193-B844-5612291614C6}"/>
                  </a:ext>
                </a:extLst>
              </p:cNvPr>
              <p:cNvGrpSpPr>
                <a:grpSpLocks/>
              </p:cNvGrpSpPr>
              <p:nvPr/>
            </p:nvGrpSpPr>
            <p:grpSpPr bwMode="auto">
              <a:xfrm flipV="1">
                <a:off x="3686" y="243"/>
                <a:ext cx="177" cy="66"/>
                <a:chOff x="2848" y="848"/>
                <a:chExt cx="140" cy="98"/>
              </a:xfrm>
            </p:grpSpPr>
            <p:sp>
              <p:nvSpPr>
                <p:cNvPr id="65641" name="Line 223">
                  <a:extLst>
                    <a:ext uri="{FF2B5EF4-FFF2-40B4-BE49-F238E27FC236}">
                      <a16:creationId xmlns:a16="http://schemas.microsoft.com/office/drawing/2014/main" id="{4EB9C041-A833-41F5-A19D-5C745A8F6CB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42" name="Line 224">
                  <a:extLst>
                    <a:ext uri="{FF2B5EF4-FFF2-40B4-BE49-F238E27FC236}">
                      <a16:creationId xmlns:a16="http://schemas.microsoft.com/office/drawing/2014/main" id="{CD146D8A-F262-4812-9887-1FA69E457B5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43" name="Line 225">
                  <a:extLst>
                    <a:ext uri="{FF2B5EF4-FFF2-40B4-BE49-F238E27FC236}">
                      <a16:creationId xmlns:a16="http://schemas.microsoft.com/office/drawing/2014/main" id="{75625094-D0BE-474E-929B-40D07802150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602" name="Group 226">
              <a:extLst>
                <a:ext uri="{FF2B5EF4-FFF2-40B4-BE49-F238E27FC236}">
                  <a16:creationId xmlns:a16="http://schemas.microsoft.com/office/drawing/2014/main" id="{919B397A-91AE-480E-A760-AABB5FEB5E68}"/>
                </a:ext>
              </a:extLst>
            </p:cNvPr>
            <p:cNvGrpSpPr>
              <a:grpSpLocks/>
            </p:cNvGrpSpPr>
            <p:nvPr/>
          </p:nvGrpSpPr>
          <p:grpSpPr bwMode="auto">
            <a:xfrm>
              <a:off x="4266" y="3027"/>
              <a:ext cx="360" cy="175"/>
              <a:chOff x="3600" y="219"/>
              <a:chExt cx="360" cy="175"/>
            </a:xfrm>
          </p:grpSpPr>
          <p:sp>
            <p:nvSpPr>
              <p:cNvPr id="65621" name="Oval 227">
                <a:extLst>
                  <a:ext uri="{FF2B5EF4-FFF2-40B4-BE49-F238E27FC236}">
                    <a16:creationId xmlns:a16="http://schemas.microsoft.com/office/drawing/2014/main" id="{AC4BD9CF-13EF-44CB-99E3-E9453FF27E5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622" name="Line 228">
                <a:extLst>
                  <a:ext uri="{FF2B5EF4-FFF2-40B4-BE49-F238E27FC236}">
                    <a16:creationId xmlns:a16="http://schemas.microsoft.com/office/drawing/2014/main" id="{A0F7D9AF-2AAB-45E9-ABEB-0B1553E4412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23" name="Line 229">
                <a:extLst>
                  <a:ext uri="{FF2B5EF4-FFF2-40B4-BE49-F238E27FC236}">
                    <a16:creationId xmlns:a16="http://schemas.microsoft.com/office/drawing/2014/main" id="{A523951B-4CC6-4277-B41D-53DEC5A290E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24" name="Rectangle 230">
                <a:extLst>
                  <a:ext uri="{FF2B5EF4-FFF2-40B4-BE49-F238E27FC236}">
                    <a16:creationId xmlns:a16="http://schemas.microsoft.com/office/drawing/2014/main" id="{DC709B68-D3A9-42F5-9DE2-E4B3C7C8D00C}"/>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625" name="Oval 231">
                <a:extLst>
                  <a:ext uri="{FF2B5EF4-FFF2-40B4-BE49-F238E27FC236}">
                    <a16:creationId xmlns:a16="http://schemas.microsoft.com/office/drawing/2014/main" id="{C1E95A10-24D7-46E2-B224-17B4B1D6767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626" name="Group 232">
                <a:extLst>
                  <a:ext uri="{FF2B5EF4-FFF2-40B4-BE49-F238E27FC236}">
                    <a16:creationId xmlns:a16="http://schemas.microsoft.com/office/drawing/2014/main" id="{E1255794-BD95-4146-AAB1-D7D70C6EC78F}"/>
                  </a:ext>
                </a:extLst>
              </p:cNvPr>
              <p:cNvGrpSpPr>
                <a:grpSpLocks/>
              </p:cNvGrpSpPr>
              <p:nvPr/>
            </p:nvGrpSpPr>
            <p:grpSpPr bwMode="auto">
              <a:xfrm>
                <a:off x="3686" y="244"/>
                <a:ext cx="177" cy="66"/>
                <a:chOff x="2848" y="848"/>
                <a:chExt cx="140" cy="98"/>
              </a:xfrm>
            </p:grpSpPr>
            <p:sp>
              <p:nvSpPr>
                <p:cNvPr id="65631" name="Line 233">
                  <a:extLst>
                    <a:ext uri="{FF2B5EF4-FFF2-40B4-BE49-F238E27FC236}">
                      <a16:creationId xmlns:a16="http://schemas.microsoft.com/office/drawing/2014/main" id="{D29E2514-C99D-460D-9003-1D4843093A5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32" name="Line 234">
                  <a:extLst>
                    <a:ext uri="{FF2B5EF4-FFF2-40B4-BE49-F238E27FC236}">
                      <a16:creationId xmlns:a16="http://schemas.microsoft.com/office/drawing/2014/main" id="{CC457C56-CC8F-4C19-9352-3AF3EE1ACDC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33" name="Line 235">
                  <a:extLst>
                    <a:ext uri="{FF2B5EF4-FFF2-40B4-BE49-F238E27FC236}">
                      <a16:creationId xmlns:a16="http://schemas.microsoft.com/office/drawing/2014/main" id="{C33A018F-C390-4E57-A647-E0660E129DC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627" name="Group 236">
                <a:extLst>
                  <a:ext uri="{FF2B5EF4-FFF2-40B4-BE49-F238E27FC236}">
                    <a16:creationId xmlns:a16="http://schemas.microsoft.com/office/drawing/2014/main" id="{F127847D-7519-4088-83C3-477B04B1BFE7}"/>
                  </a:ext>
                </a:extLst>
              </p:cNvPr>
              <p:cNvGrpSpPr>
                <a:grpSpLocks/>
              </p:cNvGrpSpPr>
              <p:nvPr/>
            </p:nvGrpSpPr>
            <p:grpSpPr bwMode="auto">
              <a:xfrm flipV="1">
                <a:off x="3686" y="243"/>
                <a:ext cx="177" cy="66"/>
                <a:chOff x="2848" y="848"/>
                <a:chExt cx="140" cy="98"/>
              </a:xfrm>
            </p:grpSpPr>
            <p:sp>
              <p:nvSpPr>
                <p:cNvPr id="65628" name="Line 237">
                  <a:extLst>
                    <a:ext uri="{FF2B5EF4-FFF2-40B4-BE49-F238E27FC236}">
                      <a16:creationId xmlns:a16="http://schemas.microsoft.com/office/drawing/2014/main" id="{C6A4148B-47B8-4725-B047-030EC5575B2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29" name="Line 238">
                  <a:extLst>
                    <a:ext uri="{FF2B5EF4-FFF2-40B4-BE49-F238E27FC236}">
                      <a16:creationId xmlns:a16="http://schemas.microsoft.com/office/drawing/2014/main" id="{2F850614-83D3-43EC-BB3C-C695145DB29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30" name="Line 239">
                  <a:extLst>
                    <a:ext uri="{FF2B5EF4-FFF2-40B4-BE49-F238E27FC236}">
                      <a16:creationId xmlns:a16="http://schemas.microsoft.com/office/drawing/2014/main" id="{23938234-673C-445A-8471-BADEF24FB54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5603" name="Group 240">
              <a:extLst>
                <a:ext uri="{FF2B5EF4-FFF2-40B4-BE49-F238E27FC236}">
                  <a16:creationId xmlns:a16="http://schemas.microsoft.com/office/drawing/2014/main" id="{4C432616-7AA5-4A2F-9C20-8C137F6CC159}"/>
                </a:ext>
              </a:extLst>
            </p:cNvPr>
            <p:cNvGrpSpPr>
              <a:grpSpLocks/>
            </p:cNvGrpSpPr>
            <p:nvPr/>
          </p:nvGrpSpPr>
          <p:grpSpPr bwMode="auto">
            <a:xfrm>
              <a:off x="3690" y="2745"/>
              <a:ext cx="360" cy="175"/>
              <a:chOff x="3600" y="219"/>
              <a:chExt cx="360" cy="175"/>
            </a:xfrm>
          </p:grpSpPr>
          <p:sp>
            <p:nvSpPr>
              <p:cNvPr id="65608" name="Oval 241">
                <a:extLst>
                  <a:ext uri="{FF2B5EF4-FFF2-40B4-BE49-F238E27FC236}">
                    <a16:creationId xmlns:a16="http://schemas.microsoft.com/office/drawing/2014/main" id="{9309E67E-6467-470C-9591-E4AF6472FCC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5609" name="Line 242">
                <a:extLst>
                  <a:ext uri="{FF2B5EF4-FFF2-40B4-BE49-F238E27FC236}">
                    <a16:creationId xmlns:a16="http://schemas.microsoft.com/office/drawing/2014/main" id="{297CD905-E2B0-4BBB-95D2-C10E668AE3C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10" name="Line 243">
                <a:extLst>
                  <a:ext uri="{FF2B5EF4-FFF2-40B4-BE49-F238E27FC236}">
                    <a16:creationId xmlns:a16="http://schemas.microsoft.com/office/drawing/2014/main" id="{89FE8451-93AF-4B75-AF6F-C511C7233C2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11" name="Rectangle 244">
                <a:extLst>
                  <a:ext uri="{FF2B5EF4-FFF2-40B4-BE49-F238E27FC236}">
                    <a16:creationId xmlns:a16="http://schemas.microsoft.com/office/drawing/2014/main" id="{3557BA1B-A4BB-48E2-923F-B99F314E728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5612" name="Oval 245">
                <a:extLst>
                  <a:ext uri="{FF2B5EF4-FFF2-40B4-BE49-F238E27FC236}">
                    <a16:creationId xmlns:a16="http://schemas.microsoft.com/office/drawing/2014/main" id="{1ED30605-3D6C-4B1B-8FCC-46D95C0DB70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5613" name="Group 246">
                <a:extLst>
                  <a:ext uri="{FF2B5EF4-FFF2-40B4-BE49-F238E27FC236}">
                    <a16:creationId xmlns:a16="http://schemas.microsoft.com/office/drawing/2014/main" id="{FEC53C2C-AA5D-4CD2-8DAC-8C686147C5DF}"/>
                  </a:ext>
                </a:extLst>
              </p:cNvPr>
              <p:cNvGrpSpPr>
                <a:grpSpLocks/>
              </p:cNvGrpSpPr>
              <p:nvPr/>
            </p:nvGrpSpPr>
            <p:grpSpPr bwMode="auto">
              <a:xfrm>
                <a:off x="3686" y="244"/>
                <a:ext cx="177" cy="66"/>
                <a:chOff x="2848" y="848"/>
                <a:chExt cx="140" cy="98"/>
              </a:xfrm>
            </p:grpSpPr>
            <p:sp>
              <p:nvSpPr>
                <p:cNvPr id="65618" name="Line 247">
                  <a:extLst>
                    <a:ext uri="{FF2B5EF4-FFF2-40B4-BE49-F238E27FC236}">
                      <a16:creationId xmlns:a16="http://schemas.microsoft.com/office/drawing/2014/main" id="{0A686C8A-3194-4500-95D6-78A3CF66E28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19" name="Line 248">
                  <a:extLst>
                    <a:ext uri="{FF2B5EF4-FFF2-40B4-BE49-F238E27FC236}">
                      <a16:creationId xmlns:a16="http://schemas.microsoft.com/office/drawing/2014/main" id="{3B18556F-2E29-44FB-82AD-76240006286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20" name="Line 249">
                  <a:extLst>
                    <a:ext uri="{FF2B5EF4-FFF2-40B4-BE49-F238E27FC236}">
                      <a16:creationId xmlns:a16="http://schemas.microsoft.com/office/drawing/2014/main" id="{5148D42B-E13C-4D57-B6C1-A48709207E5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614" name="Group 250">
                <a:extLst>
                  <a:ext uri="{FF2B5EF4-FFF2-40B4-BE49-F238E27FC236}">
                    <a16:creationId xmlns:a16="http://schemas.microsoft.com/office/drawing/2014/main" id="{98996828-DAD3-481B-B169-692F82C38946}"/>
                  </a:ext>
                </a:extLst>
              </p:cNvPr>
              <p:cNvGrpSpPr>
                <a:grpSpLocks/>
              </p:cNvGrpSpPr>
              <p:nvPr/>
            </p:nvGrpSpPr>
            <p:grpSpPr bwMode="auto">
              <a:xfrm flipV="1">
                <a:off x="3686" y="243"/>
                <a:ext cx="177" cy="66"/>
                <a:chOff x="2848" y="848"/>
                <a:chExt cx="140" cy="98"/>
              </a:xfrm>
            </p:grpSpPr>
            <p:sp>
              <p:nvSpPr>
                <p:cNvPr id="65615" name="Line 251">
                  <a:extLst>
                    <a:ext uri="{FF2B5EF4-FFF2-40B4-BE49-F238E27FC236}">
                      <a16:creationId xmlns:a16="http://schemas.microsoft.com/office/drawing/2014/main" id="{DAAB3C3D-D9A2-4E58-BCF2-06BA799432C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16" name="Line 252">
                  <a:extLst>
                    <a:ext uri="{FF2B5EF4-FFF2-40B4-BE49-F238E27FC236}">
                      <a16:creationId xmlns:a16="http://schemas.microsoft.com/office/drawing/2014/main" id="{53857E2B-7D11-4EE4-A51D-66B6D898F73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617" name="Line 253">
                  <a:extLst>
                    <a:ext uri="{FF2B5EF4-FFF2-40B4-BE49-F238E27FC236}">
                      <a16:creationId xmlns:a16="http://schemas.microsoft.com/office/drawing/2014/main" id="{4D94E5E5-8E30-4828-B316-3C5F90855D3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5604" name="Text Box 254">
              <a:extLst>
                <a:ext uri="{FF2B5EF4-FFF2-40B4-BE49-F238E27FC236}">
                  <a16:creationId xmlns:a16="http://schemas.microsoft.com/office/drawing/2014/main" id="{62678B76-D973-40CC-9DB1-C0D811D9C978}"/>
                </a:ext>
              </a:extLst>
            </p:cNvPr>
            <p:cNvSpPr txBox="1">
              <a:spLocks noChangeArrowheads="1"/>
            </p:cNvSpPr>
            <p:nvPr/>
          </p:nvSpPr>
          <p:spPr bwMode="auto">
            <a:xfrm>
              <a:off x="3554" y="341"/>
              <a:ext cx="68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router</a:t>
              </a:r>
              <a:endParaRPr lang="en-US" altLang="en-US" sz="2000">
                <a:latin typeface="Times New Roman" panose="02020603050405020304" pitchFamily="18" charset="0"/>
              </a:endParaRPr>
            </a:p>
          </p:txBody>
        </p:sp>
        <p:sp>
          <p:nvSpPr>
            <p:cNvPr id="65605" name="Text Box 255">
              <a:extLst>
                <a:ext uri="{FF2B5EF4-FFF2-40B4-BE49-F238E27FC236}">
                  <a16:creationId xmlns:a16="http://schemas.microsoft.com/office/drawing/2014/main" id="{38F70998-EF44-4A54-9D46-1EEA838AFD71}"/>
                </a:ext>
              </a:extLst>
            </p:cNvPr>
            <p:cNvSpPr txBox="1">
              <a:spLocks noChangeArrowheads="1"/>
            </p:cNvSpPr>
            <p:nvPr/>
          </p:nvSpPr>
          <p:spPr bwMode="auto">
            <a:xfrm>
              <a:off x="4424" y="437"/>
              <a:ext cx="1134"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workstation</a:t>
              </a:r>
              <a:endParaRPr lang="en-US" altLang="en-US" sz="2000">
                <a:latin typeface="Times New Roman" panose="02020603050405020304" pitchFamily="18" charset="0"/>
              </a:endParaRPr>
            </a:p>
          </p:txBody>
        </p:sp>
        <p:sp>
          <p:nvSpPr>
            <p:cNvPr id="65606" name="Text Box 256">
              <a:extLst>
                <a:ext uri="{FF2B5EF4-FFF2-40B4-BE49-F238E27FC236}">
                  <a16:creationId xmlns:a16="http://schemas.microsoft.com/office/drawing/2014/main" id="{C99D19B3-93EA-4E22-9FAB-FA00C0A81BE9}"/>
                </a:ext>
              </a:extLst>
            </p:cNvPr>
            <p:cNvSpPr txBox="1">
              <a:spLocks noChangeArrowheads="1"/>
            </p:cNvSpPr>
            <p:nvPr/>
          </p:nvSpPr>
          <p:spPr bwMode="auto">
            <a:xfrm>
              <a:off x="3710" y="724"/>
              <a:ext cx="68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server</a:t>
              </a:r>
              <a:endParaRPr lang="en-US" altLang="en-US" sz="2000">
                <a:latin typeface="Times New Roman" panose="02020603050405020304" pitchFamily="18" charset="0"/>
              </a:endParaRPr>
            </a:p>
          </p:txBody>
        </p:sp>
        <p:sp>
          <p:nvSpPr>
            <p:cNvPr id="65607" name="Text Box 257">
              <a:extLst>
                <a:ext uri="{FF2B5EF4-FFF2-40B4-BE49-F238E27FC236}">
                  <a16:creationId xmlns:a16="http://schemas.microsoft.com/office/drawing/2014/main" id="{AAD232AE-E197-4B3C-8F0D-57E95CFF91FF}"/>
                </a:ext>
              </a:extLst>
            </p:cNvPr>
            <p:cNvSpPr txBox="1">
              <a:spLocks noChangeArrowheads="1"/>
            </p:cNvSpPr>
            <p:nvPr/>
          </p:nvSpPr>
          <p:spPr bwMode="auto">
            <a:xfrm>
              <a:off x="4700" y="864"/>
              <a:ext cx="679"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mobile</a:t>
              </a:r>
              <a:endParaRPr lang="en-US" altLang="en-US" sz="2000">
                <a:latin typeface="Times New Roman" panose="02020603050405020304" pitchFamily="18"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F9E64F-E182-4131-8918-4E355D48923B}"/>
              </a:ext>
            </a:extLst>
          </p:cNvPr>
          <p:cNvSpPr>
            <a:spLocks noGrp="1"/>
          </p:cNvSpPr>
          <p:nvPr>
            <p:ph sz="half" idx="1"/>
          </p:nvPr>
        </p:nvSpPr>
        <p:spPr/>
        <p:txBody>
          <a:bodyPr/>
          <a:lstStyle/>
          <a:p>
            <a:pPr eaLnBrk="0" fontAlgn="base" hangingPunct="0">
              <a:spcAft>
                <a:spcPct val="0"/>
              </a:spcAft>
              <a:buClr>
                <a:srgbClr val="3333CC"/>
              </a:buClr>
              <a:buSzPct val="85000"/>
              <a:buFont typeface="ZapfDingbats" pitchFamily="82" charset="2"/>
              <a:buChar char="r"/>
              <a:defRPr/>
            </a:pPr>
            <a:r>
              <a:rPr lang="en-US" sz="2400" kern="0" dirty="0">
                <a:solidFill>
                  <a:srgbClr val="FF0000"/>
                </a:solidFill>
                <a:latin typeface="Comic Sans MS"/>
              </a:rPr>
              <a:t>communication </a:t>
            </a:r>
            <a:r>
              <a:rPr lang="en-US" sz="2400" i="1" kern="0" dirty="0">
                <a:solidFill>
                  <a:srgbClr val="FF0000"/>
                </a:solidFill>
                <a:latin typeface="Comic Sans MS"/>
              </a:rPr>
              <a:t>infrastructure </a:t>
            </a:r>
            <a:r>
              <a:rPr lang="en-US" sz="2400" kern="0" dirty="0">
                <a:solidFill>
                  <a:srgbClr val="000000"/>
                </a:solidFill>
                <a:latin typeface="Comic Sans MS"/>
              </a:rPr>
              <a:t>enables distributed applications:</a:t>
            </a:r>
          </a:p>
          <a:p>
            <a:pPr lvl="1" eaLnBrk="0" fontAlgn="base" hangingPunct="0">
              <a:spcAft>
                <a:spcPct val="0"/>
              </a:spcAft>
              <a:buClr>
                <a:srgbClr val="3333CC"/>
              </a:buClr>
              <a:buSzPct val="75000"/>
              <a:buFont typeface="ZapfDingbats" pitchFamily="82" charset="2"/>
              <a:buChar char="m"/>
              <a:defRPr/>
            </a:pPr>
            <a:r>
              <a:rPr lang="en-US" sz="2000" kern="0" dirty="0">
                <a:solidFill>
                  <a:srgbClr val="000000"/>
                </a:solidFill>
                <a:latin typeface="Comic Sans MS"/>
              </a:rPr>
              <a:t>WWW, email, games, e-commerce, database,  </a:t>
            </a:r>
          </a:p>
          <a:p>
            <a:pPr lvl="1" eaLnBrk="0" fontAlgn="base" hangingPunct="0">
              <a:spcAft>
                <a:spcPct val="0"/>
              </a:spcAft>
              <a:buClr>
                <a:srgbClr val="3333CC"/>
              </a:buClr>
              <a:buSzPct val="75000"/>
              <a:buFont typeface="ZapfDingbats" pitchFamily="82" charset="2"/>
              <a:buChar char="m"/>
              <a:defRPr/>
            </a:pPr>
            <a:r>
              <a:rPr lang="en-US" sz="2000" kern="0" dirty="0">
                <a:solidFill>
                  <a:srgbClr val="000000"/>
                </a:solidFill>
                <a:latin typeface="Comic Sans MS"/>
              </a:rPr>
              <a:t>more?</a:t>
            </a:r>
            <a:endParaRPr lang="en-US" sz="2000" i="1" kern="0" dirty="0">
              <a:solidFill>
                <a:srgbClr val="FF0000"/>
              </a:solidFill>
              <a:latin typeface="Comic Sans MS"/>
            </a:endParaRPr>
          </a:p>
          <a:p>
            <a:pPr eaLnBrk="0" fontAlgn="base" hangingPunct="0">
              <a:spcAft>
                <a:spcPct val="0"/>
              </a:spcAft>
              <a:buClr>
                <a:srgbClr val="3333CC"/>
              </a:buClr>
              <a:buSzPct val="85000"/>
              <a:buFont typeface="ZapfDingbats" pitchFamily="82" charset="2"/>
              <a:buChar char="r"/>
              <a:defRPr/>
            </a:pPr>
            <a:r>
              <a:rPr lang="en-US" sz="2400" kern="0" dirty="0">
                <a:solidFill>
                  <a:srgbClr val="FF0000"/>
                </a:solidFill>
                <a:latin typeface="Comic Sans MS"/>
              </a:rPr>
              <a:t>communication services provided:</a:t>
            </a:r>
            <a:endParaRPr lang="en-US" sz="2400" kern="0" dirty="0">
              <a:solidFill>
                <a:srgbClr val="000000"/>
              </a:solidFill>
              <a:latin typeface="Comic Sans MS"/>
            </a:endParaRPr>
          </a:p>
          <a:p>
            <a:pPr lvl="1" eaLnBrk="0" fontAlgn="base" hangingPunct="0">
              <a:spcAft>
                <a:spcPct val="0"/>
              </a:spcAft>
              <a:buClr>
                <a:srgbClr val="3333CC"/>
              </a:buClr>
              <a:buSzPct val="75000"/>
              <a:buFont typeface="ZapfDingbats" pitchFamily="82" charset="2"/>
              <a:buChar char="m"/>
              <a:defRPr/>
            </a:pPr>
            <a:r>
              <a:rPr lang="en-US" sz="2000" kern="0" dirty="0">
                <a:solidFill>
                  <a:srgbClr val="000000"/>
                </a:solidFill>
                <a:latin typeface="Comic Sans MS"/>
              </a:rPr>
              <a:t>connectionless</a:t>
            </a:r>
          </a:p>
          <a:p>
            <a:pPr lvl="1" eaLnBrk="0" fontAlgn="base" hangingPunct="0">
              <a:spcAft>
                <a:spcPct val="0"/>
              </a:spcAft>
              <a:buClr>
                <a:srgbClr val="3333CC"/>
              </a:buClr>
              <a:buSzPct val="75000"/>
              <a:buFont typeface="ZapfDingbats" pitchFamily="82" charset="2"/>
              <a:buChar char="m"/>
              <a:defRPr/>
            </a:pPr>
            <a:r>
              <a:rPr lang="en-US" sz="2000" kern="0" dirty="0">
                <a:solidFill>
                  <a:srgbClr val="000000"/>
                </a:solidFill>
                <a:latin typeface="Comic Sans MS"/>
              </a:rPr>
              <a:t>connection-oriented</a:t>
            </a:r>
          </a:p>
          <a:p>
            <a:pPr>
              <a:defRPr/>
            </a:pPr>
            <a:endParaRPr lang="en-US" dirty="0"/>
          </a:p>
        </p:txBody>
      </p:sp>
      <p:sp>
        <p:nvSpPr>
          <p:cNvPr id="4" name="Content Placeholder 3">
            <a:extLst>
              <a:ext uri="{FF2B5EF4-FFF2-40B4-BE49-F238E27FC236}">
                <a16:creationId xmlns:a16="http://schemas.microsoft.com/office/drawing/2014/main" id="{ABFDFB92-6C96-4FA4-9BAC-13026DD2A4CC}"/>
              </a:ext>
            </a:extLst>
          </p:cNvPr>
          <p:cNvSpPr>
            <a:spLocks noGrp="1"/>
          </p:cNvSpPr>
          <p:nvPr>
            <p:ph sz="quarter" idx="10"/>
          </p:nvPr>
        </p:nvSpPr>
        <p:spPr/>
        <p:txBody>
          <a:bodyPr/>
          <a:lstStyle/>
          <a:p>
            <a:pPr>
              <a:defRPr/>
            </a:pPr>
            <a:r>
              <a:rPr lang="en-US" dirty="0"/>
              <a:t>What’s the Internet: a service view</a:t>
            </a:r>
          </a:p>
        </p:txBody>
      </p:sp>
      <p:grpSp>
        <p:nvGrpSpPr>
          <p:cNvPr id="66564" name="Group 217">
            <a:extLst>
              <a:ext uri="{FF2B5EF4-FFF2-40B4-BE49-F238E27FC236}">
                <a16:creationId xmlns:a16="http://schemas.microsoft.com/office/drawing/2014/main" id="{CD251CB9-A8CF-4878-A7D0-5993291C1C1E}"/>
              </a:ext>
            </a:extLst>
          </p:cNvPr>
          <p:cNvGrpSpPr>
            <a:grpSpLocks/>
          </p:cNvGrpSpPr>
          <p:nvPr/>
        </p:nvGrpSpPr>
        <p:grpSpPr bwMode="auto">
          <a:xfrm>
            <a:off x="5006975" y="2192338"/>
            <a:ext cx="3560763" cy="3535362"/>
            <a:chOff x="5006975" y="2192338"/>
            <a:chExt cx="3560763" cy="3535362"/>
          </a:xfrm>
        </p:grpSpPr>
        <p:grpSp>
          <p:nvGrpSpPr>
            <p:cNvPr id="66565" name="Group 7">
              <a:extLst>
                <a:ext uri="{FF2B5EF4-FFF2-40B4-BE49-F238E27FC236}">
                  <a16:creationId xmlns:a16="http://schemas.microsoft.com/office/drawing/2014/main" id="{086E40F5-5671-414A-A4F7-D6ACDF6F81A6}"/>
                </a:ext>
              </a:extLst>
            </p:cNvPr>
            <p:cNvGrpSpPr>
              <a:grpSpLocks/>
            </p:cNvGrpSpPr>
            <p:nvPr/>
          </p:nvGrpSpPr>
          <p:grpSpPr bwMode="auto">
            <a:xfrm>
              <a:off x="5006975" y="2192338"/>
              <a:ext cx="733425" cy="319087"/>
              <a:chOff x="3552" y="246"/>
              <a:chExt cx="527" cy="248"/>
            </a:xfrm>
          </p:grpSpPr>
          <p:graphicFrame>
            <p:nvGraphicFramePr>
              <p:cNvPr id="66782" name="Object 8">
                <a:extLst>
                  <a:ext uri="{FF2B5EF4-FFF2-40B4-BE49-F238E27FC236}">
                    <a16:creationId xmlns:a16="http://schemas.microsoft.com/office/drawing/2014/main" id="{31E3B8F7-06C2-4168-A3EC-2CED8719E0E9}"/>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83" name="Object 9">
                <a:extLst>
                  <a:ext uri="{FF2B5EF4-FFF2-40B4-BE49-F238E27FC236}">
                    <a16:creationId xmlns:a16="http://schemas.microsoft.com/office/drawing/2014/main" id="{2891AB3C-E3C9-46DB-84B4-9BB3BB4F9AB9}"/>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784" name="Line 10">
                <a:extLst>
                  <a:ext uri="{FF2B5EF4-FFF2-40B4-BE49-F238E27FC236}">
                    <a16:creationId xmlns:a16="http://schemas.microsoft.com/office/drawing/2014/main" id="{E5BE5453-D65B-4404-B62B-F22E4923F39F}"/>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566" name="Group 11">
              <a:extLst>
                <a:ext uri="{FF2B5EF4-FFF2-40B4-BE49-F238E27FC236}">
                  <a16:creationId xmlns:a16="http://schemas.microsoft.com/office/drawing/2014/main" id="{BD51B02B-5E34-410C-9482-E062E6EE2DE2}"/>
                </a:ext>
              </a:extLst>
            </p:cNvPr>
            <p:cNvGrpSpPr>
              <a:grpSpLocks/>
            </p:cNvGrpSpPr>
            <p:nvPr/>
          </p:nvGrpSpPr>
          <p:grpSpPr bwMode="auto">
            <a:xfrm>
              <a:off x="5006975" y="2787650"/>
              <a:ext cx="733425" cy="319088"/>
              <a:chOff x="3552" y="246"/>
              <a:chExt cx="527" cy="248"/>
            </a:xfrm>
          </p:grpSpPr>
          <p:graphicFrame>
            <p:nvGraphicFramePr>
              <p:cNvPr id="66779" name="Object 12">
                <a:extLst>
                  <a:ext uri="{FF2B5EF4-FFF2-40B4-BE49-F238E27FC236}">
                    <a16:creationId xmlns:a16="http://schemas.microsoft.com/office/drawing/2014/main" id="{C9C8BAE2-10BA-4198-AB77-25AAD1733CAA}"/>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80" name="Object 13">
                <a:extLst>
                  <a:ext uri="{FF2B5EF4-FFF2-40B4-BE49-F238E27FC236}">
                    <a16:creationId xmlns:a16="http://schemas.microsoft.com/office/drawing/2014/main" id="{44531543-0B0C-468B-A4C9-241E4E6F2C20}"/>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781" name="Line 14">
                <a:extLst>
                  <a:ext uri="{FF2B5EF4-FFF2-40B4-BE49-F238E27FC236}">
                    <a16:creationId xmlns:a16="http://schemas.microsoft.com/office/drawing/2014/main" id="{63A43443-0ED7-4BBC-95CD-E1B31D5D4BF2}"/>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567" name="Group 220">
              <a:extLst>
                <a:ext uri="{FF2B5EF4-FFF2-40B4-BE49-F238E27FC236}">
                  <a16:creationId xmlns:a16="http://schemas.microsoft.com/office/drawing/2014/main" id="{81422E9E-AEA7-457B-84D4-397B3053FBF5}"/>
                </a:ext>
              </a:extLst>
            </p:cNvPr>
            <p:cNvGrpSpPr>
              <a:grpSpLocks/>
            </p:cNvGrpSpPr>
            <p:nvPr/>
          </p:nvGrpSpPr>
          <p:grpSpPr bwMode="auto">
            <a:xfrm>
              <a:off x="5257800" y="2200275"/>
              <a:ext cx="3309938" cy="3527425"/>
              <a:chOff x="5257800" y="2200275"/>
              <a:chExt cx="3309938" cy="3527425"/>
            </a:xfrm>
          </p:grpSpPr>
          <p:sp>
            <p:nvSpPr>
              <p:cNvPr id="66568" name="Freeform 4">
                <a:extLst>
                  <a:ext uri="{FF2B5EF4-FFF2-40B4-BE49-F238E27FC236}">
                    <a16:creationId xmlns:a16="http://schemas.microsoft.com/office/drawing/2014/main" id="{023DE8BE-C031-4C6B-A91C-265B3ED0BE0D}"/>
                  </a:ext>
                </a:extLst>
              </p:cNvPr>
              <p:cNvSpPr>
                <a:spLocks/>
              </p:cNvSpPr>
              <p:nvPr/>
            </p:nvSpPr>
            <p:spPr bwMode="auto">
              <a:xfrm>
                <a:off x="6769100" y="2200275"/>
                <a:ext cx="1798638" cy="167481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569" name="Freeform 6">
                <a:extLst>
                  <a:ext uri="{FF2B5EF4-FFF2-40B4-BE49-F238E27FC236}">
                    <a16:creationId xmlns:a16="http://schemas.microsoft.com/office/drawing/2014/main" id="{367666DC-DEB7-4ADA-BB0C-32620CBC2094}"/>
                  </a:ext>
                </a:extLst>
              </p:cNvPr>
              <p:cNvSpPr>
                <a:spLocks/>
              </p:cNvSpPr>
              <p:nvPr/>
            </p:nvSpPr>
            <p:spPr bwMode="auto">
              <a:xfrm>
                <a:off x="5257800" y="3508375"/>
                <a:ext cx="2974975" cy="22193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66570" name="Group 15">
                <a:extLst>
                  <a:ext uri="{FF2B5EF4-FFF2-40B4-BE49-F238E27FC236}">
                    <a16:creationId xmlns:a16="http://schemas.microsoft.com/office/drawing/2014/main" id="{A4C5A173-0644-4F2F-BD2A-95C34E06F41C}"/>
                  </a:ext>
                </a:extLst>
              </p:cNvPr>
              <p:cNvGrpSpPr>
                <a:grpSpLocks/>
              </p:cNvGrpSpPr>
              <p:nvPr/>
            </p:nvGrpSpPr>
            <p:grpSpPr bwMode="auto">
              <a:xfrm>
                <a:off x="5383213" y="2574925"/>
                <a:ext cx="69850" cy="214313"/>
                <a:chOff x="3842" y="406"/>
                <a:chExt cx="51" cy="167"/>
              </a:xfrm>
            </p:grpSpPr>
            <p:sp>
              <p:nvSpPr>
                <p:cNvPr id="66776" name="Oval 16">
                  <a:extLst>
                    <a:ext uri="{FF2B5EF4-FFF2-40B4-BE49-F238E27FC236}">
                      <a16:creationId xmlns:a16="http://schemas.microsoft.com/office/drawing/2014/main" id="{A1C59308-5BC6-4DA6-915C-50B79336293A}"/>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77" name="Oval 17">
                  <a:extLst>
                    <a:ext uri="{FF2B5EF4-FFF2-40B4-BE49-F238E27FC236}">
                      <a16:creationId xmlns:a16="http://schemas.microsoft.com/office/drawing/2014/main" id="{62F933E0-5F1D-43BB-802E-B77F5DFD4902}"/>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78" name="Oval 18">
                  <a:extLst>
                    <a:ext uri="{FF2B5EF4-FFF2-40B4-BE49-F238E27FC236}">
                      <a16:creationId xmlns:a16="http://schemas.microsoft.com/office/drawing/2014/main" id="{52B3CAEC-3AB3-47B3-B307-C1A7E77D4B9D}"/>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6571" name="Group 19">
                <a:extLst>
                  <a:ext uri="{FF2B5EF4-FFF2-40B4-BE49-F238E27FC236}">
                    <a16:creationId xmlns:a16="http://schemas.microsoft.com/office/drawing/2014/main" id="{45A5E3DD-6903-4060-B97A-1C91AB6BCEF3}"/>
                  </a:ext>
                </a:extLst>
              </p:cNvPr>
              <p:cNvGrpSpPr>
                <a:grpSpLocks/>
              </p:cNvGrpSpPr>
              <p:nvPr/>
            </p:nvGrpSpPr>
            <p:grpSpPr bwMode="auto">
              <a:xfrm>
                <a:off x="5853113" y="3078163"/>
                <a:ext cx="209550" cy="395287"/>
                <a:chOff x="4180" y="783"/>
                <a:chExt cx="150" cy="307"/>
              </a:xfrm>
            </p:grpSpPr>
            <p:sp>
              <p:nvSpPr>
                <p:cNvPr id="66768" name="AutoShape 20">
                  <a:extLst>
                    <a:ext uri="{FF2B5EF4-FFF2-40B4-BE49-F238E27FC236}">
                      <a16:creationId xmlns:a16="http://schemas.microsoft.com/office/drawing/2014/main" id="{80B49E63-62BD-4272-9A3C-F853AA082A71}"/>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69" name="Rectangle 21">
                  <a:extLst>
                    <a:ext uri="{FF2B5EF4-FFF2-40B4-BE49-F238E27FC236}">
                      <a16:creationId xmlns:a16="http://schemas.microsoft.com/office/drawing/2014/main" id="{D8217297-D6C2-4E49-AD95-0216FC76930A}"/>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70" name="Rectangle 22">
                  <a:extLst>
                    <a:ext uri="{FF2B5EF4-FFF2-40B4-BE49-F238E27FC236}">
                      <a16:creationId xmlns:a16="http://schemas.microsoft.com/office/drawing/2014/main" id="{02653E56-6D29-4C1B-BF14-95F4C6AE4A3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71" name="AutoShape 23">
                  <a:extLst>
                    <a:ext uri="{FF2B5EF4-FFF2-40B4-BE49-F238E27FC236}">
                      <a16:creationId xmlns:a16="http://schemas.microsoft.com/office/drawing/2014/main" id="{AED2160D-48CE-4CAB-A702-4E6DA52ED9E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72" name="Line 24">
                  <a:extLst>
                    <a:ext uri="{FF2B5EF4-FFF2-40B4-BE49-F238E27FC236}">
                      <a16:creationId xmlns:a16="http://schemas.microsoft.com/office/drawing/2014/main" id="{07988346-2A8E-494E-A103-FC70B62DCE11}"/>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73" name="Line 25">
                  <a:extLst>
                    <a:ext uri="{FF2B5EF4-FFF2-40B4-BE49-F238E27FC236}">
                      <a16:creationId xmlns:a16="http://schemas.microsoft.com/office/drawing/2014/main" id="{2F4017E1-CA65-4AD8-9847-CD4180E96A14}"/>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74" name="Rectangle 26">
                  <a:extLst>
                    <a:ext uri="{FF2B5EF4-FFF2-40B4-BE49-F238E27FC236}">
                      <a16:creationId xmlns:a16="http://schemas.microsoft.com/office/drawing/2014/main" id="{9FC971DB-E395-4AB3-A24F-79BA74CA3283}"/>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75" name="Rectangle 27">
                  <a:extLst>
                    <a:ext uri="{FF2B5EF4-FFF2-40B4-BE49-F238E27FC236}">
                      <a16:creationId xmlns:a16="http://schemas.microsoft.com/office/drawing/2014/main" id="{8C0D71AC-E112-4506-AD24-CB45AA38436A}"/>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6572" name="Group 28">
                <a:extLst>
                  <a:ext uri="{FF2B5EF4-FFF2-40B4-BE49-F238E27FC236}">
                    <a16:creationId xmlns:a16="http://schemas.microsoft.com/office/drawing/2014/main" id="{233ACE73-AFB9-4AF7-99FD-A6CA8A6236B7}"/>
                  </a:ext>
                </a:extLst>
              </p:cNvPr>
              <p:cNvGrpSpPr>
                <a:grpSpLocks/>
              </p:cNvGrpSpPr>
              <p:nvPr/>
            </p:nvGrpSpPr>
            <p:grpSpPr bwMode="auto">
              <a:xfrm rot="-5400000">
                <a:off x="6165850" y="3155950"/>
                <a:ext cx="80963" cy="233363"/>
                <a:chOff x="3842" y="406"/>
                <a:chExt cx="51" cy="167"/>
              </a:xfrm>
            </p:grpSpPr>
            <p:sp>
              <p:nvSpPr>
                <p:cNvPr id="66765" name="Oval 29">
                  <a:extLst>
                    <a:ext uri="{FF2B5EF4-FFF2-40B4-BE49-F238E27FC236}">
                      <a16:creationId xmlns:a16="http://schemas.microsoft.com/office/drawing/2014/main" id="{B606CC12-ECA2-44EE-A5BA-BE26F048BA49}"/>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66" name="Oval 30">
                  <a:extLst>
                    <a:ext uri="{FF2B5EF4-FFF2-40B4-BE49-F238E27FC236}">
                      <a16:creationId xmlns:a16="http://schemas.microsoft.com/office/drawing/2014/main" id="{51C4A7A2-E618-4443-ADF2-6F90CD0D0872}"/>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67" name="Oval 31">
                  <a:extLst>
                    <a:ext uri="{FF2B5EF4-FFF2-40B4-BE49-F238E27FC236}">
                      <a16:creationId xmlns:a16="http://schemas.microsoft.com/office/drawing/2014/main" id="{9E57E075-A6DD-465C-9D8A-C9D0647CA1E4}"/>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6573" name="Line 32">
                <a:extLst>
                  <a:ext uri="{FF2B5EF4-FFF2-40B4-BE49-F238E27FC236}">
                    <a16:creationId xmlns:a16="http://schemas.microsoft.com/office/drawing/2014/main" id="{91AAA820-3F4A-412B-B646-67F3C433E347}"/>
                  </a:ext>
                </a:extLst>
              </p:cNvPr>
              <p:cNvSpPr>
                <a:spLocks noChangeShapeType="1"/>
              </p:cNvSpPr>
              <p:nvPr/>
            </p:nvSpPr>
            <p:spPr bwMode="auto">
              <a:xfrm>
                <a:off x="5989638" y="2986088"/>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4" name="Line 33">
                <a:extLst>
                  <a:ext uri="{FF2B5EF4-FFF2-40B4-BE49-F238E27FC236}">
                    <a16:creationId xmlns:a16="http://schemas.microsoft.com/office/drawing/2014/main" id="{D4689165-9796-4A2E-BD49-32398E67747F}"/>
                  </a:ext>
                </a:extLst>
              </p:cNvPr>
              <p:cNvSpPr>
                <a:spLocks noChangeShapeType="1"/>
              </p:cNvSpPr>
              <p:nvPr/>
            </p:nvSpPr>
            <p:spPr bwMode="auto">
              <a:xfrm>
                <a:off x="5992813" y="2982913"/>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5" name="Line 34">
                <a:extLst>
                  <a:ext uri="{FF2B5EF4-FFF2-40B4-BE49-F238E27FC236}">
                    <a16:creationId xmlns:a16="http://schemas.microsoft.com/office/drawing/2014/main" id="{62A85313-DDEB-4F61-9034-A28CE2CD486E}"/>
                  </a:ext>
                </a:extLst>
              </p:cNvPr>
              <p:cNvSpPr>
                <a:spLocks noChangeShapeType="1"/>
              </p:cNvSpPr>
              <p:nvPr/>
            </p:nvSpPr>
            <p:spPr bwMode="auto">
              <a:xfrm>
                <a:off x="6488113" y="2981325"/>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6" name="Line 35">
                <a:extLst>
                  <a:ext uri="{FF2B5EF4-FFF2-40B4-BE49-F238E27FC236}">
                    <a16:creationId xmlns:a16="http://schemas.microsoft.com/office/drawing/2014/main" id="{3730B5FC-5517-4C11-83EE-8C02CB184E54}"/>
                  </a:ext>
                </a:extLst>
              </p:cNvPr>
              <p:cNvSpPr>
                <a:spLocks noChangeShapeType="1"/>
              </p:cNvSpPr>
              <p:nvPr/>
            </p:nvSpPr>
            <p:spPr bwMode="auto">
              <a:xfrm>
                <a:off x="5689600" y="2446338"/>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7" name="Line 36">
                <a:extLst>
                  <a:ext uri="{FF2B5EF4-FFF2-40B4-BE49-F238E27FC236}">
                    <a16:creationId xmlns:a16="http://schemas.microsoft.com/office/drawing/2014/main" id="{1A0C75D4-5186-4D50-BCC0-DC36B1789F86}"/>
                  </a:ext>
                </a:extLst>
              </p:cNvPr>
              <p:cNvSpPr>
                <a:spLocks noChangeShapeType="1"/>
              </p:cNvSpPr>
              <p:nvPr/>
            </p:nvSpPr>
            <p:spPr bwMode="auto">
              <a:xfrm flipV="1">
                <a:off x="5702300" y="2732088"/>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8" name="Line 37">
                <a:extLst>
                  <a:ext uri="{FF2B5EF4-FFF2-40B4-BE49-F238E27FC236}">
                    <a16:creationId xmlns:a16="http://schemas.microsoft.com/office/drawing/2014/main" id="{C5EB2173-91D3-4F12-AEF9-0D6DC7C5A2B9}"/>
                  </a:ext>
                </a:extLst>
              </p:cNvPr>
              <p:cNvSpPr>
                <a:spLocks noChangeShapeType="1"/>
              </p:cNvSpPr>
              <p:nvPr/>
            </p:nvSpPr>
            <p:spPr bwMode="auto">
              <a:xfrm flipV="1">
                <a:off x="6229350" y="2817813"/>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6579" name="Group 38">
                <a:extLst>
                  <a:ext uri="{FF2B5EF4-FFF2-40B4-BE49-F238E27FC236}">
                    <a16:creationId xmlns:a16="http://schemas.microsoft.com/office/drawing/2014/main" id="{03C83325-341F-4A01-B564-2AEFBDCC7177}"/>
                  </a:ext>
                </a:extLst>
              </p:cNvPr>
              <p:cNvGrpSpPr>
                <a:grpSpLocks/>
              </p:cNvGrpSpPr>
              <p:nvPr/>
            </p:nvGrpSpPr>
            <p:grpSpPr bwMode="auto">
              <a:xfrm>
                <a:off x="6348413" y="3055938"/>
                <a:ext cx="209550" cy="395287"/>
                <a:chOff x="4180" y="783"/>
                <a:chExt cx="150" cy="307"/>
              </a:xfrm>
            </p:grpSpPr>
            <p:sp>
              <p:nvSpPr>
                <p:cNvPr id="66757" name="AutoShape 39">
                  <a:extLst>
                    <a:ext uri="{FF2B5EF4-FFF2-40B4-BE49-F238E27FC236}">
                      <a16:creationId xmlns:a16="http://schemas.microsoft.com/office/drawing/2014/main" id="{2BFFCD34-9156-44EF-B8C2-7F8F2956BB2D}"/>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58" name="Rectangle 40">
                  <a:extLst>
                    <a:ext uri="{FF2B5EF4-FFF2-40B4-BE49-F238E27FC236}">
                      <a16:creationId xmlns:a16="http://schemas.microsoft.com/office/drawing/2014/main" id="{DEA7851A-EA17-4645-B900-BECDC9EF8BAC}"/>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59" name="Rectangle 41">
                  <a:extLst>
                    <a:ext uri="{FF2B5EF4-FFF2-40B4-BE49-F238E27FC236}">
                      <a16:creationId xmlns:a16="http://schemas.microsoft.com/office/drawing/2014/main" id="{B5ED8E5C-142D-468D-94E8-EDA0CBF220AA}"/>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60" name="AutoShape 42">
                  <a:extLst>
                    <a:ext uri="{FF2B5EF4-FFF2-40B4-BE49-F238E27FC236}">
                      <a16:creationId xmlns:a16="http://schemas.microsoft.com/office/drawing/2014/main" id="{C6E6140D-EC6A-45D7-AABF-C4E30FB47F4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61" name="Line 43">
                  <a:extLst>
                    <a:ext uri="{FF2B5EF4-FFF2-40B4-BE49-F238E27FC236}">
                      <a16:creationId xmlns:a16="http://schemas.microsoft.com/office/drawing/2014/main" id="{5CB82A06-7835-4367-B19E-A5ED409D8AF5}"/>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62" name="Line 44">
                  <a:extLst>
                    <a:ext uri="{FF2B5EF4-FFF2-40B4-BE49-F238E27FC236}">
                      <a16:creationId xmlns:a16="http://schemas.microsoft.com/office/drawing/2014/main" id="{EF3C5C35-FAD7-42C5-B8CE-B7D2B8712087}"/>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63" name="Rectangle 45">
                  <a:extLst>
                    <a:ext uri="{FF2B5EF4-FFF2-40B4-BE49-F238E27FC236}">
                      <a16:creationId xmlns:a16="http://schemas.microsoft.com/office/drawing/2014/main" id="{7678EAD4-DC4B-4EE2-A2AC-D2781CA495C4}"/>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64" name="Rectangle 46">
                  <a:extLst>
                    <a:ext uri="{FF2B5EF4-FFF2-40B4-BE49-F238E27FC236}">
                      <a16:creationId xmlns:a16="http://schemas.microsoft.com/office/drawing/2014/main" id="{2A65C927-AA76-40DD-B585-75D716C0239A}"/>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6580" name="Group 47">
                <a:extLst>
                  <a:ext uri="{FF2B5EF4-FFF2-40B4-BE49-F238E27FC236}">
                    <a16:creationId xmlns:a16="http://schemas.microsoft.com/office/drawing/2014/main" id="{55624073-EF17-4D49-9A3F-8D86BB07C6B4}"/>
                  </a:ext>
                </a:extLst>
              </p:cNvPr>
              <p:cNvGrpSpPr>
                <a:grpSpLocks/>
              </p:cNvGrpSpPr>
              <p:nvPr/>
            </p:nvGrpSpPr>
            <p:grpSpPr bwMode="auto">
              <a:xfrm>
                <a:off x="5391150" y="3675063"/>
                <a:ext cx="479425" cy="925512"/>
                <a:chOff x="3314" y="1248"/>
                <a:chExt cx="344" cy="694"/>
              </a:xfrm>
            </p:grpSpPr>
            <p:graphicFrame>
              <p:nvGraphicFramePr>
                <p:cNvPr id="66748" name="Object 48">
                  <a:extLst>
                    <a:ext uri="{FF2B5EF4-FFF2-40B4-BE49-F238E27FC236}">
                      <a16:creationId xmlns:a16="http://schemas.microsoft.com/office/drawing/2014/main" id="{AB79588A-44E4-4810-8B66-591C44345994}"/>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749" name="Line 49">
                  <a:extLst>
                    <a:ext uri="{FF2B5EF4-FFF2-40B4-BE49-F238E27FC236}">
                      <a16:creationId xmlns:a16="http://schemas.microsoft.com/office/drawing/2014/main" id="{C15B605E-3029-4FAB-A20A-72D92D4C9205}"/>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6750" name="Object 50">
                  <a:extLst>
                    <a:ext uri="{FF2B5EF4-FFF2-40B4-BE49-F238E27FC236}">
                      <a16:creationId xmlns:a16="http://schemas.microsoft.com/office/drawing/2014/main" id="{02ABE103-C943-4212-B578-E6F1C76087F9}"/>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751" name="Line 51">
                  <a:extLst>
                    <a:ext uri="{FF2B5EF4-FFF2-40B4-BE49-F238E27FC236}">
                      <a16:creationId xmlns:a16="http://schemas.microsoft.com/office/drawing/2014/main" id="{9A30ECFD-0255-48A2-AB5D-8B3E1FF89C4F}"/>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6752" name="Group 52">
                  <a:extLst>
                    <a:ext uri="{FF2B5EF4-FFF2-40B4-BE49-F238E27FC236}">
                      <a16:creationId xmlns:a16="http://schemas.microsoft.com/office/drawing/2014/main" id="{8CB8D301-6232-47C6-99E1-CD77744B9ABB}"/>
                    </a:ext>
                  </a:extLst>
                </p:cNvPr>
                <p:cNvGrpSpPr>
                  <a:grpSpLocks/>
                </p:cNvGrpSpPr>
                <p:nvPr/>
              </p:nvGrpSpPr>
              <p:grpSpPr bwMode="auto">
                <a:xfrm>
                  <a:off x="3404" y="1504"/>
                  <a:ext cx="51" cy="167"/>
                  <a:chOff x="3842" y="406"/>
                  <a:chExt cx="51" cy="167"/>
                </a:xfrm>
              </p:grpSpPr>
              <p:sp>
                <p:nvSpPr>
                  <p:cNvPr id="66754" name="Oval 53">
                    <a:extLst>
                      <a:ext uri="{FF2B5EF4-FFF2-40B4-BE49-F238E27FC236}">
                        <a16:creationId xmlns:a16="http://schemas.microsoft.com/office/drawing/2014/main" id="{641A90DB-F929-4C30-A751-D4B5294C1661}"/>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55" name="Oval 54">
                    <a:extLst>
                      <a:ext uri="{FF2B5EF4-FFF2-40B4-BE49-F238E27FC236}">
                        <a16:creationId xmlns:a16="http://schemas.microsoft.com/office/drawing/2014/main" id="{591508CD-A74E-4B0F-949A-9DA52E262F71}"/>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56" name="Oval 55">
                    <a:extLst>
                      <a:ext uri="{FF2B5EF4-FFF2-40B4-BE49-F238E27FC236}">
                        <a16:creationId xmlns:a16="http://schemas.microsoft.com/office/drawing/2014/main" id="{05B758FD-049A-437E-B178-5F59713BB786}"/>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6753" name="Line 56">
                  <a:extLst>
                    <a:ext uri="{FF2B5EF4-FFF2-40B4-BE49-F238E27FC236}">
                      <a16:creationId xmlns:a16="http://schemas.microsoft.com/office/drawing/2014/main" id="{E97B318C-33AB-403A-9040-6CF607D8FDF3}"/>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66581" name="Object 57">
                <a:extLst>
                  <a:ext uri="{FF2B5EF4-FFF2-40B4-BE49-F238E27FC236}">
                    <a16:creationId xmlns:a16="http://schemas.microsoft.com/office/drawing/2014/main" id="{7261A5A6-BDCD-4F19-9DF9-D3328BCA7955}"/>
                  </a:ext>
                </a:extLst>
              </p:cNvPr>
              <p:cNvGraphicFramePr>
                <a:graphicFrameLocks noChangeAspect="1"/>
              </p:cNvGraphicFramePr>
              <p:nvPr/>
            </p:nvGraphicFramePr>
            <p:xfrm>
              <a:off x="6259513" y="4684713"/>
              <a:ext cx="417512" cy="331787"/>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9513" y="4684713"/>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82" name="Object 58">
                <a:extLst>
                  <a:ext uri="{FF2B5EF4-FFF2-40B4-BE49-F238E27FC236}">
                    <a16:creationId xmlns:a16="http://schemas.microsoft.com/office/drawing/2014/main" id="{25A5F680-261B-44C3-99AE-9D2FD082C139}"/>
                  </a:ext>
                </a:extLst>
              </p:cNvPr>
              <p:cNvGraphicFramePr>
                <a:graphicFrameLocks noChangeAspect="1"/>
              </p:cNvGraphicFramePr>
              <p:nvPr/>
            </p:nvGraphicFramePr>
            <p:xfrm>
              <a:off x="5645150" y="4673600"/>
              <a:ext cx="415925" cy="330200"/>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5150" y="4673600"/>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83" name="Oval 59">
                <a:extLst>
                  <a:ext uri="{FF2B5EF4-FFF2-40B4-BE49-F238E27FC236}">
                    <a16:creationId xmlns:a16="http://schemas.microsoft.com/office/drawing/2014/main" id="{F952452B-CCDE-4371-A1FE-0C4751339257}"/>
                  </a:ext>
                </a:extLst>
              </p:cNvPr>
              <p:cNvSpPr>
                <a:spLocks noChangeArrowheads="1"/>
              </p:cNvSpPr>
              <p:nvPr/>
            </p:nvSpPr>
            <p:spPr bwMode="auto">
              <a:xfrm rot="-5400000">
                <a:off x="6061869" y="4777581"/>
                <a:ext cx="63500"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584" name="Oval 60">
                <a:extLst>
                  <a:ext uri="{FF2B5EF4-FFF2-40B4-BE49-F238E27FC236}">
                    <a16:creationId xmlns:a16="http://schemas.microsoft.com/office/drawing/2014/main" id="{3F760B38-3B87-4A4F-AAA4-6F3ED0A1DA2B}"/>
                  </a:ext>
                </a:extLst>
              </p:cNvPr>
              <p:cNvSpPr>
                <a:spLocks noChangeArrowheads="1"/>
              </p:cNvSpPr>
              <p:nvPr/>
            </p:nvSpPr>
            <p:spPr bwMode="auto">
              <a:xfrm rot="-5400000">
                <a:off x="6146801" y="4775200"/>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585" name="Oval 61">
                <a:extLst>
                  <a:ext uri="{FF2B5EF4-FFF2-40B4-BE49-F238E27FC236}">
                    <a16:creationId xmlns:a16="http://schemas.microsoft.com/office/drawing/2014/main" id="{3338BCBF-BC07-47D4-80AC-673688F74455}"/>
                  </a:ext>
                </a:extLst>
              </p:cNvPr>
              <p:cNvSpPr>
                <a:spLocks noChangeArrowheads="1"/>
              </p:cNvSpPr>
              <p:nvPr/>
            </p:nvSpPr>
            <p:spPr bwMode="auto">
              <a:xfrm rot="-5400000">
                <a:off x="6224587" y="4779963"/>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586" name="Line 62">
                <a:extLst>
                  <a:ext uri="{FF2B5EF4-FFF2-40B4-BE49-F238E27FC236}">
                    <a16:creationId xmlns:a16="http://schemas.microsoft.com/office/drawing/2014/main" id="{FBDB8F98-2A37-4CE4-A9A4-917089A4573C}"/>
                  </a:ext>
                </a:extLst>
              </p:cNvPr>
              <p:cNvSpPr>
                <a:spLocks noChangeShapeType="1"/>
              </p:cNvSpPr>
              <p:nvPr/>
            </p:nvSpPr>
            <p:spPr bwMode="auto">
              <a:xfrm rot="-5400000">
                <a:off x="6484144" y="4660107"/>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7" name="Line 63">
                <a:extLst>
                  <a:ext uri="{FF2B5EF4-FFF2-40B4-BE49-F238E27FC236}">
                    <a16:creationId xmlns:a16="http://schemas.microsoft.com/office/drawing/2014/main" id="{1F233B38-9585-4693-91FB-E675E0B3406F}"/>
                  </a:ext>
                </a:extLst>
              </p:cNvPr>
              <p:cNvSpPr>
                <a:spLocks noChangeShapeType="1"/>
              </p:cNvSpPr>
              <p:nvPr/>
            </p:nvSpPr>
            <p:spPr bwMode="auto">
              <a:xfrm rot="5400000" flipH="1">
                <a:off x="5857875" y="4651375"/>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8" name="Line 64">
                <a:extLst>
                  <a:ext uri="{FF2B5EF4-FFF2-40B4-BE49-F238E27FC236}">
                    <a16:creationId xmlns:a16="http://schemas.microsoft.com/office/drawing/2014/main" id="{4F9F3918-7219-4045-811C-290F72611FF6}"/>
                  </a:ext>
                </a:extLst>
              </p:cNvPr>
              <p:cNvSpPr>
                <a:spLocks noChangeShapeType="1"/>
              </p:cNvSpPr>
              <p:nvPr/>
            </p:nvSpPr>
            <p:spPr bwMode="auto">
              <a:xfrm rot="16200000" flipV="1">
                <a:off x="6204744" y="4302919"/>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9" name="Line 65">
                <a:extLst>
                  <a:ext uri="{FF2B5EF4-FFF2-40B4-BE49-F238E27FC236}">
                    <a16:creationId xmlns:a16="http://schemas.microsoft.com/office/drawing/2014/main" id="{7854F1BD-7A87-4CD2-9AF1-87F18A240AD1}"/>
                  </a:ext>
                </a:extLst>
              </p:cNvPr>
              <p:cNvSpPr>
                <a:spLocks noChangeShapeType="1"/>
              </p:cNvSpPr>
              <p:nvPr/>
            </p:nvSpPr>
            <p:spPr bwMode="auto">
              <a:xfrm flipV="1">
                <a:off x="5870575" y="4251325"/>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90" name="Line 66">
                <a:extLst>
                  <a:ext uri="{FF2B5EF4-FFF2-40B4-BE49-F238E27FC236}">
                    <a16:creationId xmlns:a16="http://schemas.microsoft.com/office/drawing/2014/main" id="{E524DC8F-7D7F-4D03-8325-38CCC27F13F2}"/>
                  </a:ext>
                </a:extLst>
              </p:cNvPr>
              <p:cNvSpPr>
                <a:spLocks noChangeShapeType="1"/>
              </p:cNvSpPr>
              <p:nvPr/>
            </p:nvSpPr>
            <p:spPr bwMode="auto">
              <a:xfrm>
                <a:off x="6472238" y="4297363"/>
                <a:ext cx="303212" cy="3857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91" name="Line 67">
                <a:extLst>
                  <a:ext uri="{FF2B5EF4-FFF2-40B4-BE49-F238E27FC236}">
                    <a16:creationId xmlns:a16="http://schemas.microsoft.com/office/drawing/2014/main" id="{53F4C7D6-56BA-4188-988E-9230A30C1E6D}"/>
                  </a:ext>
                </a:extLst>
              </p:cNvPr>
              <p:cNvSpPr>
                <a:spLocks noChangeShapeType="1"/>
              </p:cNvSpPr>
              <p:nvPr/>
            </p:nvSpPr>
            <p:spPr bwMode="auto">
              <a:xfrm flipH="1">
                <a:off x="7267575" y="4294188"/>
                <a:ext cx="279400" cy="392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6592" name="Object 68">
                <a:extLst>
                  <a:ext uri="{FF2B5EF4-FFF2-40B4-BE49-F238E27FC236}">
                    <a16:creationId xmlns:a16="http://schemas.microsoft.com/office/drawing/2014/main" id="{2291FF52-35F6-42F1-BAAE-82E15AE890F8}"/>
                  </a:ext>
                </a:extLst>
              </p:cNvPr>
              <p:cNvGraphicFramePr>
                <a:graphicFrameLocks noChangeAspect="1"/>
              </p:cNvGraphicFramePr>
              <p:nvPr/>
            </p:nvGraphicFramePr>
            <p:xfrm>
              <a:off x="7445375" y="3846513"/>
              <a:ext cx="203200" cy="241300"/>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6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45375" y="3846513"/>
                            <a:ext cx="2032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93" name="Object 69">
                <a:extLst>
                  <a:ext uri="{FF2B5EF4-FFF2-40B4-BE49-F238E27FC236}">
                    <a16:creationId xmlns:a16="http://schemas.microsoft.com/office/drawing/2014/main" id="{361743A3-8EB4-4D14-A2BB-36960962F44A}"/>
                  </a:ext>
                </a:extLst>
              </p:cNvPr>
              <p:cNvGraphicFramePr>
                <a:graphicFrameLocks noChangeAspect="1"/>
              </p:cNvGraphicFramePr>
              <p:nvPr/>
            </p:nvGraphicFramePr>
            <p:xfrm>
              <a:off x="6108700" y="3927475"/>
              <a:ext cx="203200" cy="239713"/>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08700" y="3927475"/>
                            <a:ext cx="203200"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94" name="Freeform 70">
                <a:extLst>
                  <a:ext uri="{FF2B5EF4-FFF2-40B4-BE49-F238E27FC236}">
                    <a16:creationId xmlns:a16="http://schemas.microsoft.com/office/drawing/2014/main" id="{7D1ABEF5-F5BA-4E40-A8B9-72049E76A33B}"/>
                  </a:ext>
                </a:extLst>
              </p:cNvPr>
              <p:cNvSpPr>
                <a:spLocks/>
              </p:cNvSpPr>
              <p:nvPr/>
            </p:nvSpPr>
            <p:spPr bwMode="auto">
              <a:xfrm>
                <a:off x="6189663" y="3702050"/>
                <a:ext cx="1354137" cy="304800"/>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6595" name="Group 71">
                <a:extLst>
                  <a:ext uri="{FF2B5EF4-FFF2-40B4-BE49-F238E27FC236}">
                    <a16:creationId xmlns:a16="http://schemas.microsoft.com/office/drawing/2014/main" id="{1FBF77E7-E8B1-42FE-8853-CF7C51BCFFF6}"/>
                  </a:ext>
                </a:extLst>
              </p:cNvPr>
              <p:cNvGrpSpPr>
                <a:grpSpLocks/>
              </p:cNvGrpSpPr>
              <p:nvPr/>
            </p:nvGrpSpPr>
            <p:grpSpPr bwMode="auto">
              <a:xfrm>
                <a:off x="6456363" y="5124450"/>
                <a:ext cx="406400" cy="427038"/>
                <a:chOff x="2870" y="1518"/>
                <a:chExt cx="292" cy="320"/>
              </a:xfrm>
            </p:grpSpPr>
            <p:graphicFrame>
              <p:nvGraphicFramePr>
                <p:cNvPr id="66746" name="Object 72">
                  <a:extLst>
                    <a:ext uri="{FF2B5EF4-FFF2-40B4-BE49-F238E27FC236}">
                      <a16:creationId xmlns:a16="http://schemas.microsoft.com/office/drawing/2014/main" id="{AABFAC8F-EFA2-4AEA-9915-82E454254C4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47" name="Object 73">
                  <a:extLst>
                    <a:ext uri="{FF2B5EF4-FFF2-40B4-BE49-F238E27FC236}">
                      <a16:creationId xmlns:a16="http://schemas.microsoft.com/office/drawing/2014/main" id="{B93477DD-A6F4-483D-BD4A-97E17E6DE33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7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6596" name="Group 74">
                <a:extLst>
                  <a:ext uri="{FF2B5EF4-FFF2-40B4-BE49-F238E27FC236}">
                    <a16:creationId xmlns:a16="http://schemas.microsoft.com/office/drawing/2014/main" id="{C3427B85-66CB-456A-90E8-A9828A7C1EC8}"/>
                  </a:ext>
                </a:extLst>
              </p:cNvPr>
              <p:cNvGrpSpPr>
                <a:grpSpLocks/>
              </p:cNvGrpSpPr>
              <p:nvPr/>
            </p:nvGrpSpPr>
            <p:grpSpPr bwMode="auto">
              <a:xfrm>
                <a:off x="7234238" y="5156200"/>
                <a:ext cx="406400" cy="427038"/>
                <a:chOff x="2870" y="1518"/>
                <a:chExt cx="292" cy="320"/>
              </a:xfrm>
            </p:grpSpPr>
            <p:graphicFrame>
              <p:nvGraphicFramePr>
                <p:cNvPr id="66744" name="Object 75">
                  <a:extLst>
                    <a:ext uri="{FF2B5EF4-FFF2-40B4-BE49-F238E27FC236}">
                      <a16:creationId xmlns:a16="http://schemas.microsoft.com/office/drawing/2014/main" id="{7836CC3E-66C0-4066-9CCD-F8B8A5502EF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7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45" name="Object 76">
                  <a:extLst>
                    <a:ext uri="{FF2B5EF4-FFF2-40B4-BE49-F238E27FC236}">
                      <a16:creationId xmlns:a16="http://schemas.microsoft.com/office/drawing/2014/main" id="{3F802ED9-07F4-40A6-9259-10511ADEC62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7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6597" name="Group 77">
                <a:extLst>
                  <a:ext uri="{FF2B5EF4-FFF2-40B4-BE49-F238E27FC236}">
                    <a16:creationId xmlns:a16="http://schemas.microsoft.com/office/drawing/2014/main" id="{CF7EBA0B-D41C-41AC-9043-6BD24153BAE6}"/>
                  </a:ext>
                </a:extLst>
              </p:cNvPr>
              <p:cNvGrpSpPr>
                <a:grpSpLocks/>
              </p:cNvGrpSpPr>
              <p:nvPr/>
            </p:nvGrpSpPr>
            <p:grpSpPr bwMode="auto">
              <a:xfrm>
                <a:off x="6819900" y="4872038"/>
                <a:ext cx="379413" cy="376237"/>
                <a:chOff x="4733" y="2082"/>
                <a:chExt cx="272" cy="282"/>
              </a:xfrm>
            </p:grpSpPr>
            <p:graphicFrame>
              <p:nvGraphicFramePr>
                <p:cNvPr id="66742" name="Object 78">
                  <a:extLst>
                    <a:ext uri="{FF2B5EF4-FFF2-40B4-BE49-F238E27FC236}">
                      <a16:creationId xmlns:a16="http://schemas.microsoft.com/office/drawing/2014/main" id="{C7BCFDEE-8AD2-471A-8037-54491471C732}"/>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7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743" name="Rectangle 79">
                  <a:extLst>
                    <a:ext uri="{FF2B5EF4-FFF2-40B4-BE49-F238E27FC236}">
                      <a16:creationId xmlns:a16="http://schemas.microsoft.com/office/drawing/2014/main" id="{6A57D285-EDB0-4776-BDD0-A5D5D0365293}"/>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6598" name="Line 80">
                <a:extLst>
                  <a:ext uri="{FF2B5EF4-FFF2-40B4-BE49-F238E27FC236}">
                    <a16:creationId xmlns:a16="http://schemas.microsoft.com/office/drawing/2014/main" id="{25421E8B-9B05-41F3-9E88-70675EE4DF6D}"/>
                  </a:ext>
                </a:extLst>
              </p:cNvPr>
              <p:cNvSpPr>
                <a:spLocks noChangeShapeType="1"/>
              </p:cNvSpPr>
              <p:nvPr/>
            </p:nvSpPr>
            <p:spPr bwMode="auto">
              <a:xfrm>
                <a:off x="7126288" y="477520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6599" name="Group 81">
                <a:extLst>
                  <a:ext uri="{FF2B5EF4-FFF2-40B4-BE49-F238E27FC236}">
                    <a16:creationId xmlns:a16="http://schemas.microsoft.com/office/drawing/2014/main" id="{4914587D-749F-4DB5-A8D6-7814B099442E}"/>
                  </a:ext>
                </a:extLst>
              </p:cNvPr>
              <p:cNvGrpSpPr>
                <a:grpSpLocks/>
              </p:cNvGrpSpPr>
              <p:nvPr/>
            </p:nvGrpSpPr>
            <p:grpSpPr bwMode="auto">
              <a:xfrm>
                <a:off x="7847013" y="4198938"/>
                <a:ext cx="207962" cy="409575"/>
                <a:chOff x="4180" y="783"/>
                <a:chExt cx="150" cy="307"/>
              </a:xfrm>
            </p:grpSpPr>
            <p:sp>
              <p:nvSpPr>
                <p:cNvPr id="66734" name="AutoShape 82">
                  <a:extLst>
                    <a:ext uri="{FF2B5EF4-FFF2-40B4-BE49-F238E27FC236}">
                      <a16:creationId xmlns:a16="http://schemas.microsoft.com/office/drawing/2014/main" id="{DCAF7A09-1C63-4FEB-85B1-A41021D7828A}"/>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35" name="Rectangle 83">
                  <a:extLst>
                    <a:ext uri="{FF2B5EF4-FFF2-40B4-BE49-F238E27FC236}">
                      <a16:creationId xmlns:a16="http://schemas.microsoft.com/office/drawing/2014/main" id="{35EA0DA5-41BC-4A02-BC79-18DCB9F604D9}"/>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36" name="Rectangle 84">
                  <a:extLst>
                    <a:ext uri="{FF2B5EF4-FFF2-40B4-BE49-F238E27FC236}">
                      <a16:creationId xmlns:a16="http://schemas.microsoft.com/office/drawing/2014/main" id="{AB1ECFB3-A730-4427-A0F7-08984E759C9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37" name="AutoShape 85">
                  <a:extLst>
                    <a:ext uri="{FF2B5EF4-FFF2-40B4-BE49-F238E27FC236}">
                      <a16:creationId xmlns:a16="http://schemas.microsoft.com/office/drawing/2014/main" id="{CE1FEE05-F85F-4EA4-943D-4020A6E94EEF}"/>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38" name="Line 86">
                  <a:extLst>
                    <a:ext uri="{FF2B5EF4-FFF2-40B4-BE49-F238E27FC236}">
                      <a16:creationId xmlns:a16="http://schemas.microsoft.com/office/drawing/2014/main" id="{E1C70D06-7F55-44AA-802A-FD8839983F77}"/>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39" name="Line 87">
                  <a:extLst>
                    <a:ext uri="{FF2B5EF4-FFF2-40B4-BE49-F238E27FC236}">
                      <a16:creationId xmlns:a16="http://schemas.microsoft.com/office/drawing/2014/main" id="{8469A74D-1B12-4EF7-A198-83AF905F5AFA}"/>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40" name="Rectangle 88">
                  <a:extLst>
                    <a:ext uri="{FF2B5EF4-FFF2-40B4-BE49-F238E27FC236}">
                      <a16:creationId xmlns:a16="http://schemas.microsoft.com/office/drawing/2014/main" id="{8A92AB79-F03A-4313-A6C1-D46A3563F420}"/>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41" name="Rectangle 89">
                  <a:extLst>
                    <a:ext uri="{FF2B5EF4-FFF2-40B4-BE49-F238E27FC236}">
                      <a16:creationId xmlns:a16="http://schemas.microsoft.com/office/drawing/2014/main" id="{92B6197A-F8CF-41B7-9A79-3DACD2FF1DD5}"/>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66600" name="Group 90">
                <a:extLst>
                  <a:ext uri="{FF2B5EF4-FFF2-40B4-BE49-F238E27FC236}">
                    <a16:creationId xmlns:a16="http://schemas.microsoft.com/office/drawing/2014/main" id="{E0FE016F-6AF5-4A9F-8574-96F67F53CE18}"/>
                  </a:ext>
                </a:extLst>
              </p:cNvPr>
              <p:cNvGrpSpPr>
                <a:grpSpLocks/>
              </p:cNvGrpSpPr>
              <p:nvPr/>
            </p:nvGrpSpPr>
            <p:grpSpPr bwMode="auto">
              <a:xfrm>
                <a:off x="7834313" y="4643438"/>
                <a:ext cx="207962" cy="409575"/>
                <a:chOff x="4180" y="783"/>
                <a:chExt cx="150" cy="307"/>
              </a:xfrm>
            </p:grpSpPr>
            <p:sp>
              <p:nvSpPr>
                <p:cNvPr id="66726" name="AutoShape 91">
                  <a:extLst>
                    <a:ext uri="{FF2B5EF4-FFF2-40B4-BE49-F238E27FC236}">
                      <a16:creationId xmlns:a16="http://schemas.microsoft.com/office/drawing/2014/main" id="{89EC11A2-2F3B-4EB8-A984-2F485A00FD3E}"/>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27" name="Rectangle 92">
                  <a:extLst>
                    <a:ext uri="{FF2B5EF4-FFF2-40B4-BE49-F238E27FC236}">
                      <a16:creationId xmlns:a16="http://schemas.microsoft.com/office/drawing/2014/main" id="{EEF514F4-CF43-41E8-A529-AB273CDF9C9F}"/>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28" name="Rectangle 93">
                  <a:extLst>
                    <a:ext uri="{FF2B5EF4-FFF2-40B4-BE49-F238E27FC236}">
                      <a16:creationId xmlns:a16="http://schemas.microsoft.com/office/drawing/2014/main" id="{5FD6720E-7187-4FC2-9532-0F080EADE23F}"/>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29" name="AutoShape 94">
                  <a:extLst>
                    <a:ext uri="{FF2B5EF4-FFF2-40B4-BE49-F238E27FC236}">
                      <a16:creationId xmlns:a16="http://schemas.microsoft.com/office/drawing/2014/main" id="{524FEA77-5353-4781-AF26-B8195CDC2915}"/>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30" name="Line 95">
                  <a:extLst>
                    <a:ext uri="{FF2B5EF4-FFF2-40B4-BE49-F238E27FC236}">
                      <a16:creationId xmlns:a16="http://schemas.microsoft.com/office/drawing/2014/main" id="{993C1A9E-2F64-4E97-AEAB-76AB3DDD447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31" name="Line 96">
                  <a:extLst>
                    <a:ext uri="{FF2B5EF4-FFF2-40B4-BE49-F238E27FC236}">
                      <a16:creationId xmlns:a16="http://schemas.microsoft.com/office/drawing/2014/main" id="{3458B4C9-93CC-4EAC-B068-21C986CE9C36}"/>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32" name="Rectangle 97">
                  <a:extLst>
                    <a:ext uri="{FF2B5EF4-FFF2-40B4-BE49-F238E27FC236}">
                      <a16:creationId xmlns:a16="http://schemas.microsoft.com/office/drawing/2014/main" id="{036CAB20-4130-4AA3-BAD3-C6E5040594F2}"/>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33" name="Rectangle 98">
                  <a:extLst>
                    <a:ext uri="{FF2B5EF4-FFF2-40B4-BE49-F238E27FC236}">
                      <a16:creationId xmlns:a16="http://schemas.microsoft.com/office/drawing/2014/main" id="{51D54237-CBEE-4789-A226-2C345EF0333D}"/>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66601" name="Line 99">
                <a:extLst>
                  <a:ext uri="{FF2B5EF4-FFF2-40B4-BE49-F238E27FC236}">
                    <a16:creationId xmlns:a16="http://schemas.microsoft.com/office/drawing/2014/main" id="{6165CA6E-EC7B-45AC-9235-8088E562600C}"/>
                  </a:ext>
                </a:extLst>
              </p:cNvPr>
              <p:cNvSpPr>
                <a:spLocks noChangeShapeType="1"/>
              </p:cNvSpPr>
              <p:nvPr/>
            </p:nvSpPr>
            <p:spPr bwMode="auto">
              <a:xfrm rot="5400000" flipH="1">
                <a:off x="7460456" y="4572794"/>
                <a:ext cx="611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2" name="Line 100">
                <a:extLst>
                  <a:ext uri="{FF2B5EF4-FFF2-40B4-BE49-F238E27FC236}">
                    <a16:creationId xmlns:a16="http://schemas.microsoft.com/office/drawing/2014/main" id="{CEFA82AC-00AB-4728-AA89-173103F05FAC}"/>
                  </a:ext>
                </a:extLst>
              </p:cNvPr>
              <p:cNvSpPr>
                <a:spLocks noChangeShapeType="1"/>
              </p:cNvSpPr>
              <p:nvPr/>
            </p:nvSpPr>
            <p:spPr bwMode="auto">
              <a:xfrm rot="-5400000">
                <a:off x="7814469" y="4825206"/>
                <a:ext cx="0" cy="103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3" name="Line 101">
                <a:extLst>
                  <a:ext uri="{FF2B5EF4-FFF2-40B4-BE49-F238E27FC236}">
                    <a16:creationId xmlns:a16="http://schemas.microsoft.com/office/drawing/2014/main" id="{9302210D-93E6-479A-B485-E8C685F34828}"/>
                  </a:ext>
                </a:extLst>
              </p:cNvPr>
              <p:cNvSpPr>
                <a:spLocks noChangeShapeType="1"/>
              </p:cNvSpPr>
              <p:nvPr/>
            </p:nvSpPr>
            <p:spPr bwMode="auto">
              <a:xfrm rot="-5400000">
                <a:off x="7804150" y="4356100"/>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4" name="Line 102">
                <a:extLst>
                  <a:ext uri="{FF2B5EF4-FFF2-40B4-BE49-F238E27FC236}">
                    <a16:creationId xmlns:a16="http://schemas.microsoft.com/office/drawing/2014/main" id="{40B74FA3-90B2-4653-90A4-CEFBEEDE3735}"/>
                  </a:ext>
                </a:extLst>
              </p:cNvPr>
              <p:cNvSpPr>
                <a:spLocks noChangeShapeType="1"/>
              </p:cNvSpPr>
              <p:nvPr/>
            </p:nvSpPr>
            <p:spPr bwMode="auto">
              <a:xfrm flipV="1">
                <a:off x="6483350" y="2497138"/>
                <a:ext cx="458788"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5" name="Line 103">
                <a:extLst>
                  <a:ext uri="{FF2B5EF4-FFF2-40B4-BE49-F238E27FC236}">
                    <a16:creationId xmlns:a16="http://schemas.microsoft.com/office/drawing/2014/main" id="{4C49CE00-AB55-4372-8109-F56F73889268}"/>
                  </a:ext>
                </a:extLst>
              </p:cNvPr>
              <p:cNvSpPr>
                <a:spLocks noChangeShapeType="1"/>
              </p:cNvSpPr>
              <p:nvPr/>
            </p:nvSpPr>
            <p:spPr bwMode="auto">
              <a:xfrm>
                <a:off x="7418388" y="2481263"/>
                <a:ext cx="485775"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6" name="Line 104">
                <a:extLst>
                  <a:ext uri="{FF2B5EF4-FFF2-40B4-BE49-F238E27FC236}">
                    <a16:creationId xmlns:a16="http://schemas.microsoft.com/office/drawing/2014/main" id="{410D94BE-8B36-4A44-9245-F7161B0F1C62}"/>
                  </a:ext>
                </a:extLst>
              </p:cNvPr>
              <p:cNvSpPr>
                <a:spLocks noChangeShapeType="1"/>
              </p:cNvSpPr>
              <p:nvPr/>
            </p:nvSpPr>
            <p:spPr bwMode="auto">
              <a:xfrm flipH="1">
                <a:off x="7937500" y="2817813"/>
                <a:ext cx="24130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7" name="Line 105">
                <a:extLst>
                  <a:ext uri="{FF2B5EF4-FFF2-40B4-BE49-F238E27FC236}">
                    <a16:creationId xmlns:a16="http://schemas.microsoft.com/office/drawing/2014/main" id="{9BD7521B-0F2E-4AD7-9C3E-E9A1D891F473}"/>
                  </a:ext>
                </a:extLst>
              </p:cNvPr>
              <p:cNvSpPr>
                <a:spLocks noChangeShapeType="1"/>
              </p:cNvSpPr>
              <p:nvPr/>
            </p:nvSpPr>
            <p:spPr bwMode="auto">
              <a:xfrm>
                <a:off x="7167563" y="2593975"/>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8" name="Line 106">
                <a:extLst>
                  <a:ext uri="{FF2B5EF4-FFF2-40B4-BE49-F238E27FC236}">
                    <a16:creationId xmlns:a16="http://schemas.microsoft.com/office/drawing/2014/main" id="{89FE3262-FE9D-42C2-8B9B-2065C29B77EB}"/>
                  </a:ext>
                </a:extLst>
              </p:cNvPr>
              <p:cNvSpPr>
                <a:spLocks noChangeShapeType="1"/>
              </p:cNvSpPr>
              <p:nvPr/>
            </p:nvSpPr>
            <p:spPr bwMode="auto">
              <a:xfrm>
                <a:off x="7192963" y="3241675"/>
                <a:ext cx="534987"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09" name="Line 107">
                <a:extLst>
                  <a:ext uri="{FF2B5EF4-FFF2-40B4-BE49-F238E27FC236}">
                    <a16:creationId xmlns:a16="http://schemas.microsoft.com/office/drawing/2014/main" id="{03EB1A95-1E30-469F-BB6E-CD5DF264A75A}"/>
                  </a:ext>
                </a:extLst>
              </p:cNvPr>
              <p:cNvSpPr>
                <a:spLocks noChangeShapeType="1"/>
              </p:cNvSpPr>
              <p:nvPr/>
            </p:nvSpPr>
            <p:spPr bwMode="auto">
              <a:xfrm flipH="1">
                <a:off x="7653338" y="3706813"/>
                <a:ext cx="26670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10" name="Line 108">
                <a:extLst>
                  <a:ext uri="{FF2B5EF4-FFF2-40B4-BE49-F238E27FC236}">
                    <a16:creationId xmlns:a16="http://schemas.microsoft.com/office/drawing/2014/main" id="{F153E7B0-9ECB-4595-9992-C362C218B896}"/>
                  </a:ext>
                </a:extLst>
              </p:cNvPr>
              <p:cNvSpPr>
                <a:spLocks noChangeShapeType="1"/>
              </p:cNvSpPr>
              <p:nvPr/>
            </p:nvSpPr>
            <p:spPr bwMode="auto">
              <a:xfrm flipH="1">
                <a:off x="7426325" y="2786063"/>
                <a:ext cx="560388"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11" name="Line 109">
                <a:extLst>
                  <a:ext uri="{FF2B5EF4-FFF2-40B4-BE49-F238E27FC236}">
                    <a16:creationId xmlns:a16="http://schemas.microsoft.com/office/drawing/2014/main" id="{A6A27D75-A7DA-4554-8E21-8EBA617F78BA}"/>
                  </a:ext>
                </a:extLst>
              </p:cNvPr>
              <p:cNvSpPr>
                <a:spLocks noChangeShapeType="1"/>
              </p:cNvSpPr>
              <p:nvPr/>
            </p:nvSpPr>
            <p:spPr bwMode="auto">
              <a:xfrm flipH="1">
                <a:off x="7435850" y="2225675"/>
                <a:ext cx="350838" cy="255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12" name="Line 110">
                <a:extLst>
                  <a:ext uri="{FF2B5EF4-FFF2-40B4-BE49-F238E27FC236}">
                    <a16:creationId xmlns:a16="http://schemas.microsoft.com/office/drawing/2014/main" id="{6794A99A-B3A9-4828-AAAD-307757AE0834}"/>
                  </a:ext>
                </a:extLst>
              </p:cNvPr>
              <p:cNvSpPr>
                <a:spLocks noChangeShapeType="1"/>
              </p:cNvSpPr>
              <p:nvPr/>
            </p:nvSpPr>
            <p:spPr bwMode="auto">
              <a:xfrm flipH="1">
                <a:off x="8153400" y="2401888"/>
                <a:ext cx="201613" cy="176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6613" name="Group 111">
                <a:extLst>
                  <a:ext uri="{FF2B5EF4-FFF2-40B4-BE49-F238E27FC236}">
                    <a16:creationId xmlns:a16="http://schemas.microsoft.com/office/drawing/2014/main" id="{343D10E3-1D6D-46E4-88B0-DD153298193C}"/>
                  </a:ext>
                </a:extLst>
              </p:cNvPr>
              <p:cNvGrpSpPr>
                <a:grpSpLocks/>
              </p:cNvGrpSpPr>
              <p:nvPr/>
            </p:nvGrpSpPr>
            <p:grpSpPr bwMode="auto">
              <a:xfrm>
                <a:off x="5964238" y="2593975"/>
                <a:ext cx="501650" cy="233363"/>
                <a:chOff x="3600" y="219"/>
                <a:chExt cx="360" cy="175"/>
              </a:xfrm>
            </p:grpSpPr>
            <p:sp>
              <p:nvSpPr>
                <p:cNvPr id="66713" name="Oval 112">
                  <a:extLst>
                    <a:ext uri="{FF2B5EF4-FFF2-40B4-BE49-F238E27FC236}">
                      <a16:creationId xmlns:a16="http://schemas.microsoft.com/office/drawing/2014/main" id="{4305C8CA-4A0C-45B5-BBEF-866D3AFBE75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14" name="Line 113">
                  <a:extLst>
                    <a:ext uri="{FF2B5EF4-FFF2-40B4-BE49-F238E27FC236}">
                      <a16:creationId xmlns:a16="http://schemas.microsoft.com/office/drawing/2014/main" id="{7BAA2C6E-0A8D-45DC-8B4D-09633349AB7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15" name="Line 114">
                  <a:extLst>
                    <a:ext uri="{FF2B5EF4-FFF2-40B4-BE49-F238E27FC236}">
                      <a16:creationId xmlns:a16="http://schemas.microsoft.com/office/drawing/2014/main" id="{D7283247-B096-4244-8D59-0F35B8D4512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16" name="Rectangle 115">
                  <a:extLst>
                    <a:ext uri="{FF2B5EF4-FFF2-40B4-BE49-F238E27FC236}">
                      <a16:creationId xmlns:a16="http://schemas.microsoft.com/office/drawing/2014/main" id="{FAA0265D-D62A-424D-A01B-C585A94ADC3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717" name="Oval 116">
                  <a:extLst>
                    <a:ext uri="{FF2B5EF4-FFF2-40B4-BE49-F238E27FC236}">
                      <a16:creationId xmlns:a16="http://schemas.microsoft.com/office/drawing/2014/main" id="{1DD0B9F2-57B6-4E62-9B6C-366E789179D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718" name="Group 117">
                  <a:extLst>
                    <a:ext uri="{FF2B5EF4-FFF2-40B4-BE49-F238E27FC236}">
                      <a16:creationId xmlns:a16="http://schemas.microsoft.com/office/drawing/2014/main" id="{80D35A73-33A2-4C43-864F-5F7590590746}"/>
                    </a:ext>
                  </a:extLst>
                </p:cNvPr>
                <p:cNvGrpSpPr>
                  <a:grpSpLocks/>
                </p:cNvGrpSpPr>
                <p:nvPr/>
              </p:nvGrpSpPr>
              <p:grpSpPr bwMode="auto">
                <a:xfrm>
                  <a:off x="3686" y="244"/>
                  <a:ext cx="177" cy="66"/>
                  <a:chOff x="2848" y="848"/>
                  <a:chExt cx="140" cy="98"/>
                </a:xfrm>
              </p:grpSpPr>
              <p:sp>
                <p:nvSpPr>
                  <p:cNvPr id="66723" name="Line 118">
                    <a:extLst>
                      <a:ext uri="{FF2B5EF4-FFF2-40B4-BE49-F238E27FC236}">
                        <a16:creationId xmlns:a16="http://schemas.microsoft.com/office/drawing/2014/main" id="{663BBBE7-7583-407E-9D58-0349C9AF478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24" name="Line 119">
                    <a:extLst>
                      <a:ext uri="{FF2B5EF4-FFF2-40B4-BE49-F238E27FC236}">
                        <a16:creationId xmlns:a16="http://schemas.microsoft.com/office/drawing/2014/main" id="{159457BF-073B-4B5A-A1BA-C90B9DDA70A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25" name="Line 120">
                    <a:extLst>
                      <a:ext uri="{FF2B5EF4-FFF2-40B4-BE49-F238E27FC236}">
                        <a16:creationId xmlns:a16="http://schemas.microsoft.com/office/drawing/2014/main" id="{AC5AD1A0-2952-41A0-A884-E66AA78A83B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719" name="Group 121">
                  <a:extLst>
                    <a:ext uri="{FF2B5EF4-FFF2-40B4-BE49-F238E27FC236}">
                      <a16:creationId xmlns:a16="http://schemas.microsoft.com/office/drawing/2014/main" id="{2DB25103-5EE8-4EC1-BD94-63293E77AD25}"/>
                    </a:ext>
                  </a:extLst>
                </p:cNvPr>
                <p:cNvGrpSpPr>
                  <a:grpSpLocks/>
                </p:cNvGrpSpPr>
                <p:nvPr/>
              </p:nvGrpSpPr>
              <p:grpSpPr bwMode="auto">
                <a:xfrm flipV="1">
                  <a:off x="3686" y="243"/>
                  <a:ext cx="177" cy="66"/>
                  <a:chOff x="2848" y="848"/>
                  <a:chExt cx="140" cy="98"/>
                </a:xfrm>
              </p:grpSpPr>
              <p:sp>
                <p:nvSpPr>
                  <p:cNvPr id="66720" name="Line 122">
                    <a:extLst>
                      <a:ext uri="{FF2B5EF4-FFF2-40B4-BE49-F238E27FC236}">
                        <a16:creationId xmlns:a16="http://schemas.microsoft.com/office/drawing/2014/main" id="{45E6AD8E-EF41-484A-9BB9-F3F30818C56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21" name="Line 123">
                    <a:extLst>
                      <a:ext uri="{FF2B5EF4-FFF2-40B4-BE49-F238E27FC236}">
                        <a16:creationId xmlns:a16="http://schemas.microsoft.com/office/drawing/2014/main" id="{7F23F6DD-9157-4689-859D-7446376E252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22" name="Line 124">
                    <a:extLst>
                      <a:ext uri="{FF2B5EF4-FFF2-40B4-BE49-F238E27FC236}">
                        <a16:creationId xmlns:a16="http://schemas.microsoft.com/office/drawing/2014/main" id="{B3B78A95-2840-461A-B43C-42CF06B1194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614" name="Group 125">
                <a:extLst>
                  <a:ext uri="{FF2B5EF4-FFF2-40B4-BE49-F238E27FC236}">
                    <a16:creationId xmlns:a16="http://schemas.microsoft.com/office/drawing/2014/main" id="{7E016000-CAFC-44EC-AD1A-DBE8BDDAD1C3}"/>
                  </a:ext>
                </a:extLst>
              </p:cNvPr>
              <p:cNvGrpSpPr>
                <a:grpSpLocks/>
              </p:cNvGrpSpPr>
              <p:nvPr/>
            </p:nvGrpSpPr>
            <p:grpSpPr bwMode="auto">
              <a:xfrm>
                <a:off x="6916738" y="2365375"/>
                <a:ext cx="501650" cy="233363"/>
                <a:chOff x="3600" y="219"/>
                <a:chExt cx="360" cy="175"/>
              </a:xfrm>
            </p:grpSpPr>
            <p:sp>
              <p:nvSpPr>
                <p:cNvPr id="66700" name="Oval 126">
                  <a:extLst>
                    <a:ext uri="{FF2B5EF4-FFF2-40B4-BE49-F238E27FC236}">
                      <a16:creationId xmlns:a16="http://schemas.microsoft.com/office/drawing/2014/main" id="{9CEF0396-EA8F-4E7B-8663-202F6EBDE45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701" name="Line 127">
                  <a:extLst>
                    <a:ext uri="{FF2B5EF4-FFF2-40B4-BE49-F238E27FC236}">
                      <a16:creationId xmlns:a16="http://schemas.microsoft.com/office/drawing/2014/main" id="{C07B9847-2EB5-40C2-91A8-FD383B14821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02" name="Line 128">
                  <a:extLst>
                    <a:ext uri="{FF2B5EF4-FFF2-40B4-BE49-F238E27FC236}">
                      <a16:creationId xmlns:a16="http://schemas.microsoft.com/office/drawing/2014/main" id="{7C513561-1759-45D2-B565-2E26F184B9D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03" name="Rectangle 129">
                  <a:extLst>
                    <a:ext uri="{FF2B5EF4-FFF2-40B4-BE49-F238E27FC236}">
                      <a16:creationId xmlns:a16="http://schemas.microsoft.com/office/drawing/2014/main" id="{3252FA7E-7AD6-4911-B1C9-CF9F77493BB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704" name="Oval 130">
                  <a:extLst>
                    <a:ext uri="{FF2B5EF4-FFF2-40B4-BE49-F238E27FC236}">
                      <a16:creationId xmlns:a16="http://schemas.microsoft.com/office/drawing/2014/main" id="{CEC10592-5D73-4D44-9554-0DF699E132B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705" name="Group 131">
                  <a:extLst>
                    <a:ext uri="{FF2B5EF4-FFF2-40B4-BE49-F238E27FC236}">
                      <a16:creationId xmlns:a16="http://schemas.microsoft.com/office/drawing/2014/main" id="{AA45B357-A009-4348-8EC4-C02A429ACDE9}"/>
                    </a:ext>
                  </a:extLst>
                </p:cNvPr>
                <p:cNvGrpSpPr>
                  <a:grpSpLocks/>
                </p:cNvGrpSpPr>
                <p:nvPr/>
              </p:nvGrpSpPr>
              <p:grpSpPr bwMode="auto">
                <a:xfrm>
                  <a:off x="3686" y="244"/>
                  <a:ext cx="177" cy="66"/>
                  <a:chOff x="2848" y="848"/>
                  <a:chExt cx="140" cy="98"/>
                </a:xfrm>
              </p:grpSpPr>
              <p:sp>
                <p:nvSpPr>
                  <p:cNvPr id="66710" name="Line 132">
                    <a:extLst>
                      <a:ext uri="{FF2B5EF4-FFF2-40B4-BE49-F238E27FC236}">
                        <a16:creationId xmlns:a16="http://schemas.microsoft.com/office/drawing/2014/main" id="{66EE3655-41BE-4CCD-8129-250F8454EA3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11" name="Line 133">
                    <a:extLst>
                      <a:ext uri="{FF2B5EF4-FFF2-40B4-BE49-F238E27FC236}">
                        <a16:creationId xmlns:a16="http://schemas.microsoft.com/office/drawing/2014/main" id="{C162F527-321A-4CB3-9A98-6E93A7E1573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12" name="Line 134">
                    <a:extLst>
                      <a:ext uri="{FF2B5EF4-FFF2-40B4-BE49-F238E27FC236}">
                        <a16:creationId xmlns:a16="http://schemas.microsoft.com/office/drawing/2014/main" id="{FADB1D2D-07C9-454A-B401-44B4CF2BF9C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706" name="Group 135">
                  <a:extLst>
                    <a:ext uri="{FF2B5EF4-FFF2-40B4-BE49-F238E27FC236}">
                      <a16:creationId xmlns:a16="http://schemas.microsoft.com/office/drawing/2014/main" id="{0CFB3050-1E21-4B10-9706-A38F34CE711F}"/>
                    </a:ext>
                  </a:extLst>
                </p:cNvPr>
                <p:cNvGrpSpPr>
                  <a:grpSpLocks/>
                </p:cNvGrpSpPr>
                <p:nvPr/>
              </p:nvGrpSpPr>
              <p:grpSpPr bwMode="auto">
                <a:xfrm flipV="1">
                  <a:off x="3686" y="243"/>
                  <a:ext cx="177" cy="66"/>
                  <a:chOff x="2848" y="848"/>
                  <a:chExt cx="140" cy="98"/>
                </a:xfrm>
              </p:grpSpPr>
              <p:sp>
                <p:nvSpPr>
                  <p:cNvPr id="66707" name="Line 136">
                    <a:extLst>
                      <a:ext uri="{FF2B5EF4-FFF2-40B4-BE49-F238E27FC236}">
                        <a16:creationId xmlns:a16="http://schemas.microsoft.com/office/drawing/2014/main" id="{BF64611D-6A21-43E7-941B-AFF4DC5545C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08" name="Line 137">
                    <a:extLst>
                      <a:ext uri="{FF2B5EF4-FFF2-40B4-BE49-F238E27FC236}">
                        <a16:creationId xmlns:a16="http://schemas.microsoft.com/office/drawing/2014/main" id="{128D075E-031D-41C2-BB08-402B9FC386E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09" name="Line 138">
                    <a:extLst>
                      <a:ext uri="{FF2B5EF4-FFF2-40B4-BE49-F238E27FC236}">
                        <a16:creationId xmlns:a16="http://schemas.microsoft.com/office/drawing/2014/main" id="{10DFC849-48AD-4553-853F-F1AD08606D3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615" name="Group 139">
                <a:extLst>
                  <a:ext uri="{FF2B5EF4-FFF2-40B4-BE49-F238E27FC236}">
                    <a16:creationId xmlns:a16="http://schemas.microsoft.com/office/drawing/2014/main" id="{9CF2F5D5-DC60-4CA8-B749-ADFEECA2094E}"/>
                  </a:ext>
                </a:extLst>
              </p:cNvPr>
              <p:cNvGrpSpPr>
                <a:grpSpLocks/>
              </p:cNvGrpSpPr>
              <p:nvPr/>
            </p:nvGrpSpPr>
            <p:grpSpPr bwMode="auto">
              <a:xfrm>
                <a:off x="6934200" y="3022600"/>
                <a:ext cx="501650" cy="233363"/>
                <a:chOff x="3600" y="219"/>
                <a:chExt cx="360" cy="175"/>
              </a:xfrm>
            </p:grpSpPr>
            <p:sp>
              <p:nvSpPr>
                <p:cNvPr id="66687" name="Oval 140">
                  <a:extLst>
                    <a:ext uri="{FF2B5EF4-FFF2-40B4-BE49-F238E27FC236}">
                      <a16:creationId xmlns:a16="http://schemas.microsoft.com/office/drawing/2014/main" id="{27873F8F-1032-4E4D-8EA4-073EF39C7C2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688" name="Line 141">
                  <a:extLst>
                    <a:ext uri="{FF2B5EF4-FFF2-40B4-BE49-F238E27FC236}">
                      <a16:creationId xmlns:a16="http://schemas.microsoft.com/office/drawing/2014/main" id="{E8087B2B-7E7D-4EBE-8116-B4C0E51623A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89" name="Line 142">
                  <a:extLst>
                    <a:ext uri="{FF2B5EF4-FFF2-40B4-BE49-F238E27FC236}">
                      <a16:creationId xmlns:a16="http://schemas.microsoft.com/office/drawing/2014/main" id="{CD7A9E09-9954-4DC8-BA12-996CB4F01AA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90" name="Rectangle 143">
                  <a:extLst>
                    <a:ext uri="{FF2B5EF4-FFF2-40B4-BE49-F238E27FC236}">
                      <a16:creationId xmlns:a16="http://schemas.microsoft.com/office/drawing/2014/main" id="{A5C191E0-0427-4F0D-8692-9CCBB6B6001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691" name="Oval 144">
                  <a:extLst>
                    <a:ext uri="{FF2B5EF4-FFF2-40B4-BE49-F238E27FC236}">
                      <a16:creationId xmlns:a16="http://schemas.microsoft.com/office/drawing/2014/main" id="{596EF7B0-8A86-42F5-A6FB-305D400D96C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692" name="Group 145">
                  <a:extLst>
                    <a:ext uri="{FF2B5EF4-FFF2-40B4-BE49-F238E27FC236}">
                      <a16:creationId xmlns:a16="http://schemas.microsoft.com/office/drawing/2014/main" id="{F01FCA9E-3AE2-4FB0-A0EF-363CD98CBFD1}"/>
                    </a:ext>
                  </a:extLst>
                </p:cNvPr>
                <p:cNvGrpSpPr>
                  <a:grpSpLocks/>
                </p:cNvGrpSpPr>
                <p:nvPr/>
              </p:nvGrpSpPr>
              <p:grpSpPr bwMode="auto">
                <a:xfrm>
                  <a:off x="3686" y="244"/>
                  <a:ext cx="177" cy="66"/>
                  <a:chOff x="2848" y="848"/>
                  <a:chExt cx="140" cy="98"/>
                </a:xfrm>
              </p:grpSpPr>
              <p:sp>
                <p:nvSpPr>
                  <p:cNvPr id="66697" name="Line 146">
                    <a:extLst>
                      <a:ext uri="{FF2B5EF4-FFF2-40B4-BE49-F238E27FC236}">
                        <a16:creationId xmlns:a16="http://schemas.microsoft.com/office/drawing/2014/main" id="{7320D43A-6532-4025-A415-22C75C74125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98" name="Line 147">
                    <a:extLst>
                      <a:ext uri="{FF2B5EF4-FFF2-40B4-BE49-F238E27FC236}">
                        <a16:creationId xmlns:a16="http://schemas.microsoft.com/office/drawing/2014/main" id="{34756342-5D4E-4980-8E69-84615DD66CA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99" name="Line 148">
                    <a:extLst>
                      <a:ext uri="{FF2B5EF4-FFF2-40B4-BE49-F238E27FC236}">
                        <a16:creationId xmlns:a16="http://schemas.microsoft.com/office/drawing/2014/main" id="{E93DF65F-FF81-4E74-A9D3-5E388C812AB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693" name="Group 149">
                  <a:extLst>
                    <a:ext uri="{FF2B5EF4-FFF2-40B4-BE49-F238E27FC236}">
                      <a16:creationId xmlns:a16="http://schemas.microsoft.com/office/drawing/2014/main" id="{F2A66131-229D-4657-98DE-016BA0C5A0F3}"/>
                    </a:ext>
                  </a:extLst>
                </p:cNvPr>
                <p:cNvGrpSpPr>
                  <a:grpSpLocks/>
                </p:cNvGrpSpPr>
                <p:nvPr/>
              </p:nvGrpSpPr>
              <p:grpSpPr bwMode="auto">
                <a:xfrm flipV="1">
                  <a:off x="3686" y="243"/>
                  <a:ext cx="177" cy="66"/>
                  <a:chOff x="2848" y="848"/>
                  <a:chExt cx="140" cy="98"/>
                </a:xfrm>
              </p:grpSpPr>
              <p:sp>
                <p:nvSpPr>
                  <p:cNvPr id="66694" name="Line 150">
                    <a:extLst>
                      <a:ext uri="{FF2B5EF4-FFF2-40B4-BE49-F238E27FC236}">
                        <a16:creationId xmlns:a16="http://schemas.microsoft.com/office/drawing/2014/main" id="{74A2DF3B-DA8F-4529-8DCA-4205CB0C0F6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95" name="Line 151">
                    <a:extLst>
                      <a:ext uri="{FF2B5EF4-FFF2-40B4-BE49-F238E27FC236}">
                        <a16:creationId xmlns:a16="http://schemas.microsoft.com/office/drawing/2014/main" id="{DCB284C4-B875-4678-85FC-6A03F76E4ED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96" name="Line 152">
                    <a:extLst>
                      <a:ext uri="{FF2B5EF4-FFF2-40B4-BE49-F238E27FC236}">
                        <a16:creationId xmlns:a16="http://schemas.microsoft.com/office/drawing/2014/main" id="{F67BCDC1-393C-4158-9A4E-236A0E28199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616" name="Group 153">
                <a:extLst>
                  <a:ext uri="{FF2B5EF4-FFF2-40B4-BE49-F238E27FC236}">
                    <a16:creationId xmlns:a16="http://schemas.microsoft.com/office/drawing/2014/main" id="{DD1597F2-71A6-42F3-A8DE-88CBBA171AFD}"/>
                  </a:ext>
                </a:extLst>
              </p:cNvPr>
              <p:cNvGrpSpPr>
                <a:grpSpLocks/>
              </p:cNvGrpSpPr>
              <p:nvPr/>
            </p:nvGrpSpPr>
            <p:grpSpPr bwMode="auto">
              <a:xfrm>
                <a:off x="7904163" y="2573338"/>
                <a:ext cx="500062" cy="233362"/>
                <a:chOff x="3600" y="219"/>
                <a:chExt cx="360" cy="175"/>
              </a:xfrm>
            </p:grpSpPr>
            <p:sp>
              <p:nvSpPr>
                <p:cNvPr id="66674" name="Oval 154">
                  <a:extLst>
                    <a:ext uri="{FF2B5EF4-FFF2-40B4-BE49-F238E27FC236}">
                      <a16:creationId xmlns:a16="http://schemas.microsoft.com/office/drawing/2014/main" id="{6856D75E-3BE3-4496-9E94-DF5946DB5109}"/>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675" name="Line 155">
                  <a:extLst>
                    <a:ext uri="{FF2B5EF4-FFF2-40B4-BE49-F238E27FC236}">
                      <a16:creationId xmlns:a16="http://schemas.microsoft.com/office/drawing/2014/main" id="{15C9DCB6-C70D-46B9-A168-8E9225D9737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76" name="Line 156">
                  <a:extLst>
                    <a:ext uri="{FF2B5EF4-FFF2-40B4-BE49-F238E27FC236}">
                      <a16:creationId xmlns:a16="http://schemas.microsoft.com/office/drawing/2014/main" id="{87B8CFFA-B707-44E8-BEEF-FAA94BBC526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77" name="Rectangle 157">
                  <a:extLst>
                    <a:ext uri="{FF2B5EF4-FFF2-40B4-BE49-F238E27FC236}">
                      <a16:creationId xmlns:a16="http://schemas.microsoft.com/office/drawing/2014/main" id="{F16971C0-FF73-4C86-9588-6AC3896F6D3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678" name="Oval 158">
                  <a:extLst>
                    <a:ext uri="{FF2B5EF4-FFF2-40B4-BE49-F238E27FC236}">
                      <a16:creationId xmlns:a16="http://schemas.microsoft.com/office/drawing/2014/main" id="{F7C7D9FB-A81B-4943-8265-00F8CF74C08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679" name="Group 159">
                  <a:extLst>
                    <a:ext uri="{FF2B5EF4-FFF2-40B4-BE49-F238E27FC236}">
                      <a16:creationId xmlns:a16="http://schemas.microsoft.com/office/drawing/2014/main" id="{9ACC688D-C4DF-493D-A62D-17B1F1686666}"/>
                    </a:ext>
                  </a:extLst>
                </p:cNvPr>
                <p:cNvGrpSpPr>
                  <a:grpSpLocks/>
                </p:cNvGrpSpPr>
                <p:nvPr/>
              </p:nvGrpSpPr>
              <p:grpSpPr bwMode="auto">
                <a:xfrm>
                  <a:off x="3686" y="244"/>
                  <a:ext cx="177" cy="66"/>
                  <a:chOff x="2848" y="848"/>
                  <a:chExt cx="140" cy="98"/>
                </a:xfrm>
              </p:grpSpPr>
              <p:sp>
                <p:nvSpPr>
                  <p:cNvPr id="66684" name="Line 160">
                    <a:extLst>
                      <a:ext uri="{FF2B5EF4-FFF2-40B4-BE49-F238E27FC236}">
                        <a16:creationId xmlns:a16="http://schemas.microsoft.com/office/drawing/2014/main" id="{DC92DBFB-3906-4139-9A6C-FA3D8805D5D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85" name="Line 161">
                    <a:extLst>
                      <a:ext uri="{FF2B5EF4-FFF2-40B4-BE49-F238E27FC236}">
                        <a16:creationId xmlns:a16="http://schemas.microsoft.com/office/drawing/2014/main" id="{C02898F8-0B14-4B5D-8E84-E78373EE849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86" name="Line 162">
                    <a:extLst>
                      <a:ext uri="{FF2B5EF4-FFF2-40B4-BE49-F238E27FC236}">
                        <a16:creationId xmlns:a16="http://schemas.microsoft.com/office/drawing/2014/main" id="{69F5AD9D-4F37-4382-97E8-3D22DDD3282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680" name="Group 163">
                  <a:extLst>
                    <a:ext uri="{FF2B5EF4-FFF2-40B4-BE49-F238E27FC236}">
                      <a16:creationId xmlns:a16="http://schemas.microsoft.com/office/drawing/2014/main" id="{6B37F4D6-4BB6-4BD5-8BD2-0EC789E8AE7E}"/>
                    </a:ext>
                  </a:extLst>
                </p:cNvPr>
                <p:cNvGrpSpPr>
                  <a:grpSpLocks/>
                </p:cNvGrpSpPr>
                <p:nvPr/>
              </p:nvGrpSpPr>
              <p:grpSpPr bwMode="auto">
                <a:xfrm flipV="1">
                  <a:off x="3686" y="243"/>
                  <a:ext cx="177" cy="66"/>
                  <a:chOff x="2848" y="848"/>
                  <a:chExt cx="140" cy="98"/>
                </a:xfrm>
              </p:grpSpPr>
              <p:sp>
                <p:nvSpPr>
                  <p:cNvPr id="66681" name="Line 164">
                    <a:extLst>
                      <a:ext uri="{FF2B5EF4-FFF2-40B4-BE49-F238E27FC236}">
                        <a16:creationId xmlns:a16="http://schemas.microsoft.com/office/drawing/2014/main" id="{96EE8093-8A17-49C0-B8FB-1DE3F5BD3C0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82" name="Line 165">
                    <a:extLst>
                      <a:ext uri="{FF2B5EF4-FFF2-40B4-BE49-F238E27FC236}">
                        <a16:creationId xmlns:a16="http://schemas.microsoft.com/office/drawing/2014/main" id="{5DC53C8D-853B-4681-ABB5-B04020FCA12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83" name="Line 166">
                    <a:extLst>
                      <a:ext uri="{FF2B5EF4-FFF2-40B4-BE49-F238E27FC236}">
                        <a16:creationId xmlns:a16="http://schemas.microsoft.com/office/drawing/2014/main" id="{F3B5C9BA-7FDA-496E-90A4-E5093B279B3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617" name="Group 167">
                <a:extLst>
                  <a:ext uri="{FF2B5EF4-FFF2-40B4-BE49-F238E27FC236}">
                    <a16:creationId xmlns:a16="http://schemas.microsoft.com/office/drawing/2014/main" id="{0A1BF131-7FE6-42ED-8D16-20E12AD0DEE1}"/>
                  </a:ext>
                </a:extLst>
              </p:cNvPr>
              <p:cNvGrpSpPr>
                <a:grpSpLocks/>
              </p:cNvGrpSpPr>
              <p:nvPr/>
            </p:nvGrpSpPr>
            <p:grpSpPr bwMode="auto">
              <a:xfrm>
                <a:off x="7710488" y="3470275"/>
                <a:ext cx="501650" cy="233363"/>
                <a:chOff x="3600" y="219"/>
                <a:chExt cx="360" cy="175"/>
              </a:xfrm>
            </p:grpSpPr>
            <p:sp>
              <p:nvSpPr>
                <p:cNvPr id="66661" name="Oval 168">
                  <a:extLst>
                    <a:ext uri="{FF2B5EF4-FFF2-40B4-BE49-F238E27FC236}">
                      <a16:creationId xmlns:a16="http://schemas.microsoft.com/office/drawing/2014/main" id="{7FC05A03-49BA-4D56-96F8-CDFE0D37D58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662" name="Line 169">
                  <a:extLst>
                    <a:ext uri="{FF2B5EF4-FFF2-40B4-BE49-F238E27FC236}">
                      <a16:creationId xmlns:a16="http://schemas.microsoft.com/office/drawing/2014/main" id="{6CBB0C26-B19B-4BBE-B94F-1F2CFC9845A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63" name="Line 170">
                  <a:extLst>
                    <a:ext uri="{FF2B5EF4-FFF2-40B4-BE49-F238E27FC236}">
                      <a16:creationId xmlns:a16="http://schemas.microsoft.com/office/drawing/2014/main" id="{04513353-41D2-4CD8-9407-4A3E11AB6F3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64" name="Rectangle 171">
                  <a:extLst>
                    <a:ext uri="{FF2B5EF4-FFF2-40B4-BE49-F238E27FC236}">
                      <a16:creationId xmlns:a16="http://schemas.microsoft.com/office/drawing/2014/main" id="{A3BB9E33-74AF-4D75-B651-85528DCE66A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665" name="Oval 172">
                  <a:extLst>
                    <a:ext uri="{FF2B5EF4-FFF2-40B4-BE49-F238E27FC236}">
                      <a16:creationId xmlns:a16="http://schemas.microsoft.com/office/drawing/2014/main" id="{CC419D90-68F7-47E1-B62F-A47D59E89BDB}"/>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666" name="Group 173">
                  <a:extLst>
                    <a:ext uri="{FF2B5EF4-FFF2-40B4-BE49-F238E27FC236}">
                      <a16:creationId xmlns:a16="http://schemas.microsoft.com/office/drawing/2014/main" id="{8F41211F-746B-4A2F-94FE-619E28DE46A8}"/>
                    </a:ext>
                  </a:extLst>
                </p:cNvPr>
                <p:cNvGrpSpPr>
                  <a:grpSpLocks/>
                </p:cNvGrpSpPr>
                <p:nvPr/>
              </p:nvGrpSpPr>
              <p:grpSpPr bwMode="auto">
                <a:xfrm>
                  <a:off x="3686" y="244"/>
                  <a:ext cx="177" cy="66"/>
                  <a:chOff x="2848" y="848"/>
                  <a:chExt cx="140" cy="98"/>
                </a:xfrm>
              </p:grpSpPr>
              <p:sp>
                <p:nvSpPr>
                  <p:cNvPr id="66671" name="Line 174">
                    <a:extLst>
                      <a:ext uri="{FF2B5EF4-FFF2-40B4-BE49-F238E27FC236}">
                        <a16:creationId xmlns:a16="http://schemas.microsoft.com/office/drawing/2014/main" id="{19B89DB8-868D-423D-AD36-9B0C2EC4BBD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72" name="Line 175">
                    <a:extLst>
                      <a:ext uri="{FF2B5EF4-FFF2-40B4-BE49-F238E27FC236}">
                        <a16:creationId xmlns:a16="http://schemas.microsoft.com/office/drawing/2014/main" id="{8B42F59F-2639-4100-8B12-45594CC7B65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73" name="Line 176">
                    <a:extLst>
                      <a:ext uri="{FF2B5EF4-FFF2-40B4-BE49-F238E27FC236}">
                        <a16:creationId xmlns:a16="http://schemas.microsoft.com/office/drawing/2014/main" id="{172FC641-9C1B-4247-89FB-6245551BB9A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667" name="Group 177">
                  <a:extLst>
                    <a:ext uri="{FF2B5EF4-FFF2-40B4-BE49-F238E27FC236}">
                      <a16:creationId xmlns:a16="http://schemas.microsoft.com/office/drawing/2014/main" id="{F3F3CACC-5429-42F2-9DA3-6DBBE89C9180}"/>
                    </a:ext>
                  </a:extLst>
                </p:cNvPr>
                <p:cNvGrpSpPr>
                  <a:grpSpLocks/>
                </p:cNvGrpSpPr>
                <p:nvPr/>
              </p:nvGrpSpPr>
              <p:grpSpPr bwMode="auto">
                <a:xfrm flipV="1">
                  <a:off x="3686" y="243"/>
                  <a:ext cx="177" cy="66"/>
                  <a:chOff x="2848" y="848"/>
                  <a:chExt cx="140" cy="98"/>
                </a:xfrm>
              </p:grpSpPr>
              <p:sp>
                <p:nvSpPr>
                  <p:cNvPr id="66668" name="Line 178">
                    <a:extLst>
                      <a:ext uri="{FF2B5EF4-FFF2-40B4-BE49-F238E27FC236}">
                        <a16:creationId xmlns:a16="http://schemas.microsoft.com/office/drawing/2014/main" id="{3E21668D-F985-40E3-9AC6-EAE907C931C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69" name="Line 179">
                    <a:extLst>
                      <a:ext uri="{FF2B5EF4-FFF2-40B4-BE49-F238E27FC236}">
                        <a16:creationId xmlns:a16="http://schemas.microsoft.com/office/drawing/2014/main" id="{7E9C6774-82BE-4EA3-8D81-202C5385D14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70" name="Line 180">
                    <a:extLst>
                      <a:ext uri="{FF2B5EF4-FFF2-40B4-BE49-F238E27FC236}">
                        <a16:creationId xmlns:a16="http://schemas.microsoft.com/office/drawing/2014/main" id="{CADCEDFD-8E2B-4EDC-B2A6-66042AE707D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618" name="Group 181">
                <a:extLst>
                  <a:ext uri="{FF2B5EF4-FFF2-40B4-BE49-F238E27FC236}">
                    <a16:creationId xmlns:a16="http://schemas.microsoft.com/office/drawing/2014/main" id="{809CEE89-D8EA-4815-BFAB-F5350BACC4B1}"/>
                  </a:ext>
                </a:extLst>
              </p:cNvPr>
              <p:cNvGrpSpPr>
                <a:grpSpLocks/>
              </p:cNvGrpSpPr>
              <p:nvPr/>
            </p:nvGrpSpPr>
            <p:grpSpPr bwMode="auto">
              <a:xfrm>
                <a:off x="7377113" y="4054475"/>
                <a:ext cx="501650" cy="234950"/>
                <a:chOff x="3600" y="219"/>
                <a:chExt cx="360" cy="175"/>
              </a:xfrm>
            </p:grpSpPr>
            <p:sp>
              <p:nvSpPr>
                <p:cNvPr id="66648" name="Oval 182">
                  <a:extLst>
                    <a:ext uri="{FF2B5EF4-FFF2-40B4-BE49-F238E27FC236}">
                      <a16:creationId xmlns:a16="http://schemas.microsoft.com/office/drawing/2014/main" id="{D1E1EAF4-0D38-4334-9D1A-BD4E8DED14A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649" name="Line 183">
                  <a:extLst>
                    <a:ext uri="{FF2B5EF4-FFF2-40B4-BE49-F238E27FC236}">
                      <a16:creationId xmlns:a16="http://schemas.microsoft.com/office/drawing/2014/main" id="{C0C55643-13A4-45D5-9D43-87B80144F82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50" name="Line 184">
                  <a:extLst>
                    <a:ext uri="{FF2B5EF4-FFF2-40B4-BE49-F238E27FC236}">
                      <a16:creationId xmlns:a16="http://schemas.microsoft.com/office/drawing/2014/main" id="{09DBE0D6-AFAC-4E92-B9C7-429CFD2A8636}"/>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51" name="Rectangle 185">
                  <a:extLst>
                    <a:ext uri="{FF2B5EF4-FFF2-40B4-BE49-F238E27FC236}">
                      <a16:creationId xmlns:a16="http://schemas.microsoft.com/office/drawing/2014/main" id="{44BACFD9-A378-432F-B303-357710EA777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652" name="Oval 186">
                  <a:extLst>
                    <a:ext uri="{FF2B5EF4-FFF2-40B4-BE49-F238E27FC236}">
                      <a16:creationId xmlns:a16="http://schemas.microsoft.com/office/drawing/2014/main" id="{E3FF14B7-89E1-4377-9C9D-2EAB779AB32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653" name="Group 187">
                  <a:extLst>
                    <a:ext uri="{FF2B5EF4-FFF2-40B4-BE49-F238E27FC236}">
                      <a16:creationId xmlns:a16="http://schemas.microsoft.com/office/drawing/2014/main" id="{6C0289B3-7077-4DE8-8485-E91A8C8F0F98}"/>
                    </a:ext>
                  </a:extLst>
                </p:cNvPr>
                <p:cNvGrpSpPr>
                  <a:grpSpLocks/>
                </p:cNvGrpSpPr>
                <p:nvPr/>
              </p:nvGrpSpPr>
              <p:grpSpPr bwMode="auto">
                <a:xfrm>
                  <a:off x="3686" y="244"/>
                  <a:ext cx="177" cy="66"/>
                  <a:chOff x="2848" y="848"/>
                  <a:chExt cx="140" cy="98"/>
                </a:xfrm>
              </p:grpSpPr>
              <p:sp>
                <p:nvSpPr>
                  <p:cNvPr id="66658" name="Line 188">
                    <a:extLst>
                      <a:ext uri="{FF2B5EF4-FFF2-40B4-BE49-F238E27FC236}">
                        <a16:creationId xmlns:a16="http://schemas.microsoft.com/office/drawing/2014/main" id="{72BD2CE1-1530-4E37-A8E5-0054F241F87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59" name="Line 189">
                    <a:extLst>
                      <a:ext uri="{FF2B5EF4-FFF2-40B4-BE49-F238E27FC236}">
                        <a16:creationId xmlns:a16="http://schemas.microsoft.com/office/drawing/2014/main" id="{7857C700-3EB1-4D14-84C7-088C2EF0467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60" name="Line 190">
                    <a:extLst>
                      <a:ext uri="{FF2B5EF4-FFF2-40B4-BE49-F238E27FC236}">
                        <a16:creationId xmlns:a16="http://schemas.microsoft.com/office/drawing/2014/main" id="{B4C93A8A-9287-40CF-8830-D11E4312A79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654" name="Group 191">
                  <a:extLst>
                    <a:ext uri="{FF2B5EF4-FFF2-40B4-BE49-F238E27FC236}">
                      <a16:creationId xmlns:a16="http://schemas.microsoft.com/office/drawing/2014/main" id="{C4FEFD59-3F1A-4925-87D4-69FE2E788B74}"/>
                    </a:ext>
                  </a:extLst>
                </p:cNvPr>
                <p:cNvGrpSpPr>
                  <a:grpSpLocks/>
                </p:cNvGrpSpPr>
                <p:nvPr/>
              </p:nvGrpSpPr>
              <p:grpSpPr bwMode="auto">
                <a:xfrm flipV="1">
                  <a:off x="3686" y="243"/>
                  <a:ext cx="177" cy="66"/>
                  <a:chOff x="2848" y="848"/>
                  <a:chExt cx="140" cy="98"/>
                </a:xfrm>
              </p:grpSpPr>
              <p:sp>
                <p:nvSpPr>
                  <p:cNvPr id="66655" name="Line 192">
                    <a:extLst>
                      <a:ext uri="{FF2B5EF4-FFF2-40B4-BE49-F238E27FC236}">
                        <a16:creationId xmlns:a16="http://schemas.microsoft.com/office/drawing/2014/main" id="{7F418D0A-8E6F-4B46-A517-0BB60D4B84E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56" name="Line 193">
                    <a:extLst>
                      <a:ext uri="{FF2B5EF4-FFF2-40B4-BE49-F238E27FC236}">
                        <a16:creationId xmlns:a16="http://schemas.microsoft.com/office/drawing/2014/main" id="{0B3739B8-7C13-41D3-96BE-3F34A0C83F5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57" name="Line 194">
                    <a:extLst>
                      <a:ext uri="{FF2B5EF4-FFF2-40B4-BE49-F238E27FC236}">
                        <a16:creationId xmlns:a16="http://schemas.microsoft.com/office/drawing/2014/main" id="{98893517-8D69-4681-953A-A3C6E4E8CFF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619" name="Group 195">
                <a:extLst>
                  <a:ext uri="{FF2B5EF4-FFF2-40B4-BE49-F238E27FC236}">
                    <a16:creationId xmlns:a16="http://schemas.microsoft.com/office/drawing/2014/main" id="{7073B4DD-8B80-4620-836C-97BAA4258D02}"/>
                  </a:ext>
                </a:extLst>
              </p:cNvPr>
              <p:cNvGrpSpPr>
                <a:grpSpLocks/>
              </p:cNvGrpSpPr>
              <p:nvPr/>
            </p:nvGrpSpPr>
            <p:grpSpPr bwMode="auto">
              <a:xfrm>
                <a:off x="6767513" y="4543425"/>
                <a:ext cx="500062" cy="233363"/>
                <a:chOff x="3600" y="219"/>
                <a:chExt cx="360" cy="175"/>
              </a:xfrm>
            </p:grpSpPr>
            <p:sp>
              <p:nvSpPr>
                <p:cNvPr id="66635" name="Oval 196">
                  <a:extLst>
                    <a:ext uri="{FF2B5EF4-FFF2-40B4-BE49-F238E27FC236}">
                      <a16:creationId xmlns:a16="http://schemas.microsoft.com/office/drawing/2014/main" id="{AD88EEB4-15C3-418F-A549-DFAAF59EA88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636" name="Line 197">
                  <a:extLst>
                    <a:ext uri="{FF2B5EF4-FFF2-40B4-BE49-F238E27FC236}">
                      <a16:creationId xmlns:a16="http://schemas.microsoft.com/office/drawing/2014/main" id="{DA652D66-B97D-47EC-9268-1BCDE2B8C4A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37" name="Line 198">
                  <a:extLst>
                    <a:ext uri="{FF2B5EF4-FFF2-40B4-BE49-F238E27FC236}">
                      <a16:creationId xmlns:a16="http://schemas.microsoft.com/office/drawing/2014/main" id="{8FA16A5B-EEE4-4B62-A0EC-CE54E29EC2E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38" name="Rectangle 199">
                  <a:extLst>
                    <a:ext uri="{FF2B5EF4-FFF2-40B4-BE49-F238E27FC236}">
                      <a16:creationId xmlns:a16="http://schemas.microsoft.com/office/drawing/2014/main" id="{9CE0EDD5-4191-4B17-A81F-AD925B8EBD7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639" name="Oval 200">
                  <a:extLst>
                    <a:ext uri="{FF2B5EF4-FFF2-40B4-BE49-F238E27FC236}">
                      <a16:creationId xmlns:a16="http://schemas.microsoft.com/office/drawing/2014/main" id="{4F41AEE1-9D45-4E76-AD4C-8467267DB77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640" name="Group 201">
                  <a:extLst>
                    <a:ext uri="{FF2B5EF4-FFF2-40B4-BE49-F238E27FC236}">
                      <a16:creationId xmlns:a16="http://schemas.microsoft.com/office/drawing/2014/main" id="{9CF42D1B-292E-4E10-9E3C-4B4B3636027B}"/>
                    </a:ext>
                  </a:extLst>
                </p:cNvPr>
                <p:cNvGrpSpPr>
                  <a:grpSpLocks/>
                </p:cNvGrpSpPr>
                <p:nvPr/>
              </p:nvGrpSpPr>
              <p:grpSpPr bwMode="auto">
                <a:xfrm>
                  <a:off x="3686" y="244"/>
                  <a:ext cx="177" cy="66"/>
                  <a:chOff x="2848" y="848"/>
                  <a:chExt cx="140" cy="98"/>
                </a:xfrm>
              </p:grpSpPr>
              <p:sp>
                <p:nvSpPr>
                  <p:cNvPr id="66645" name="Line 202">
                    <a:extLst>
                      <a:ext uri="{FF2B5EF4-FFF2-40B4-BE49-F238E27FC236}">
                        <a16:creationId xmlns:a16="http://schemas.microsoft.com/office/drawing/2014/main" id="{9E09542F-F11C-484B-83F9-FA8F0F9E3DD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46" name="Line 203">
                    <a:extLst>
                      <a:ext uri="{FF2B5EF4-FFF2-40B4-BE49-F238E27FC236}">
                        <a16:creationId xmlns:a16="http://schemas.microsoft.com/office/drawing/2014/main" id="{CE75FBE8-D935-49DA-8992-5CDC6D1F333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47" name="Line 204">
                    <a:extLst>
                      <a:ext uri="{FF2B5EF4-FFF2-40B4-BE49-F238E27FC236}">
                        <a16:creationId xmlns:a16="http://schemas.microsoft.com/office/drawing/2014/main" id="{A0F4E14E-485F-43C3-BD1E-25FF7738B6D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641" name="Group 205">
                  <a:extLst>
                    <a:ext uri="{FF2B5EF4-FFF2-40B4-BE49-F238E27FC236}">
                      <a16:creationId xmlns:a16="http://schemas.microsoft.com/office/drawing/2014/main" id="{FC62F1E6-1CA1-4A83-B4EB-BCBB10DEF9FF}"/>
                    </a:ext>
                  </a:extLst>
                </p:cNvPr>
                <p:cNvGrpSpPr>
                  <a:grpSpLocks/>
                </p:cNvGrpSpPr>
                <p:nvPr/>
              </p:nvGrpSpPr>
              <p:grpSpPr bwMode="auto">
                <a:xfrm flipV="1">
                  <a:off x="3686" y="243"/>
                  <a:ext cx="177" cy="66"/>
                  <a:chOff x="2848" y="848"/>
                  <a:chExt cx="140" cy="98"/>
                </a:xfrm>
              </p:grpSpPr>
              <p:sp>
                <p:nvSpPr>
                  <p:cNvPr id="66642" name="Line 206">
                    <a:extLst>
                      <a:ext uri="{FF2B5EF4-FFF2-40B4-BE49-F238E27FC236}">
                        <a16:creationId xmlns:a16="http://schemas.microsoft.com/office/drawing/2014/main" id="{F31926C5-1389-41E1-B395-A2B8207C1FD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43" name="Line 207">
                    <a:extLst>
                      <a:ext uri="{FF2B5EF4-FFF2-40B4-BE49-F238E27FC236}">
                        <a16:creationId xmlns:a16="http://schemas.microsoft.com/office/drawing/2014/main" id="{6E7C62A2-4305-4013-B440-FB8F97A0ECD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44" name="Line 208">
                    <a:extLst>
                      <a:ext uri="{FF2B5EF4-FFF2-40B4-BE49-F238E27FC236}">
                        <a16:creationId xmlns:a16="http://schemas.microsoft.com/office/drawing/2014/main" id="{994A6DFF-EC7B-40FB-8AA7-10F16E3C8EE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620" name="Group 209">
                <a:extLst>
                  <a:ext uri="{FF2B5EF4-FFF2-40B4-BE49-F238E27FC236}">
                    <a16:creationId xmlns:a16="http://schemas.microsoft.com/office/drawing/2014/main" id="{C06D69AB-2175-4423-A390-F189136EFC0A}"/>
                  </a:ext>
                </a:extLst>
              </p:cNvPr>
              <p:cNvGrpSpPr>
                <a:grpSpLocks/>
              </p:cNvGrpSpPr>
              <p:nvPr/>
            </p:nvGrpSpPr>
            <p:grpSpPr bwMode="auto">
              <a:xfrm>
                <a:off x="5964238" y="4167188"/>
                <a:ext cx="501650" cy="233362"/>
                <a:chOff x="3600" y="219"/>
                <a:chExt cx="360" cy="175"/>
              </a:xfrm>
            </p:grpSpPr>
            <p:sp>
              <p:nvSpPr>
                <p:cNvPr id="66622" name="Oval 210">
                  <a:extLst>
                    <a:ext uri="{FF2B5EF4-FFF2-40B4-BE49-F238E27FC236}">
                      <a16:creationId xmlns:a16="http://schemas.microsoft.com/office/drawing/2014/main" id="{FB1E94EE-0EE4-4015-B4E3-A925309D313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6623" name="Line 211">
                  <a:extLst>
                    <a:ext uri="{FF2B5EF4-FFF2-40B4-BE49-F238E27FC236}">
                      <a16:creationId xmlns:a16="http://schemas.microsoft.com/office/drawing/2014/main" id="{0C0453CB-A0C3-47D9-95E0-EB2CEB13975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24" name="Line 212">
                  <a:extLst>
                    <a:ext uri="{FF2B5EF4-FFF2-40B4-BE49-F238E27FC236}">
                      <a16:creationId xmlns:a16="http://schemas.microsoft.com/office/drawing/2014/main" id="{D6752DF1-D8AF-47AC-B17D-8AE1972D73E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25" name="Rectangle 213">
                  <a:extLst>
                    <a:ext uri="{FF2B5EF4-FFF2-40B4-BE49-F238E27FC236}">
                      <a16:creationId xmlns:a16="http://schemas.microsoft.com/office/drawing/2014/main" id="{054D998E-65B8-4DC4-9268-4EDF739B90B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66626" name="Oval 214">
                  <a:extLst>
                    <a:ext uri="{FF2B5EF4-FFF2-40B4-BE49-F238E27FC236}">
                      <a16:creationId xmlns:a16="http://schemas.microsoft.com/office/drawing/2014/main" id="{14D5210C-3885-43AE-9FD5-F88E5F04438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66627" name="Group 215">
                  <a:extLst>
                    <a:ext uri="{FF2B5EF4-FFF2-40B4-BE49-F238E27FC236}">
                      <a16:creationId xmlns:a16="http://schemas.microsoft.com/office/drawing/2014/main" id="{CA3C67DE-ABA4-448B-BC00-12FA3A38C9A6}"/>
                    </a:ext>
                  </a:extLst>
                </p:cNvPr>
                <p:cNvGrpSpPr>
                  <a:grpSpLocks/>
                </p:cNvGrpSpPr>
                <p:nvPr/>
              </p:nvGrpSpPr>
              <p:grpSpPr bwMode="auto">
                <a:xfrm>
                  <a:off x="3686" y="244"/>
                  <a:ext cx="177" cy="66"/>
                  <a:chOff x="2848" y="848"/>
                  <a:chExt cx="140" cy="98"/>
                </a:xfrm>
              </p:grpSpPr>
              <p:sp>
                <p:nvSpPr>
                  <p:cNvPr id="66632" name="Line 216">
                    <a:extLst>
                      <a:ext uri="{FF2B5EF4-FFF2-40B4-BE49-F238E27FC236}">
                        <a16:creationId xmlns:a16="http://schemas.microsoft.com/office/drawing/2014/main" id="{AD849398-732E-4C71-B252-CEF5793DF52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33" name="Line 217">
                    <a:extLst>
                      <a:ext uri="{FF2B5EF4-FFF2-40B4-BE49-F238E27FC236}">
                        <a16:creationId xmlns:a16="http://schemas.microsoft.com/office/drawing/2014/main" id="{9E18E45D-5A86-4BDB-8F69-740141F969A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34" name="Line 218">
                    <a:extLst>
                      <a:ext uri="{FF2B5EF4-FFF2-40B4-BE49-F238E27FC236}">
                        <a16:creationId xmlns:a16="http://schemas.microsoft.com/office/drawing/2014/main" id="{86910850-B0C6-4164-9FB8-166D0605BB6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628" name="Group 219">
                  <a:extLst>
                    <a:ext uri="{FF2B5EF4-FFF2-40B4-BE49-F238E27FC236}">
                      <a16:creationId xmlns:a16="http://schemas.microsoft.com/office/drawing/2014/main" id="{E297DE70-A18F-4182-ACAC-9842C41AB2AB}"/>
                    </a:ext>
                  </a:extLst>
                </p:cNvPr>
                <p:cNvGrpSpPr>
                  <a:grpSpLocks/>
                </p:cNvGrpSpPr>
                <p:nvPr/>
              </p:nvGrpSpPr>
              <p:grpSpPr bwMode="auto">
                <a:xfrm flipV="1">
                  <a:off x="3686" y="243"/>
                  <a:ext cx="177" cy="66"/>
                  <a:chOff x="2848" y="848"/>
                  <a:chExt cx="140" cy="98"/>
                </a:xfrm>
              </p:grpSpPr>
              <p:sp>
                <p:nvSpPr>
                  <p:cNvPr id="66629" name="Line 220">
                    <a:extLst>
                      <a:ext uri="{FF2B5EF4-FFF2-40B4-BE49-F238E27FC236}">
                        <a16:creationId xmlns:a16="http://schemas.microsoft.com/office/drawing/2014/main" id="{6D82C41C-7159-40FD-8E26-C21343DDE73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30" name="Line 221">
                    <a:extLst>
                      <a:ext uri="{FF2B5EF4-FFF2-40B4-BE49-F238E27FC236}">
                        <a16:creationId xmlns:a16="http://schemas.microsoft.com/office/drawing/2014/main" id="{F23D9967-C4F0-4315-A258-37531668AAC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631" name="Line 222">
                    <a:extLst>
                      <a:ext uri="{FF2B5EF4-FFF2-40B4-BE49-F238E27FC236}">
                        <a16:creationId xmlns:a16="http://schemas.microsoft.com/office/drawing/2014/main" id="{5D75FB74-F9A9-4E9C-BD5D-B825132B378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6621" name="Line 223">
                <a:extLst>
                  <a:ext uri="{FF2B5EF4-FFF2-40B4-BE49-F238E27FC236}">
                    <a16:creationId xmlns:a16="http://schemas.microsoft.com/office/drawing/2014/main" id="{0C60AE14-45BA-4D77-925D-61157DDA0CEF}"/>
                  </a:ext>
                </a:extLst>
              </p:cNvPr>
              <p:cNvSpPr>
                <a:spLocks noChangeShapeType="1"/>
              </p:cNvSpPr>
              <p:nvPr/>
            </p:nvSpPr>
            <p:spPr bwMode="auto">
              <a:xfrm flipV="1">
                <a:off x="6219825" y="4398963"/>
                <a:ext cx="1588" cy="230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37CA3D11-5680-4058-9DC6-7074DA2B973F}"/>
              </a:ext>
            </a:extLst>
          </p:cNvPr>
          <p:cNvSpPr>
            <a:spLocks noGrp="1"/>
          </p:cNvSpPr>
          <p:nvPr>
            <p:ph idx="1"/>
          </p:nvPr>
        </p:nvSpPr>
        <p:spPr>
          <a:xfrm>
            <a:off x="914400" y="5210175"/>
            <a:ext cx="8229600" cy="4525963"/>
          </a:xfrm>
        </p:spPr>
        <p:txBody>
          <a:bodyPr/>
          <a:lstStyle/>
          <a:p>
            <a:pPr fontAlgn="base">
              <a:spcAft>
                <a:spcPct val="0"/>
              </a:spcAft>
              <a:buFont typeface="ZapfDingbats" pitchFamily="82" charset="2"/>
              <a:buNone/>
            </a:pPr>
            <a:r>
              <a:rPr lang="en-US" altLang="en-US"/>
              <a:t>… specific msgs sent</a:t>
            </a:r>
          </a:p>
          <a:p>
            <a:pPr fontAlgn="base">
              <a:spcAft>
                <a:spcPct val="0"/>
              </a:spcAft>
              <a:buFont typeface="ZapfDingbats" pitchFamily="82" charset="2"/>
              <a:buNone/>
            </a:pPr>
            <a:r>
              <a:rPr lang="en-US" altLang="en-US"/>
              <a:t>… specific actions taken when msgs received, or other events</a:t>
            </a:r>
          </a:p>
        </p:txBody>
      </p:sp>
      <p:sp>
        <p:nvSpPr>
          <p:cNvPr id="22533" name="Rectangle 4">
            <a:extLst>
              <a:ext uri="{FF2B5EF4-FFF2-40B4-BE49-F238E27FC236}">
                <a16:creationId xmlns:a16="http://schemas.microsoft.com/office/drawing/2014/main" id="{33A88C52-2CF8-4F2F-BB57-BC136A810060}"/>
              </a:ext>
            </a:extLst>
          </p:cNvPr>
          <p:cNvSpPr>
            <a:spLocks noGrp="1" noChangeArrowheads="1"/>
          </p:cNvSpPr>
          <p:nvPr>
            <p:ph sz="quarter" idx="10"/>
          </p:nvPr>
        </p:nvSpPr>
        <p:spPr>
          <a:xfrm>
            <a:off x="533400" y="1550988"/>
            <a:ext cx="6324600" cy="1143000"/>
          </a:xfrm>
        </p:spPr>
        <p:txBody>
          <a:bodyPr/>
          <a:lstStyle/>
          <a:p>
            <a:pPr>
              <a:defRPr/>
            </a:pPr>
            <a:r>
              <a:rPr lang="en-US" sz="2400" dirty="0"/>
              <a:t>all communication activity in Internet governed by protocols</a:t>
            </a:r>
          </a:p>
        </p:txBody>
      </p:sp>
      <p:sp>
        <p:nvSpPr>
          <p:cNvPr id="67588" name="Slide Number Placeholder 6">
            <a:extLst>
              <a:ext uri="{FF2B5EF4-FFF2-40B4-BE49-F238E27FC236}">
                <a16:creationId xmlns:a16="http://schemas.microsoft.com/office/drawing/2014/main" id="{DC6DD505-A0FB-4B9A-8393-7DE94F595338}"/>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B56EF161-D750-4790-BFD8-D324565C99DD}" type="slidenum">
              <a:rPr lang="en-US" altLang="en-US" sz="1400">
                <a:latin typeface="Times New Roman" panose="02020603050405020304" pitchFamily="18" charset="0"/>
              </a:rPr>
              <a:pPr algn="l" eaLnBrk="0" hangingPunct="0">
                <a:spcBef>
                  <a:spcPct val="0"/>
                </a:spcBef>
                <a:buFontTx/>
                <a:buNone/>
              </a:pPr>
              <a:t>34</a:t>
            </a:fld>
            <a:endParaRPr lang="en-US" altLang="en-US" sz="1400">
              <a:latin typeface="Times New Roman" panose="02020603050405020304" pitchFamily="18" charset="0"/>
            </a:endParaRPr>
          </a:p>
        </p:txBody>
      </p:sp>
      <p:sp>
        <p:nvSpPr>
          <p:cNvPr id="22531" name="Rectangle 2">
            <a:extLst>
              <a:ext uri="{FF2B5EF4-FFF2-40B4-BE49-F238E27FC236}">
                <a16:creationId xmlns:a16="http://schemas.microsoft.com/office/drawing/2014/main" id="{9F7E07BA-AD07-4214-8377-3CEDFFD5C178}"/>
              </a:ext>
            </a:extLst>
          </p:cNvPr>
          <p:cNvSpPr>
            <a:spLocks noGrp="1" noChangeArrowheads="1"/>
          </p:cNvSpPr>
          <p:nvPr>
            <p:ph type="title" idx="4294967295"/>
          </p:nvPr>
        </p:nvSpPr>
        <p:spPr>
          <a:xfrm>
            <a:off x="533400" y="44450"/>
            <a:ext cx="8229600" cy="1143000"/>
          </a:xfrm>
        </p:spPr>
        <p:txBody>
          <a:bodyPr/>
          <a:lstStyle/>
          <a:p>
            <a:pPr>
              <a:defRPr/>
            </a:pPr>
            <a:r>
              <a:rPr lang="en-US" dirty="0"/>
              <a:t>What’s a network protocol?</a:t>
            </a:r>
          </a:p>
        </p:txBody>
      </p:sp>
      <p:grpSp>
        <p:nvGrpSpPr>
          <p:cNvPr id="67590" name="Group 7">
            <a:extLst>
              <a:ext uri="{FF2B5EF4-FFF2-40B4-BE49-F238E27FC236}">
                <a16:creationId xmlns:a16="http://schemas.microsoft.com/office/drawing/2014/main" id="{A6FB8E2B-FCC8-4102-A70E-80AD2F9C0324}"/>
              </a:ext>
            </a:extLst>
          </p:cNvPr>
          <p:cNvGrpSpPr>
            <a:grpSpLocks/>
          </p:cNvGrpSpPr>
          <p:nvPr/>
        </p:nvGrpSpPr>
        <p:grpSpPr bwMode="auto">
          <a:xfrm>
            <a:off x="2979738" y="2693988"/>
            <a:ext cx="4564062" cy="2362200"/>
            <a:chOff x="2693" y="2033"/>
            <a:chExt cx="2875" cy="1488"/>
          </a:xfrm>
        </p:grpSpPr>
        <p:sp>
          <p:nvSpPr>
            <p:cNvPr id="67591" name="Rectangle 5">
              <a:extLst>
                <a:ext uri="{FF2B5EF4-FFF2-40B4-BE49-F238E27FC236}">
                  <a16:creationId xmlns:a16="http://schemas.microsoft.com/office/drawing/2014/main" id="{8E75B4B7-B55F-4F7E-84C4-00BDDA14FA26}"/>
                </a:ext>
              </a:extLst>
            </p:cNvPr>
            <p:cNvSpPr>
              <a:spLocks noChangeArrowheads="1"/>
            </p:cNvSpPr>
            <p:nvPr/>
          </p:nvSpPr>
          <p:spPr bwMode="auto">
            <a:xfrm>
              <a:off x="2693" y="2105"/>
              <a:ext cx="268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buClr>
                  <a:schemeClr val="accent2"/>
                </a:buClr>
                <a:buSzPct val="85000"/>
                <a:buFont typeface="ZapfDingbats" pitchFamily="82" charset="2"/>
                <a:buNone/>
              </a:pPr>
              <a:r>
                <a:rPr lang="en-US" altLang="en-US" sz="2400" i="1">
                  <a:latin typeface="Comic Sans MS" panose="030F0702030302020204" pitchFamily="66" charset="0"/>
                </a:rPr>
                <a:t>protocols define format, order of msgs sent and received among network entities, and actions taken on msg transmission, receipt</a:t>
              </a:r>
              <a:r>
                <a:rPr lang="en-US" altLang="en-US" sz="2400" i="1">
                  <a:solidFill>
                    <a:srgbClr val="FF0000"/>
                  </a:solidFill>
                  <a:latin typeface="Comic Sans MS" panose="030F0702030302020204" pitchFamily="66" charset="0"/>
                </a:rPr>
                <a:t> </a:t>
              </a:r>
            </a:p>
          </p:txBody>
        </p:sp>
        <p:sp>
          <p:nvSpPr>
            <p:cNvPr id="67592" name="Rectangle 6">
              <a:extLst>
                <a:ext uri="{FF2B5EF4-FFF2-40B4-BE49-F238E27FC236}">
                  <a16:creationId xmlns:a16="http://schemas.microsoft.com/office/drawing/2014/main" id="{E5589420-9165-4458-A0CD-7B9EF4CDD68D}"/>
                </a:ext>
              </a:extLst>
            </p:cNvPr>
            <p:cNvSpPr>
              <a:spLocks noChangeArrowheads="1"/>
            </p:cNvSpPr>
            <p:nvPr/>
          </p:nvSpPr>
          <p:spPr bwMode="auto">
            <a:xfrm>
              <a:off x="2832" y="2033"/>
              <a:ext cx="2736" cy="1488"/>
            </a:xfrm>
            <a:prstGeom prst="rect">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C739E71C-FD69-4C89-93D3-6462F1B8611B}"/>
              </a:ext>
            </a:extLst>
          </p:cNvPr>
          <p:cNvSpPr>
            <a:spLocks noGrp="1"/>
          </p:cNvSpPr>
          <p:nvPr>
            <p:ph idx="1"/>
          </p:nvPr>
        </p:nvSpPr>
        <p:spPr>
          <a:xfrm>
            <a:off x="304800" y="1493838"/>
            <a:ext cx="8229600" cy="4525962"/>
          </a:xfrm>
        </p:spPr>
        <p:txBody>
          <a:bodyPr/>
          <a:lstStyle/>
          <a:p>
            <a:pPr fontAlgn="base">
              <a:spcAft>
                <a:spcPct val="0"/>
              </a:spcAft>
              <a:buFont typeface="ZapfDingbats" pitchFamily="82" charset="2"/>
              <a:buNone/>
            </a:pPr>
            <a:r>
              <a:rPr lang="en-US" altLang="en-US"/>
              <a:t>a human protocol and a computer network protocol:</a:t>
            </a:r>
          </a:p>
          <a:p>
            <a:pPr fontAlgn="base">
              <a:spcAft>
                <a:spcPct val="0"/>
              </a:spcAft>
              <a:buFont typeface="ZapfDingbats" pitchFamily="82" charset="2"/>
              <a:buNone/>
            </a:pPr>
            <a:endParaRPr lang="en-US" altLang="en-US"/>
          </a:p>
        </p:txBody>
      </p:sp>
      <p:sp>
        <p:nvSpPr>
          <p:cNvPr id="68611" name="Slide Number Placeholder 6">
            <a:extLst>
              <a:ext uri="{FF2B5EF4-FFF2-40B4-BE49-F238E27FC236}">
                <a16:creationId xmlns:a16="http://schemas.microsoft.com/office/drawing/2014/main" id="{20B10001-9B8F-4114-9B6E-7654F866ED3F}"/>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F5C7A618-0F6C-4FBD-9C60-6EECD725796E}" type="slidenum">
              <a:rPr lang="en-US" altLang="en-US" sz="1400">
                <a:latin typeface="Times New Roman" panose="02020603050405020304" pitchFamily="18" charset="0"/>
              </a:rPr>
              <a:pPr algn="l" eaLnBrk="0" hangingPunct="0">
                <a:spcBef>
                  <a:spcPct val="0"/>
                </a:spcBef>
                <a:buFontTx/>
                <a:buNone/>
              </a:pPr>
              <a:t>35</a:t>
            </a:fld>
            <a:endParaRPr lang="en-US" altLang="en-US" sz="1400">
              <a:latin typeface="Times New Roman" panose="02020603050405020304" pitchFamily="18" charset="0"/>
            </a:endParaRPr>
          </a:p>
        </p:txBody>
      </p:sp>
      <p:sp>
        <p:nvSpPr>
          <p:cNvPr id="4100" name="Rectangle 2">
            <a:extLst>
              <a:ext uri="{FF2B5EF4-FFF2-40B4-BE49-F238E27FC236}">
                <a16:creationId xmlns:a16="http://schemas.microsoft.com/office/drawing/2014/main" id="{59BE331E-4908-43C5-B809-6D3B05D760AD}"/>
              </a:ext>
            </a:extLst>
          </p:cNvPr>
          <p:cNvSpPr>
            <a:spLocks noGrp="1" noChangeArrowheads="1"/>
          </p:cNvSpPr>
          <p:nvPr>
            <p:ph type="title" idx="4294967295"/>
          </p:nvPr>
        </p:nvSpPr>
        <p:spPr>
          <a:xfrm>
            <a:off x="0" y="274638"/>
            <a:ext cx="8229600" cy="1143000"/>
          </a:xfrm>
        </p:spPr>
        <p:txBody>
          <a:bodyPr/>
          <a:lstStyle/>
          <a:p>
            <a:pPr>
              <a:defRPr/>
            </a:pPr>
            <a:r>
              <a:rPr lang="en-US" dirty="0"/>
              <a:t>What’s a protocol?</a:t>
            </a:r>
          </a:p>
        </p:txBody>
      </p:sp>
      <p:sp>
        <p:nvSpPr>
          <p:cNvPr id="68613" name="Rectangle 4">
            <a:extLst>
              <a:ext uri="{FF2B5EF4-FFF2-40B4-BE49-F238E27FC236}">
                <a16:creationId xmlns:a16="http://schemas.microsoft.com/office/drawing/2014/main" id="{C526823A-C3E5-4697-8E5E-F3C4F2C25215}"/>
              </a:ext>
            </a:extLst>
          </p:cNvPr>
          <p:cNvSpPr>
            <a:spLocks noChangeArrowheads="1"/>
          </p:cNvSpPr>
          <p:nvPr/>
        </p:nvSpPr>
        <p:spPr bwMode="auto">
          <a:xfrm>
            <a:off x="685800" y="5943600"/>
            <a:ext cx="441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buClr>
                <a:schemeClr val="accent2"/>
              </a:buClr>
              <a:buSzPct val="85000"/>
              <a:buFont typeface="ZapfDingbats" pitchFamily="82" charset="2"/>
              <a:buNone/>
            </a:pPr>
            <a:endParaRPr lang="en-US" altLang="en-US" sz="2400">
              <a:latin typeface="Comic Sans MS" panose="030F0702030302020204" pitchFamily="66" charset="0"/>
            </a:endParaRPr>
          </a:p>
        </p:txBody>
      </p:sp>
      <p:sp>
        <p:nvSpPr>
          <p:cNvPr id="68614" name="Line 5">
            <a:extLst>
              <a:ext uri="{FF2B5EF4-FFF2-40B4-BE49-F238E27FC236}">
                <a16:creationId xmlns:a16="http://schemas.microsoft.com/office/drawing/2014/main" id="{4E672488-B6FC-46A1-B22C-7059982A967C}"/>
              </a:ext>
            </a:extLst>
          </p:cNvPr>
          <p:cNvSpPr>
            <a:spLocks noChangeShapeType="1"/>
          </p:cNvSpPr>
          <p:nvPr/>
        </p:nvSpPr>
        <p:spPr bwMode="auto">
          <a:xfrm>
            <a:off x="1257300" y="2771775"/>
            <a:ext cx="1762125" cy="2762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8615" name="Group 6">
            <a:extLst>
              <a:ext uri="{FF2B5EF4-FFF2-40B4-BE49-F238E27FC236}">
                <a16:creationId xmlns:a16="http://schemas.microsoft.com/office/drawing/2014/main" id="{B3167B5B-5117-429D-978F-0588F3747014}"/>
              </a:ext>
            </a:extLst>
          </p:cNvPr>
          <p:cNvGrpSpPr>
            <a:grpSpLocks/>
          </p:cNvGrpSpPr>
          <p:nvPr/>
        </p:nvGrpSpPr>
        <p:grpSpPr bwMode="auto">
          <a:xfrm>
            <a:off x="7173913" y="2917825"/>
            <a:ext cx="355600" cy="933450"/>
            <a:chOff x="4180" y="783"/>
            <a:chExt cx="150" cy="307"/>
          </a:xfrm>
        </p:grpSpPr>
        <p:sp>
          <p:nvSpPr>
            <p:cNvPr id="68648" name="AutoShape 7">
              <a:extLst>
                <a:ext uri="{FF2B5EF4-FFF2-40B4-BE49-F238E27FC236}">
                  <a16:creationId xmlns:a16="http://schemas.microsoft.com/office/drawing/2014/main" id="{A2468719-C00E-4D48-9A09-67A9D421F8BE}"/>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49" name="Rectangle 8">
              <a:extLst>
                <a:ext uri="{FF2B5EF4-FFF2-40B4-BE49-F238E27FC236}">
                  <a16:creationId xmlns:a16="http://schemas.microsoft.com/office/drawing/2014/main" id="{78F1936F-C665-427C-8C97-27E57C78FB26}"/>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50" name="Rectangle 9">
              <a:extLst>
                <a:ext uri="{FF2B5EF4-FFF2-40B4-BE49-F238E27FC236}">
                  <a16:creationId xmlns:a16="http://schemas.microsoft.com/office/drawing/2014/main" id="{2017649A-2009-42ED-AA69-240A9802F18D}"/>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51" name="AutoShape 10">
              <a:extLst>
                <a:ext uri="{FF2B5EF4-FFF2-40B4-BE49-F238E27FC236}">
                  <a16:creationId xmlns:a16="http://schemas.microsoft.com/office/drawing/2014/main" id="{54E02C53-6C23-4535-99A5-91BD381CF86E}"/>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52" name="Line 11">
              <a:extLst>
                <a:ext uri="{FF2B5EF4-FFF2-40B4-BE49-F238E27FC236}">
                  <a16:creationId xmlns:a16="http://schemas.microsoft.com/office/drawing/2014/main" id="{AE75F8E6-3B0B-4B0F-9E31-181377D5F73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53" name="Line 12">
              <a:extLst>
                <a:ext uri="{FF2B5EF4-FFF2-40B4-BE49-F238E27FC236}">
                  <a16:creationId xmlns:a16="http://schemas.microsoft.com/office/drawing/2014/main" id="{A29A9E52-EFD1-4F75-BE28-E2DFCDECF5D8}"/>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54" name="Rectangle 13">
              <a:extLst>
                <a:ext uri="{FF2B5EF4-FFF2-40B4-BE49-F238E27FC236}">
                  <a16:creationId xmlns:a16="http://schemas.microsoft.com/office/drawing/2014/main" id="{2CEA977D-588F-44F7-A6BE-46696E944BCC}"/>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55" name="Rectangle 14">
              <a:extLst>
                <a:ext uri="{FF2B5EF4-FFF2-40B4-BE49-F238E27FC236}">
                  <a16:creationId xmlns:a16="http://schemas.microsoft.com/office/drawing/2014/main" id="{48A9CCED-15C6-4A8C-901F-F1A3B219477B}"/>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aphicFrame>
        <p:nvGraphicFramePr>
          <p:cNvPr id="68616" name="Object 15">
            <a:extLst>
              <a:ext uri="{FF2B5EF4-FFF2-40B4-BE49-F238E27FC236}">
                <a16:creationId xmlns:a16="http://schemas.microsoft.com/office/drawing/2014/main" id="{FC633F18-21CB-4489-BB9C-75EFC2696F50}"/>
              </a:ext>
            </a:extLst>
          </p:cNvPr>
          <p:cNvGraphicFramePr>
            <a:graphicFrameLocks noChangeAspect="1"/>
          </p:cNvGraphicFramePr>
          <p:nvPr/>
        </p:nvGraphicFramePr>
        <p:xfrm>
          <a:off x="4543425" y="2632075"/>
          <a:ext cx="622300" cy="500063"/>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3425" y="2632075"/>
                        <a:ext cx="6223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8617" name="Picture 16" descr="C:\temp\Alice.gif">
            <a:extLst>
              <a:ext uri="{FF2B5EF4-FFF2-40B4-BE49-F238E27FC236}">
                <a16:creationId xmlns:a16="http://schemas.microsoft.com/office/drawing/2014/main" id="{38AF0DCD-E8EC-4659-9876-175A0FC912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613" y="2376488"/>
            <a:ext cx="56197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8" name="Picture 17" descr="C:\temp\Bob.gif">
            <a:extLst>
              <a:ext uri="{FF2B5EF4-FFF2-40B4-BE49-F238E27FC236}">
                <a16:creationId xmlns:a16="http://schemas.microsoft.com/office/drawing/2014/main" id="{81ABB506-5FE0-46D2-9268-E94E6B9407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8963" y="2771775"/>
            <a:ext cx="676275"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9" name="Text Box 18">
            <a:extLst>
              <a:ext uri="{FF2B5EF4-FFF2-40B4-BE49-F238E27FC236}">
                <a16:creationId xmlns:a16="http://schemas.microsoft.com/office/drawing/2014/main" id="{17C84AD4-3520-4CAB-9459-34E8387E745B}"/>
              </a:ext>
            </a:extLst>
          </p:cNvPr>
          <p:cNvSpPr txBox="1">
            <a:spLocks noChangeArrowheads="1"/>
          </p:cNvSpPr>
          <p:nvPr/>
        </p:nvSpPr>
        <p:spPr bwMode="auto">
          <a:xfrm>
            <a:off x="1698625" y="2484438"/>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0000"/>
                </a:solidFill>
                <a:latin typeface="Comic Sans MS" panose="030F0702030302020204" pitchFamily="66" charset="0"/>
              </a:rPr>
              <a:t>Hi</a:t>
            </a:r>
            <a:endParaRPr lang="en-US" altLang="en-US" sz="2400">
              <a:latin typeface="Times New Roman" panose="02020603050405020304" pitchFamily="18" charset="0"/>
            </a:endParaRPr>
          </a:p>
        </p:txBody>
      </p:sp>
      <p:sp>
        <p:nvSpPr>
          <p:cNvPr id="68620" name="Line 19">
            <a:extLst>
              <a:ext uri="{FF2B5EF4-FFF2-40B4-BE49-F238E27FC236}">
                <a16:creationId xmlns:a16="http://schemas.microsoft.com/office/drawing/2014/main" id="{A448B1BB-1217-45A5-A9BA-99FB05A58A8B}"/>
              </a:ext>
            </a:extLst>
          </p:cNvPr>
          <p:cNvSpPr>
            <a:spLocks noChangeShapeType="1"/>
          </p:cNvSpPr>
          <p:nvPr/>
        </p:nvSpPr>
        <p:spPr bwMode="auto">
          <a:xfrm flipV="1">
            <a:off x="971550" y="3352800"/>
            <a:ext cx="2085975" cy="36195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1" name="Text Box 20">
            <a:extLst>
              <a:ext uri="{FF2B5EF4-FFF2-40B4-BE49-F238E27FC236}">
                <a16:creationId xmlns:a16="http://schemas.microsoft.com/office/drawing/2014/main" id="{B92331C2-3659-49B3-B67E-582108622960}"/>
              </a:ext>
            </a:extLst>
          </p:cNvPr>
          <p:cNvSpPr txBox="1">
            <a:spLocks noChangeArrowheads="1"/>
          </p:cNvSpPr>
          <p:nvPr/>
        </p:nvSpPr>
        <p:spPr bwMode="auto">
          <a:xfrm>
            <a:off x="1689100" y="3141663"/>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0000"/>
                </a:solidFill>
                <a:latin typeface="Comic Sans MS" panose="030F0702030302020204" pitchFamily="66" charset="0"/>
              </a:rPr>
              <a:t>Hi</a:t>
            </a:r>
            <a:endParaRPr lang="en-US" altLang="en-US" sz="2400">
              <a:latin typeface="Times New Roman" panose="02020603050405020304" pitchFamily="18" charset="0"/>
            </a:endParaRPr>
          </a:p>
        </p:txBody>
      </p:sp>
      <p:sp>
        <p:nvSpPr>
          <p:cNvPr id="68622" name="Line 21">
            <a:extLst>
              <a:ext uri="{FF2B5EF4-FFF2-40B4-BE49-F238E27FC236}">
                <a16:creationId xmlns:a16="http://schemas.microsoft.com/office/drawing/2014/main" id="{1D44D8AE-1E76-4248-A80F-652B99AA1B9D}"/>
              </a:ext>
            </a:extLst>
          </p:cNvPr>
          <p:cNvSpPr>
            <a:spLocks noChangeShapeType="1"/>
          </p:cNvSpPr>
          <p:nvPr/>
        </p:nvSpPr>
        <p:spPr bwMode="auto">
          <a:xfrm>
            <a:off x="933450" y="3762375"/>
            <a:ext cx="2162175" cy="4381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8623" name="Group 22">
            <a:extLst>
              <a:ext uri="{FF2B5EF4-FFF2-40B4-BE49-F238E27FC236}">
                <a16:creationId xmlns:a16="http://schemas.microsoft.com/office/drawing/2014/main" id="{D53932FD-AEE9-4010-97DB-4CD173E66121}"/>
              </a:ext>
            </a:extLst>
          </p:cNvPr>
          <p:cNvGrpSpPr>
            <a:grpSpLocks/>
          </p:cNvGrpSpPr>
          <p:nvPr/>
        </p:nvGrpSpPr>
        <p:grpSpPr bwMode="auto">
          <a:xfrm>
            <a:off x="1322388" y="3694113"/>
            <a:ext cx="1090612" cy="701675"/>
            <a:chOff x="737" y="2747"/>
            <a:chExt cx="687" cy="442"/>
          </a:xfrm>
        </p:grpSpPr>
        <p:sp>
          <p:nvSpPr>
            <p:cNvPr id="68646" name="Rectangle 23">
              <a:extLst>
                <a:ext uri="{FF2B5EF4-FFF2-40B4-BE49-F238E27FC236}">
                  <a16:creationId xmlns:a16="http://schemas.microsoft.com/office/drawing/2014/main" id="{3149817F-1AD1-4182-9D61-BA0560A86FA2}"/>
                </a:ext>
              </a:extLst>
            </p:cNvPr>
            <p:cNvSpPr>
              <a:spLocks noChangeArrowheads="1"/>
            </p:cNvSpPr>
            <p:nvPr/>
          </p:nvSpPr>
          <p:spPr bwMode="auto">
            <a:xfrm>
              <a:off x="786" y="2790"/>
              <a:ext cx="5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47" name="Text Box 24">
              <a:extLst>
                <a:ext uri="{FF2B5EF4-FFF2-40B4-BE49-F238E27FC236}">
                  <a16:creationId xmlns:a16="http://schemas.microsoft.com/office/drawing/2014/main" id="{C144DB7B-26B2-4A1B-A759-4D5C0DDF6570}"/>
                </a:ext>
              </a:extLst>
            </p:cNvPr>
            <p:cNvSpPr txBox="1">
              <a:spLocks noChangeArrowheads="1"/>
            </p:cNvSpPr>
            <p:nvPr/>
          </p:nvSpPr>
          <p:spPr bwMode="auto">
            <a:xfrm>
              <a:off x="737" y="2747"/>
              <a:ext cx="687" cy="44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000">
                  <a:solidFill>
                    <a:srgbClr val="FF0000"/>
                  </a:solidFill>
                  <a:latin typeface="Comic Sans MS" panose="030F0702030302020204" pitchFamily="66" charset="0"/>
                </a:rPr>
                <a:t>Got the</a:t>
              </a:r>
            </a:p>
            <a:p>
              <a:pPr algn="ctr">
                <a:spcBef>
                  <a:spcPct val="0"/>
                </a:spcBef>
                <a:buFontTx/>
                <a:buNone/>
              </a:pPr>
              <a:r>
                <a:rPr lang="en-US" altLang="en-US" sz="2000">
                  <a:solidFill>
                    <a:srgbClr val="FF0000"/>
                  </a:solidFill>
                  <a:latin typeface="Comic Sans MS" panose="030F0702030302020204" pitchFamily="66" charset="0"/>
                </a:rPr>
                <a:t>time?</a:t>
              </a:r>
              <a:endParaRPr lang="en-US" altLang="en-US" sz="2000">
                <a:latin typeface="Times New Roman" panose="02020603050405020304" pitchFamily="18" charset="0"/>
              </a:endParaRPr>
            </a:p>
          </p:txBody>
        </p:sp>
      </p:grpSp>
      <p:sp>
        <p:nvSpPr>
          <p:cNvPr id="68624" name="Line 25">
            <a:extLst>
              <a:ext uri="{FF2B5EF4-FFF2-40B4-BE49-F238E27FC236}">
                <a16:creationId xmlns:a16="http://schemas.microsoft.com/office/drawing/2014/main" id="{52EB6641-6D1B-4F65-BDF0-1A7AA4E173BE}"/>
              </a:ext>
            </a:extLst>
          </p:cNvPr>
          <p:cNvSpPr>
            <a:spLocks noChangeShapeType="1"/>
          </p:cNvSpPr>
          <p:nvPr/>
        </p:nvSpPr>
        <p:spPr bwMode="auto">
          <a:xfrm flipV="1">
            <a:off x="1095375" y="4333875"/>
            <a:ext cx="1952625" cy="333375"/>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8625" name="Group 26">
            <a:extLst>
              <a:ext uri="{FF2B5EF4-FFF2-40B4-BE49-F238E27FC236}">
                <a16:creationId xmlns:a16="http://schemas.microsoft.com/office/drawing/2014/main" id="{06B9A49F-77B6-4DA7-B217-E2F09EC0179B}"/>
              </a:ext>
            </a:extLst>
          </p:cNvPr>
          <p:cNvGrpSpPr>
            <a:grpSpLocks/>
          </p:cNvGrpSpPr>
          <p:nvPr/>
        </p:nvGrpSpPr>
        <p:grpSpPr bwMode="auto">
          <a:xfrm>
            <a:off x="1431925" y="4360863"/>
            <a:ext cx="831850" cy="457200"/>
            <a:chOff x="1046" y="2771"/>
            <a:chExt cx="524" cy="288"/>
          </a:xfrm>
        </p:grpSpPr>
        <p:sp>
          <p:nvSpPr>
            <p:cNvPr id="68644" name="Rectangle 27">
              <a:extLst>
                <a:ext uri="{FF2B5EF4-FFF2-40B4-BE49-F238E27FC236}">
                  <a16:creationId xmlns:a16="http://schemas.microsoft.com/office/drawing/2014/main" id="{B516CC81-EDA8-4200-BB21-3C2D98AC8E39}"/>
                </a:ext>
              </a:extLst>
            </p:cNvPr>
            <p:cNvSpPr>
              <a:spLocks noChangeArrowheads="1"/>
            </p:cNvSpPr>
            <p:nvPr/>
          </p:nvSpPr>
          <p:spPr bwMode="auto">
            <a:xfrm>
              <a:off x="1104" y="2820"/>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45" name="Text Box 28">
              <a:extLst>
                <a:ext uri="{FF2B5EF4-FFF2-40B4-BE49-F238E27FC236}">
                  <a16:creationId xmlns:a16="http://schemas.microsoft.com/office/drawing/2014/main" id="{72188AB8-F511-4F52-B0F1-03A802D41C91}"/>
                </a:ext>
              </a:extLst>
            </p:cNvPr>
            <p:cNvSpPr txBox="1">
              <a:spLocks noChangeArrowheads="1"/>
            </p:cNvSpPr>
            <p:nvPr/>
          </p:nvSpPr>
          <p:spPr bwMode="auto">
            <a:xfrm>
              <a:off x="1046" y="2771"/>
              <a:ext cx="5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0000"/>
                  </a:solidFill>
                  <a:latin typeface="Comic Sans MS" panose="030F0702030302020204" pitchFamily="66" charset="0"/>
                </a:rPr>
                <a:t>2:00</a:t>
              </a:r>
              <a:endParaRPr lang="en-US" altLang="en-US" sz="2400">
                <a:latin typeface="Times New Roman" panose="02020603050405020304" pitchFamily="18" charset="0"/>
              </a:endParaRPr>
            </a:p>
          </p:txBody>
        </p:sp>
      </p:grpSp>
      <p:sp>
        <p:nvSpPr>
          <p:cNvPr id="68626" name="Text Box 29">
            <a:extLst>
              <a:ext uri="{FF2B5EF4-FFF2-40B4-BE49-F238E27FC236}">
                <a16:creationId xmlns:a16="http://schemas.microsoft.com/office/drawing/2014/main" id="{26930994-4BA7-4D0C-84D2-EFF4EA0F6CAB}"/>
              </a:ext>
            </a:extLst>
          </p:cNvPr>
          <p:cNvSpPr txBox="1">
            <a:spLocks noChangeArrowheads="1"/>
          </p:cNvSpPr>
          <p:nvPr/>
        </p:nvSpPr>
        <p:spPr bwMode="auto">
          <a:xfrm>
            <a:off x="5175250" y="2655888"/>
            <a:ext cx="197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TCP connection</a:t>
            </a:r>
          </a:p>
          <a:p>
            <a:pPr>
              <a:spcBef>
                <a:spcPct val="0"/>
              </a:spcBef>
              <a:buFontTx/>
              <a:buNone/>
            </a:pPr>
            <a:r>
              <a:rPr lang="en-US" altLang="en-US" sz="2000">
                <a:solidFill>
                  <a:srgbClr val="FF0000"/>
                </a:solidFill>
                <a:latin typeface="Comic Sans MS" panose="030F0702030302020204" pitchFamily="66" charset="0"/>
              </a:rPr>
              <a:t> req.</a:t>
            </a:r>
            <a:endParaRPr lang="en-US" altLang="en-US" sz="2400">
              <a:latin typeface="Times New Roman" panose="02020603050405020304" pitchFamily="18" charset="0"/>
            </a:endParaRPr>
          </a:p>
        </p:txBody>
      </p:sp>
      <p:sp>
        <p:nvSpPr>
          <p:cNvPr id="68627" name="Line 30">
            <a:extLst>
              <a:ext uri="{FF2B5EF4-FFF2-40B4-BE49-F238E27FC236}">
                <a16:creationId xmlns:a16="http://schemas.microsoft.com/office/drawing/2014/main" id="{50B01F9A-EE3E-405A-9DAA-13F165931A94}"/>
              </a:ext>
            </a:extLst>
          </p:cNvPr>
          <p:cNvSpPr>
            <a:spLocks noChangeShapeType="1"/>
          </p:cNvSpPr>
          <p:nvPr/>
        </p:nvSpPr>
        <p:spPr bwMode="auto">
          <a:xfrm flipV="1">
            <a:off x="4943475" y="4648200"/>
            <a:ext cx="2343150" cy="428625"/>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68628" name="Line 31">
            <a:extLst>
              <a:ext uri="{FF2B5EF4-FFF2-40B4-BE49-F238E27FC236}">
                <a16:creationId xmlns:a16="http://schemas.microsoft.com/office/drawing/2014/main" id="{410C1525-DE3F-48EE-B6C8-1F736C302B3F}"/>
              </a:ext>
            </a:extLst>
          </p:cNvPr>
          <p:cNvSpPr>
            <a:spLocks noChangeShapeType="1"/>
          </p:cNvSpPr>
          <p:nvPr/>
        </p:nvSpPr>
        <p:spPr bwMode="auto">
          <a:xfrm>
            <a:off x="5219700" y="2981325"/>
            <a:ext cx="1762125" cy="2762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8629" name="Line 32">
            <a:extLst>
              <a:ext uri="{FF2B5EF4-FFF2-40B4-BE49-F238E27FC236}">
                <a16:creationId xmlns:a16="http://schemas.microsoft.com/office/drawing/2014/main" id="{CC895340-EA63-419B-AE51-30C79AD82C15}"/>
              </a:ext>
            </a:extLst>
          </p:cNvPr>
          <p:cNvSpPr>
            <a:spLocks noChangeShapeType="1"/>
          </p:cNvSpPr>
          <p:nvPr/>
        </p:nvSpPr>
        <p:spPr bwMode="auto">
          <a:xfrm flipV="1">
            <a:off x="4895850" y="3476625"/>
            <a:ext cx="2085975" cy="36195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8630" name="Group 33">
            <a:extLst>
              <a:ext uri="{FF2B5EF4-FFF2-40B4-BE49-F238E27FC236}">
                <a16:creationId xmlns:a16="http://schemas.microsoft.com/office/drawing/2014/main" id="{3CE00F42-66D0-4CF1-AF00-FCA1E1643CC4}"/>
              </a:ext>
            </a:extLst>
          </p:cNvPr>
          <p:cNvGrpSpPr>
            <a:grpSpLocks/>
          </p:cNvGrpSpPr>
          <p:nvPr/>
        </p:nvGrpSpPr>
        <p:grpSpPr bwMode="auto">
          <a:xfrm>
            <a:off x="5156200" y="3408363"/>
            <a:ext cx="1974850" cy="701675"/>
            <a:chOff x="3248" y="2147"/>
            <a:chExt cx="1244" cy="442"/>
          </a:xfrm>
        </p:grpSpPr>
        <p:sp>
          <p:nvSpPr>
            <p:cNvPr id="68642" name="Rectangle 34">
              <a:extLst>
                <a:ext uri="{FF2B5EF4-FFF2-40B4-BE49-F238E27FC236}">
                  <a16:creationId xmlns:a16="http://schemas.microsoft.com/office/drawing/2014/main" id="{44FF7EA9-BB0E-4DF9-8548-FD200FD0A2D6}"/>
                </a:ext>
              </a:extLst>
            </p:cNvPr>
            <p:cNvSpPr>
              <a:spLocks noChangeArrowheads="1"/>
            </p:cNvSpPr>
            <p:nvPr/>
          </p:nvSpPr>
          <p:spPr bwMode="auto">
            <a:xfrm>
              <a:off x="3306" y="2190"/>
              <a:ext cx="906" cy="1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43" name="Text Box 35">
              <a:extLst>
                <a:ext uri="{FF2B5EF4-FFF2-40B4-BE49-F238E27FC236}">
                  <a16:creationId xmlns:a16="http://schemas.microsoft.com/office/drawing/2014/main" id="{33B06979-D9B3-42EA-A2B0-A0AF9CDF3877}"/>
                </a:ext>
              </a:extLst>
            </p:cNvPr>
            <p:cNvSpPr txBox="1">
              <a:spLocks noChangeArrowheads="1"/>
            </p:cNvSpPr>
            <p:nvPr/>
          </p:nvSpPr>
          <p:spPr bwMode="auto">
            <a:xfrm>
              <a:off x="3248" y="2147"/>
              <a:ext cx="124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rgbClr val="FF0000"/>
                  </a:solidFill>
                  <a:latin typeface="Comic Sans MS" panose="030F0702030302020204" pitchFamily="66" charset="0"/>
                </a:rPr>
                <a:t>TCP connection</a:t>
              </a:r>
            </a:p>
            <a:p>
              <a:pPr>
                <a:spcBef>
                  <a:spcPct val="0"/>
                </a:spcBef>
                <a:buFontTx/>
                <a:buNone/>
              </a:pPr>
              <a:r>
                <a:rPr lang="en-US" altLang="en-US" sz="2000">
                  <a:solidFill>
                    <a:srgbClr val="FF0000"/>
                  </a:solidFill>
                  <a:latin typeface="Comic Sans MS" panose="030F0702030302020204" pitchFamily="66" charset="0"/>
                </a:rPr>
                <a:t>reply.</a:t>
              </a:r>
              <a:endParaRPr lang="en-US" altLang="en-US" sz="2400">
                <a:latin typeface="Times New Roman" panose="02020603050405020304" pitchFamily="18" charset="0"/>
              </a:endParaRPr>
            </a:p>
          </p:txBody>
        </p:sp>
      </p:grpSp>
      <p:sp>
        <p:nvSpPr>
          <p:cNvPr id="68631" name="Line 36">
            <a:extLst>
              <a:ext uri="{FF2B5EF4-FFF2-40B4-BE49-F238E27FC236}">
                <a16:creationId xmlns:a16="http://schemas.microsoft.com/office/drawing/2014/main" id="{ADD6DCC6-CB10-4AEB-A654-776FF5046B8A}"/>
              </a:ext>
            </a:extLst>
          </p:cNvPr>
          <p:cNvSpPr>
            <a:spLocks noChangeShapeType="1"/>
          </p:cNvSpPr>
          <p:nvPr/>
        </p:nvSpPr>
        <p:spPr bwMode="auto">
          <a:xfrm>
            <a:off x="4943475" y="4086225"/>
            <a:ext cx="2400300" cy="4191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8632" name="Group 37">
            <a:extLst>
              <a:ext uri="{FF2B5EF4-FFF2-40B4-BE49-F238E27FC236}">
                <a16:creationId xmlns:a16="http://schemas.microsoft.com/office/drawing/2014/main" id="{F437D557-DDC6-43EC-9184-543A8DD544FD}"/>
              </a:ext>
            </a:extLst>
          </p:cNvPr>
          <p:cNvGrpSpPr>
            <a:grpSpLocks/>
          </p:cNvGrpSpPr>
          <p:nvPr/>
        </p:nvGrpSpPr>
        <p:grpSpPr bwMode="auto">
          <a:xfrm>
            <a:off x="5156200" y="4151313"/>
            <a:ext cx="3794125" cy="304800"/>
            <a:chOff x="3212" y="2597"/>
            <a:chExt cx="2390" cy="192"/>
          </a:xfrm>
        </p:grpSpPr>
        <p:sp>
          <p:nvSpPr>
            <p:cNvPr id="68640" name="Rectangle 38">
              <a:extLst>
                <a:ext uri="{FF2B5EF4-FFF2-40B4-BE49-F238E27FC236}">
                  <a16:creationId xmlns:a16="http://schemas.microsoft.com/office/drawing/2014/main" id="{C0324F56-9201-4C5F-80C3-50A22DAD7408}"/>
                </a:ext>
              </a:extLst>
            </p:cNvPr>
            <p:cNvSpPr>
              <a:spLocks noChangeArrowheads="1"/>
            </p:cNvSpPr>
            <p:nvPr/>
          </p:nvSpPr>
          <p:spPr bwMode="auto">
            <a:xfrm>
              <a:off x="3252" y="2628"/>
              <a:ext cx="2100"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41" name="Text Box 39">
              <a:extLst>
                <a:ext uri="{FF2B5EF4-FFF2-40B4-BE49-F238E27FC236}">
                  <a16:creationId xmlns:a16="http://schemas.microsoft.com/office/drawing/2014/main" id="{FB4E8FC6-D172-482A-B243-338246E89820}"/>
                </a:ext>
              </a:extLst>
            </p:cNvPr>
            <p:cNvSpPr txBox="1">
              <a:spLocks noChangeArrowheads="1"/>
            </p:cNvSpPr>
            <p:nvPr/>
          </p:nvSpPr>
          <p:spPr bwMode="auto">
            <a:xfrm>
              <a:off x="3212" y="2597"/>
              <a:ext cx="239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solidFill>
                    <a:srgbClr val="FF0000"/>
                  </a:solidFill>
                  <a:latin typeface="Comic Sans MS" panose="030F0702030302020204" pitchFamily="66" charset="0"/>
                </a:rPr>
                <a:t>Get http://gaia.cs.umass.edu/index.htm</a:t>
              </a:r>
              <a:endParaRPr lang="en-US" altLang="en-US" sz="2400">
                <a:latin typeface="Times New Roman" panose="02020603050405020304" pitchFamily="18" charset="0"/>
              </a:endParaRPr>
            </a:p>
          </p:txBody>
        </p:sp>
      </p:grpSp>
      <p:grpSp>
        <p:nvGrpSpPr>
          <p:cNvPr id="68633" name="Group 40">
            <a:extLst>
              <a:ext uri="{FF2B5EF4-FFF2-40B4-BE49-F238E27FC236}">
                <a16:creationId xmlns:a16="http://schemas.microsoft.com/office/drawing/2014/main" id="{7E9E5A9E-346A-419D-9853-FF98FC57D182}"/>
              </a:ext>
            </a:extLst>
          </p:cNvPr>
          <p:cNvGrpSpPr>
            <a:grpSpLocks/>
          </p:cNvGrpSpPr>
          <p:nvPr/>
        </p:nvGrpSpPr>
        <p:grpSpPr bwMode="auto">
          <a:xfrm>
            <a:off x="5784850" y="4656138"/>
            <a:ext cx="908050" cy="457200"/>
            <a:chOff x="1046" y="2771"/>
            <a:chExt cx="572" cy="288"/>
          </a:xfrm>
        </p:grpSpPr>
        <p:sp>
          <p:nvSpPr>
            <p:cNvPr id="68638" name="Rectangle 41">
              <a:extLst>
                <a:ext uri="{FF2B5EF4-FFF2-40B4-BE49-F238E27FC236}">
                  <a16:creationId xmlns:a16="http://schemas.microsoft.com/office/drawing/2014/main" id="{8161CF63-2A4C-43D7-9A23-C7BF62BF0A9E}"/>
                </a:ext>
              </a:extLst>
            </p:cNvPr>
            <p:cNvSpPr>
              <a:spLocks noChangeArrowheads="1"/>
            </p:cNvSpPr>
            <p:nvPr/>
          </p:nvSpPr>
          <p:spPr bwMode="auto">
            <a:xfrm>
              <a:off x="1104" y="2820"/>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39" name="Text Box 42">
              <a:extLst>
                <a:ext uri="{FF2B5EF4-FFF2-40B4-BE49-F238E27FC236}">
                  <a16:creationId xmlns:a16="http://schemas.microsoft.com/office/drawing/2014/main" id="{DB2B7B66-1EDE-4F4D-A686-9C4E6FAA7C81}"/>
                </a:ext>
              </a:extLst>
            </p:cNvPr>
            <p:cNvSpPr txBox="1">
              <a:spLocks noChangeArrowheads="1"/>
            </p:cNvSpPr>
            <p:nvPr/>
          </p:nvSpPr>
          <p:spPr bwMode="auto">
            <a:xfrm>
              <a:off x="1046" y="2771"/>
              <a:ext cx="5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0000"/>
                  </a:solidFill>
                  <a:latin typeface="Comic Sans MS" panose="030F0702030302020204" pitchFamily="66" charset="0"/>
                </a:rPr>
                <a:t>&lt;file&gt;</a:t>
              </a:r>
              <a:endParaRPr lang="en-US" altLang="en-US" sz="2400">
                <a:latin typeface="Times New Roman" panose="02020603050405020304" pitchFamily="18" charset="0"/>
              </a:endParaRPr>
            </a:p>
          </p:txBody>
        </p:sp>
      </p:grpSp>
      <p:sp>
        <p:nvSpPr>
          <p:cNvPr id="68634" name="Line 43">
            <a:extLst>
              <a:ext uri="{FF2B5EF4-FFF2-40B4-BE49-F238E27FC236}">
                <a16:creationId xmlns:a16="http://schemas.microsoft.com/office/drawing/2014/main" id="{95A6D40E-AE3F-4DF0-BF2F-9372780E07EE}"/>
              </a:ext>
            </a:extLst>
          </p:cNvPr>
          <p:cNvSpPr>
            <a:spLocks noChangeShapeType="1"/>
          </p:cNvSpPr>
          <p:nvPr/>
        </p:nvSpPr>
        <p:spPr bwMode="auto">
          <a:xfrm>
            <a:off x="4057650" y="1962150"/>
            <a:ext cx="0" cy="3857625"/>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8635" name="Group 44">
            <a:extLst>
              <a:ext uri="{FF2B5EF4-FFF2-40B4-BE49-F238E27FC236}">
                <a16:creationId xmlns:a16="http://schemas.microsoft.com/office/drawing/2014/main" id="{1154A633-4E91-4BEF-84F5-51DA080B22E0}"/>
              </a:ext>
            </a:extLst>
          </p:cNvPr>
          <p:cNvGrpSpPr>
            <a:grpSpLocks/>
          </p:cNvGrpSpPr>
          <p:nvPr/>
        </p:nvGrpSpPr>
        <p:grpSpPr bwMode="auto">
          <a:xfrm>
            <a:off x="3679825" y="5094288"/>
            <a:ext cx="815975" cy="457200"/>
            <a:chOff x="2198" y="3221"/>
            <a:chExt cx="514" cy="288"/>
          </a:xfrm>
        </p:grpSpPr>
        <p:sp>
          <p:nvSpPr>
            <p:cNvPr id="68636" name="Rectangle 45">
              <a:extLst>
                <a:ext uri="{FF2B5EF4-FFF2-40B4-BE49-F238E27FC236}">
                  <a16:creationId xmlns:a16="http://schemas.microsoft.com/office/drawing/2014/main" id="{5C2F33C3-B4B2-4CDD-99FD-7BA33C1AFAEC}"/>
                </a:ext>
              </a:extLst>
            </p:cNvPr>
            <p:cNvSpPr>
              <a:spLocks noChangeArrowheads="1"/>
            </p:cNvSpPr>
            <p:nvPr/>
          </p:nvSpPr>
          <p:spPr bwMode="auto">
            <a:xfrm>
              <a:off x="2244" y="3282"/>
              <a:ext cx="408"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68637" name="Text Box 46">
              <a:extLst>
                <a:ext uri="{FF2B5EF4-FFF2-40B4-BE49-F238E27FC236}">
                  <a16:creationId xmlns:a16="http://schemas.microsoft.com/office/drawing/2014/main" id="{F86EF64F-71D0-4624-95F9-B5E5EF614826}"/>
                </a:ext>
              </a:extLst>
            </p:cNvPr>
            <p:cNvSpPr txBox="1">
              <a:spLocks noChangeArrowheads="1"/>
            </p:cNvSpPr>
            <p:nvPr/>
          </p:nvSpPr>
          <p:spPr bwMode="auto">
            <a:xfrm>
              <a:off x="2198" y="3221"/>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chemeClr val="accent2"/>
                  </a:solidFill>
                  <a:latin typeface="Comic Sans MS" panose="030F0702030302020204" pitchFamily="66" charset="0"/>
                </a:rPr>
                <a:t>time</a:t>
              </a:r>
              <a:endParaRPr lang="en-US" altLang="en-US" sz="2400">
                <a:latin typeface="Times New Roman" panose="02020603050405020304" pitchFamily="18" charset="0"/>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88405-31AB-413D-9D01-A1CBD93E828E}"/>
              </a:ext>
            </a:extLst>
          </p:cNvPr>
          <p:cNvSpPr>
            <a:spLocks noGrp="1"/>
          </p:cNvSpPr>
          <p:nvPr>
            <p:ph idx="1"/>
          </p:nvPr>
        </p:nvSpPr>
        <p:spPr>
          <a:xfrm>
            <a:off x="304800" y="1493838"/>
            <a:ext cx="8229600" cy="4525962"/>
          </a:xfrm>
        </p:spPr>
        <p:txBody>
          <a:bodyPr>
            <a:normAutofit fontScale="92500" lnSpcReduction="20000"/>
          </a:bodyPr>
          <a:lstStyle/>
          <a:p>
            <a:pPr>
              <a:defRPr/>
            </a:pPr>
            <a:r>
              <a:rPr lang="en-IN" sz="2600" dirty="0"/>
              <a:t>Protocols are rules and regulations.</a:t>
            </a:r>
          </a:p>
          <a:p>
            <a:pPr lvl="1">
              <a:buFont typeface="Arial" pitchFamily="34" charset="0"/>
              <a:buChar char="•"/>
              <a:defRPr/>
            </a:pPr>
            <a:r>
              <a:rPr lang="en-IN" sz="2200" dirty="0"/>
              <a:t>It defines what is communicated, how it is communicated, and when it is communicated.</a:t>
            </a:r>
          </a:p>
          <a:p>
            <a:pPr lvl="1">
              <a:buFont typeface="Arial" pitchFamily="34" charset="0"/>
              <a:buChar char="•"/>
              <a:defRPr/>
            </a:pPr>
            <a:r>
              <a:rPr lang="en-IN" sz="2200" dirty="0"/>
              <a:t>Key elements of protocol are,</a:t>
            </a:r>
          </a:p>
          <a:p>
            <a:pPr lvl="2">
              <a:defRPr/>
            </a:pPr>
            <a:r>
              <a:rPr lang="en-IN" sz="1900" dirty="0"/>
              <a:t>Syntax: Format of data</a:t>
            </a:r>
          </a:p>
          <a:p>
            <a:pPr lvl="2">
              <a:defRPr/>
            </a:pPr>
            <a:r>
              <a:rPr lang="en-IN" sz="1900" dirty="0"/>
              <a:t>Semantics: Meaning of each section of bits</a:t>
            </a:r>
          </a:p>
          <a:p>
            <a:pPr lvl="2">
              <a:defRPr/>
            </a:pPr>
            <a:r>
              <a:rPr lang="en-IN" sz="1900" dirty="0"/>
              <a:t>Timing: When data should  sent and how fast?</a:t>
            </a:r>
          </a:p>
          <a:p>
            <a:pPr>
              <a:defRPr/>
            </a:pPr>
            <a:r>
              <a:rPr lang="en-IN" dirty="0"/>
              <a:t>Standards are agreed rules.</a:t>
            </a:r>
          </a:p>
          <a:p>
            <a:pPr lvl="1">
              <a:buFont typeface="Arial" pitchFamily="34" charset="0"/>
              <a:buChar char="•"/>
              <a:defRPr/>
            </a:pPr>
            <a:r>
              <a:rPr lang="en-IN" sz="2200" dirty="0"/>
              <a:t>Essential for creating and maintaining an open and competitive market for equipment manufacturers</a:t>
            </a:r>
          </a:p>
          <a:p>
            <a:pPr lvl="1">
              <a:buFont typeface="Arial" pitchFamily="34" charset="0"/>
              <a:buChar char="•"/>
              <a:defRPr/>
            </a:pPr>
            <a:r>
              <a:rPr lang="en-IN" sz="2200" dirty="0"/>
              <a:t>For national and international interoperability.</a:t>
            </a:r>
          </a:p>
          <a:p>
            <a:pPr lvl="1">
              <a:buFont typeface="Arial" pitchFamily="34" charset="0"/>
              <a:buChar char="•"/>
              <a:defRPr/>
            </a:pPr>
            <a:r>
              <a:rPr lang="en-IN" sz="2200" dirty="0"/>
              <a:t>De facto standards: Not been approved by an organized body but have been adopted as standards through widespread use.</a:t>
            </a:r>
          </a:p>
          <a:p>
            <a:pPr lvl="1">
              <a:buFont typeface="Arial" pitchFamily="34" charset="0"/>
              <a:buChar char="•"/>
              <a:defRPr/>
            </a:pPr>
            <a:r>
              <a:rPr lang="en-IN" sz="2200" dirty="0"/>
              <a:t>De jure </a:t>
            </a:r>
          </a:p>
        </p:txBody>
      </p:sp>
      <p:sp>
        <p:nvSpPr>
          <p:cNvPr id="2" name="Title 1">
            <a:extLst>
              <a:ext uri="{FF2B5EF4-FFF2-40B4-BE49-F238E27FC236}">
                <a16:creationId xmlns:a16="http://schemas.microsoft.com/office/drawing/2014/main" id="{2A1C4CBD-4551-4852-9476-7E0E40150E03}"/>
              </a:ext>
            </a:extLst>
          </p:cNvPr>
          <p:cNvSpPr>
            <a:spLocks noGrp="1"/>
          </p:cNvSpPr>
          <p:nvPr>
            <p:ph type="title" idx="4294967295"/>
          </p:nvPr>
        </p:nvSpPr>
        <p:spPr>
          <a:xfrm>
            <a:off x="0" y="274638"/>
            <a:ext cx="8229600" cy="1143000"/>
          </a:xfrm>
        </p:spPr>
        <p:txBody>
          <a:bodyPr/>
          <a:lstStyle/>
          <a:p>
            <a:pPr>
              <a:defRPr/>
            </a:pPr>
            <a:r>
              <a:rPr lang="en-IN" dirty="0"/>
              <a:t>Protocols and Standards</a:t>
            </a:r>
          </a:p>
        </p:txBody>
      </p:sp>
      <p:sp>
        <p:nvSpPr>
          <p:cNvPr id="69636" name="Slide Number Placeholder 5">
            <a:extLst>
              <a:ext uri="{FF2B5EF4-FFF2-40B4-BE49-F238E27FC236}">
                <a16:creationId xmlns:a16="http://schemas.microsoft.com/office/drawing/2014/main" id="{044304DD-3419-4661-98A9-F582EAD309E1}"/>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C082AF4B-7175-4739-BFA1-D0A8CFCC6E33}" type="slidenum">
              <a:rPr lang="en-IN" altLang="en-US" sz="1800">
                <a:solidFill>
                  <a:srgbClr val="898989"/>
                </a:solidFill>
              </a:rPr>
              <a:pPr algn="l" eaLnBrk="0" hangingPunct="0">
                <a:spcBef>
                  <a:spcPct val="0"/>
                </a:spcBef>
                <a:buFontTx/>
                <a:buNone/>
              </a:pPr>
              <a:t>36</a:t>
            </a:fld>
            <a:endParaRPr lang="en-IN" altLang="en-US" sz="1800">
              <a:solidFill>
                <a:srgbClr val="898989"/>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C3726D2-D09B-4627-8233-531F612AFDAE}"/>
              </a:ext>
            </a:extLst>
          </p:cNvPr>
          <p:cNvSpPr>
            <a:spLocks noGrp="1"/>
          </p:cNvSpPr>
          <p:nvPr>
            <p:ph idx="1"/>
          </p:nvPr>
        </p:nvSpPr>
        <p:spPr>
          <a:xfrm>
            <a:off x="304800" y="1493838"/>
            <a:ext cx="8229600" cy="4525962"/>
          </a:xfrm>
        </p:spPr>
        <p:txBody>
          <a:bodyPr>
            <a:normAutofit fontScale="85000" lnSpcReduction="20000"/>
          </a:bodyPr>
          <a:lstStyle/>
          <a:p>
            <a:pPr>
              <a:defRPr/>
            </a:pPr>
            <a:r>
              <a:rPr lang="en-IN" sz="2600" dirty="0"/>
              <a:t>Standard Organizations</a:t>
            </a:r>
          </a:p>
          <a:p>
            <a:pPr lvl="1">
              <a:buFont typeface="Arial" pitchFamily="34" charset="0"/>
              <a:buChar char="•"/>
              <a:defRPr/>
            </a:pPr>
            <a:r>
              <a:rPr lang="en-IN" sz="2400" dirty="0"/>
              <a:t>Standard Creation Committees</a:t>
            </a:r>
          </a:p>
          <a:p>
            <a:pPr lvl="2">
              <a:defRPr/>
            </a:pPr>
            <a:r>
              <a:rPr lang="en-IN" sz="1900" dirty="0"/>
              <a:t>ISO (International Standard Organization)</a:t>
            </a:r>
          </a:p>
          <a:p>
            <a:pPr lvl="2">
              <a:defRPr/>
            </a:pPr>
            <a:r>
              <a:rPr lang="en-IN" sz="1900" dirty="0"/>
              <a:t>International Telecommunication Union-Telecommunication Standards Sector (ITU-T)</a:t>
            </a:r>
          </a:p>
          <a:p>
            <a:pPr lvl="2">
              <a:defRPr/>
            </a:pPr>
            <a:r>
              <a:rPr lang="en-IN" sz="1900" dirty="0"/>
              <a:t>American National Standards Institute (ANSI)</a:t>
            </a:r>
          </a:p>
          <a:p>
            <a:pPr lvl="2">
              <a:defRPr/>
            </a:pPr>
            <a:r>
              <a:rPr lang="en-IN" sz="1900" dirty="0"/>
              <a:t>Institute of Electrical and Electronics Engineers (IEEE)</a:t>
            </a:r>
          </a:p>
          <a:p>
            <a:pPr lvl="2">
              <a:defRPr/>
            </a:pPr>
            <a:r>
              <a:rPr lang="en-IN" sz="1900" dirty="0"/>
              <a:t>Electronic Industries Association (EIA)</a:t>
            </a:r>
          </a:p>
          <a:p>
            <a:pPr lvl="1">
              <a:buFont typeface="Arial" pitchFamily="34" charset="0"/>
              <a:buChar char="•"/>
              <a:defRPr/>
            </a:pPr>
            <a:r>
              <a:rPr lang="en-IN" sz="2400" dirty="0"/>
              <a:t>Forums</a:t>
            </a:r>
          </a:p>
          <a:p>
            <a:pPr lvl="1">
              <a:buFont typeface="Arial" pitchFamily="34" charset="0"/>
              <a:buChar char="•"/>
              <a:defRPr/>
            </a:pPr>
            <a:r>
              <a:rPr lang="en-IN" sz="2400" dirty="0"/>
              <a:t>Regulatory Agencies: FCC (Federal Communications Commissions</a:t>
            </a:r>
            <a:r>
              <a:rPr lang="en-IN" sz="2200" dirty="0"/>
              <a:t>)</a:t>
            </a:r>
          </a:p>
          <a:p>
            <a:pPr>
              <a:defRPr/>
            </a:pPr>
            <a:r>
              <a:rPr lang="en-IN" sz="2600" dirty="0"/>
              <a:t>Internet Standards</a:t>
            </a:r>
          </a:p>
          <a:p>
            <a:pPr lvl="1">
              <a:buFont typeface="Arial" pitchFamily="34" charset="0"/>
              <a:buChar char="•"/>
              <a:defRPr/>
            </a:pPr>
            <a:r>
              <a:rPr lang="en-IN" sz="2400" dirty="0"/>
              <a:t>Internet draft: Lifetime of only 6 month</a:t>
            </a:r>
          </a:p>
          <a:p>
            <a:pPr lvl="1">
              <a:buFont typeface="Arial" pitchFamily="34" charset="0"/>
              <a:buChar char="•"/>
              <a:defRPr/>
            </a:pPr>
            <a:r>
              <a:rPr lang="en-IN" sz="2400" dirty="0"/>
              <a:t>RFC (Request for Comment): After recommendation from internet authorities, draft will be converted to RFC.</a:t>
            </a:r>
          </a:p>
          <a:p>
            <a:pPr>
              <a:defRPr/>
            </a:pPr>
            <a:endParaRPr lang="en-IN" dirty="0"/>
          </a:p>
        </p:txBody>
      </p:sp>
      <p:sp>
        <p:nvSpPr>
          <p:cNvPr id="2" name="Title 1">
            <a:extLst>
              <a:ext uri="{FF2B5EF4-FFF2-40B4-BE49-F238E27FC236}">
                <a16:creationId xmlns:a16="http://schemas.microsoft.com/office/drawing/2014/main" id="{E55602DE-26EE-455D-BB94-5B8887B751C6}"/>
              </a:ext>
            </a:extLst>
          </p:cNvPr>
          <p:cNvSpPr>
            <a:spLocks noGrp="1"/>
          </p:cNvSpPr>
          <p:nvPr>
            <p:ph type="title" idx="4294967295"/>
          </p:nvPr>
        </p:nvSpPr>
        <p:spPr>
          <a:xfrm>
            <a:off x="0" y="274638"/>
            <a:ext cx="8229600" cy="1143000"/>
          </a:xfrm>
        </p:spPr>
        <p:txBody>
          <a:bodyPr/>
          <a:lstStyle/>
          <a:p>
            <a:pPr>
              <a:defRPr/>
            </a:pPr>
            <a:r>
              <a:rPr lang="en-IN" dirty="0"/>
              <a:t>Protocols and Standards</a:t>
            </a:r>
          </a:p>
        </p:txBody>
      </p:sp>
      <p:sp>
        <p:nvSpPr>
          <p:cNvPr id="70660" name="Date Placeholder 2">
            <a:extLst>
              <a:ext uri="{FF2B5EF4-FFF2-40B4-BE49-F238E27FC236}">
                <a16:creationId xmlns:a16="http://schemas.microsoft.com/office/drawing/2014/main" id="{C0E149BA-53D3-45CE-ACEF-0EEC24DE9F1D}"/>
              </a:ext>
            </a:extLst>
          </p:cNvPr>
          <p:cNvSpPr>
            <a:spLocks noGrp="1" noChangeArrowheads="1"/>
          </p:cNvSpPr>
          <p:nvPr>
            <p:ph type="dt" sz="quarter" idx="2"/>
          </p:nvPr>
        </p:nvSpPr>
        <p:spPr bwMode="auto">
          <a:xfrm>
            <a:off x="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0" fontAlgn="base" hangingPunct="0">
              <a:spcBef>
                <a:spcPct val="0"/>
              </a:spcBef>
              <a:spcAft>
                <a:spcPct val="0"/>
              </a:spcAft>
              <a:buFontTx/>
              <a:buNone/>
            </a:pPr>
            <a:fld id="{6C375A15-A3DF-48F3-B086-DF7776907068}" type="datetime1">
              <a:rPr lang="en-IN" altLang="en-US" sz="1800" smtClean="0"/>
              <a:pPr eaLnBrk="0" fontAlgn="base" hangingPunct="0">
                <a:spcBef>
                  <a:spcPct val="0"/>
                </a:spcBef>
                <a:spcAft>
                  <a:spcPct val="0"/>
                </a:spcAft>
                <a:buFontTx/>
                <a:buNone/>
              </a:pPr>
              <a:t>16-01-2026</a:t>
            </a:fld>
            <a:endParaRPr lang="en-IN" altLang="en-US" sz="1800"/>
          </a:p>
        </p:txBody>
      </p:sp>
      <p:sp>
        <p:nvSpPr>
          <p:cNvPr id="70661" name="Footer Placeholder 3">
            <a:extLst>
              <a:ext uri="{FF2B5EF4-FFF2-40B4-BE49-F238E27FC236}">
                <a16:creationId xmlns:a16="http://schemas.microsoft.com/office/drawing/2014/main" id="{80A368D4-D92A-41FC-A42A-DCB8AC24895E}"/>
              </a:ext>
            </a:extLst>
          </p:cNvPr>
          <p:cNvSpPr>
            <a:spLocks noGrp="1" noChangeArrowheads="1"/>
          </p:cNvSpPr>
          <p:nvPr>
            <p:ph type="ftr" sz="quarter" idx="3"/>
          </p:nvPr>
        </p:nvSpPr>
        <p:spPr bwMode="auto">
          <a:xfrm>
            <a:off x="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fontAlgn="base" hangingPunct="0">
              <a:spcBef>
                <a:spcPct val="0"/>
              </a:spcBef>
              <a:spcAft>
                <a:spcPct val="0"/>
              </a:spcAft>
              <a:buFontTx/>
              <a:buNone/>
            </a:pPr>
            <a:r>
              <a:rPr lang="en-IN" altLang="en-US" sz="1800"/>
              <a:t>MITADT SOE, Loni, PUne</a:t>
            </a:r>
          </a:p>
        </p:txBody>
      </p:sp>
      <p:sp>
        <p:nvSpPr>
          <p:cNvPr id="70662" name="Slide Number Placeholder 4">
            <a:extLst>
              <a:ext uri="{FF2B5EF4-FFF2-40B4-BE49-F238E27FC236}">
                <a16:creationId xmlns:a16="http://schemas.microsoft.com/office/drawing/2014/main" id="{A5A5EDB3-62D1-4D0E-8ED5-200461F21708}"/>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5873A8D5-9954-4EAC-BC4C-B564714D5011}" type="slidenum">
              <a:rPr lang="en-IN" altLang="en-US" sz="1800">
                <a:solidFill>
                  <a:srgbClr val="898989"/>
                </a:solidFill>
              </a:rPr>
              <a:pPr algn="l" eaLnBrk="0" hangingPunct="0">
                <a:spcBef>
                  <a:spcPct val="0"/>
                </a:spcBef>
                <a:buFontTx/>
                <a:buNone/>
              </a:pPr>
              <a:t>37</a:t>
            </a:fld>
            <a:endParaRPr lang="en-IN" altLang="en-US" sz="1800">
              <a:solidFill>
                <a:srgbClr val="898989"/>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57072C30-5E37-42A7-B6C6-92EEB8636F4E}"/>
              </a:ext>
            </a:extLst>
          </p:cNvPr>
          <p:cNvSpPr>
            <a:spLocks noGrp="1"/>
          </p:cNvSpPr>
          <p:nvPr>
            <p:ph idx="1"/>
          </p:nvPr>
        </p:nvSpPr>
        <p:spPr>
          <a:xfrm>
            <a:off x="304800" y="1493838"/>
            <a:ext cx="8229600" cy="4525962"/>
          </a:xfrm>
        </p:spPr>
        <p:txBody>
          <a:bodyPr/>
          <a:lstStyle/>
          <a:p>
            <a:pPr fontAlgn="base">
              <a:lnSpc>
                <a:spcPct val="90000"/>
              </a:lnSpc>
              <a:spcAft>
                <a:spcPct val="0"/>
              </a:spcAft>
              <a:buFont typeface="Arial" pitchFamily="34" charset="0"/>
              <a:buChar char="•"/>
            </a:pPr>
            <a:r>
              <a:rPr lang="en-US" altLang="en-US">
                <a:solidFill>
                  <a:srgbClr val="FF0000"/>
                </a:solidFill>
              </a:rPr>
              <a:t>network edge:</a:t>
            </a:r>
            <a:r>
              <a:rPr lang="en-US" altLang="en-US"/>
              <a:t> </a:t>
            </a:r>
          </a:p>
          <a:p>
            <a:pPr fontAlgn="base">
              <a:lnSpc>
                <a:spcPct val="90000"/>
              </a:lnSpc>
              <a:spcAft>
                <a:spcPct val="0"/>
              </a:spcAft>
              <a:buFont typeface="Arial" pitchFamily="34" charset="0"/>
              <a:buChar char="•"/>
            </a:pPr>
            <a:r>
              <a:rPr lang="en-US" altLang="en-US"/>
              <a:t>applications and hosts</a:t>
            </a:r>
          </a:p>
          <a:p>
            <a:pPr fontAlgn="base">
              <a:lnSpc>
                <a:spcPct val="90000"/>
              </a:lnSpc>
              <a:spcAft>
                <a:spcPct val="0"/>
              </a:spcAft>
              <a:buFont typeface="Arial" pitchFamily="34" charset="0"/>
              <a:buChar char="•"/>
            </a:pPr>
            <a:r>
              <a:rPr lang="en-US" altLang="en-US">
                <a:solidFill>
                  <a:srgbClr val="FF0000"/>
                </a:solidFill>
              </a:rPr>
              <a:t>network core:</a:t>
            </a:r>
            <a:r>
              <a:rPr lang="en-US" altLang="en-US"/>
              <a:t> </a:t>
            </a:r>
          </a:p>
          <a:p>
            <a:pPr lvl="1" fontAlgn="base">
              <a:lnSpc>
                <a:spcPct val="90000"/>
              </a:lnSpc>
              <a:spcAft>
                <a:spcPct val="0"/>
              </a:spcAft>
            </a:pPr>
            <a:r>
              <a:rPr lang="en-US" altLang="en-US" sz="2000"/>
              <a:t>routers</a:t>
            </a:r>
          </a:p>
          <a:p>
            <a:pPr lvl="1" fontAlgn="base">
              <a:lnSpc>
                <a:spcPct val="90000"/>
              </a:lnSpc>
              <a:spcAft>
                <a:spcPct val="0"/>
              </a:spcAft>
            </a:pPr>
            <a:r>
              <a:rPr lang="en-US" altLang="en-US" sz="2000"/>
              <a:t>network of networks</a:t>
            </a:r>
          </a:p>
          <a:p>
            <a:pPr fontAlgn="base">
              <a:lnSpc>
                <a:spcPct val="90000"/>
              </a:lnSpc>
              <a:spcAft>
                <a:spcPct val="0"/>
              </a:spcAft>
              <a:buFont typeface="Arial" pitchFamily="34" charset="0"/>
              <a:buChar char="•"/>
            </a:pPr>
            <a:r>
              <a:rPr lang="en-US" altLang="en-US">
                <a:solidFill>
                  <a:srgbClr val="FF0000"/>
                </a:solidFill>
              </a:rPr>
              <a:t>access networks</a:t>
            </a:r>
          </a:p>
          <a:p>
            <a:pPr lvl="1" fontAlgn="base">
              <a:lnSpc>
                <a:spcPct val="90000"/>
              </a:lnSpc>
              <a:spcAft>
                <a:spcPct val="0"/>
              </a:spcAft>
            </a:pPr>
            <a:r>
              <a:rPr lang="en-US" altLang="en-US" sz="1800"/>
              <a:t>residential</a:t>
            </a:r>
          </a:p>
          <a:p>
            <a:pPr lvl="1" fontAlgn="base">
              <a:lnSpc>
                <a:spcPct val="90000"/>
              </a:lnSpc>
              <a:spcAft>
                <a:spcPct val="0"/>
              </a:spcAft>
            </a:pPr>
            <a:r>
              <a:rPr lang="en-US" altLang="en-US" sz="1800"/>
              <a:t>institutional</a:t>
            </a:r>
          </a:p>
          <a:p>
            <a:pPr lvl="1" fontAlgn="base">
              <a:lnSpc>
                <a:spcPct val="90000"/>
              </a:lnSpc>
              <a:spcAft>
                <a:spcPct val="0"/>
              </a:spcAft>
            </a:pPr>
            <a:r>
              <a:rPr lang="en-US" altLang="en-US" sz="1800"/>
              <a:t>mobile</a:t>
            </a:r>
          </a:p>
          <a:p>
            <a:pPr fontAlgn="base">
              <a:lnSpc>
                <a:spcPct val="90000"/>
              </a:lnSpc>
              <a:spcAft>
                <a:spcPct val="0"/>
              </a:spcAft>
              <a:buFont typeface="Arial" pitchFamily="34" charset="0"/>
              <a:buChar char="•"/>
            </a:pPr>
            <a:r>
              <a:rPr lang="en-US" altLang="en-US">
                <a:solidFill>
                  <a:srgbClr val="FF0000"/>
                </a:solidFill>
              </a:rPr>
              <a:t>physical media</a:t>
            </a:r>
          </a:p>
          <a:p>
            <a:pPr lvl="1" fontAlgn="base">
              <a:lnSpc>
                <a:spcPct val="90000"/>
              </a:lnSpc>
              <a:spcAft>
                <a:spcPct val="0"/>
              </a:spcAft>
            </a:pPr>
            <a:r>
              <a:rPr lang="en-US" altLang="en-US" sz="1800"/>
              <a:t>wire (digital / analog)</a:t>
            </a:r>
          </a:p>
          <a:p>
            <a:pPr lvl="1" fontAlgn="base">
              <a:lnSpc>
                <a:spcPct val="90000"/>
              </a:lnSpc>
              <a:spcAft>
                <a:spcPct val="0"/>
              </a:spcAft>
            </a:pPr>
            <a:r>
              <a:rPr lang="en-US" altLang="en-US" sz="1800"/>
              <a:t>wireless (radio / cellular)</a:t>
            </a:r>
          </a:p>
          <a:p>
            <a:pPr lvl="1" fontAlgn="base">
              <a:lnSpc>
                <a:spcPct val="90000"/>
              </a:lnSpc>
              <a:spcAft>
                <a:spcPct val="0"/>
              </a:spcAft>
            </a:pPr>
            <a:endParaRPr lang="en-US" altLang="en-US" sz="1800"/>
          </a:p>
          <a:p>
            <a:pPr lvl="1" fontAlgn="base">
              <a:lnSpc>
                <a:spcPct val="90000"/>
              </a:lnSpc>
              <a:spcAft>
                <a:spcPct val="0"/>
              </a:spcAft>
            </a:pPr>
            <a:endParaRPr lang="en-US" altLang="en-US" sz="1800"/>
          </a:p>
        </p:txBody>
      </p:sp>
      <p:sp>
        <p:nvSpPr>
          <p:cNvPr id="71683" name="Slide Number Placeholder 6">
            <a:extLst>
              <a:ext uri="{FF2B5EF4-FFF2-40B4-BE49-F238E27FC236}">
                <a16:creationId xmlns:a16="http://schemas.microsoft.com/office/drawing/2014/main" id="{BDA30A0D-D348-4217-BF90-5DBE8187C155}"/>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5F7351D0-8D68-4D42-8903-A2C6CF2EC3F4}" type="slidenum">
              <a:rPr lang="en-US" altLang="en-US" sz="1400">
                <a:latin typeface="Times New Roman" panose="02020603050405020304" pitchFamily="18" charset="0"/>
              </a:rPr>
              <a:pPr algn="l" eaLnBrk="0" hangingPunct="0">
                <a:spcBef>
                  <a:spcPct val="0"/>
                </a:spcBef>
                <a:buFontTx/>
                <a:buNone/>
              </a:pPr>
              <a:t>38</a:t>
            </a:fld>
            <a:endParaRPr lang="en-US" altLang="en-US" sz="1400">
              <a:latin typeface="Times New Roman" panose="02020603050405020304" pitchFamily="18" charset="0"/>
            </a:endParaRPr>
          </a:p>
        </p:txBody>
      </p:sp>
      <p:sp>
        <p:nvSpPr>
          <p:cNvPr id="5138" name="Rectangle 2">
            <a:extLst>
              <a:ext uri="{FF2B5EF4-FFF2-40B4-BE49-F238E27FC236}">
                <a16:creationId xmlns:a16="http://schemas.microsoft.com/office/drawing/2014/main" id="{E817C281-A6C6-4B25-BD93-B5A02E1F935F}"/>
              </a:ext>
            </a:extLst>
          </p:cNvPr>
          <p:cNvSpPr>
            <a:spLocks noGrp="1" noChangeArrowheads="1"/>
          </p:cNvSpPr>
          <p:nvPr>
            <p:ph type="title" idx="4294967295"/>
          </p:nvPr>
        </p:nvSpPr>
        <p:spPr>
          <a:xfrm>
            <a:off x="90488" y="123825"/>
            <a:ext cx="8229600" cy="1143000"/>
          </a:xfrm>
        </p:spPr>
        <p:txBody>
          <a:bodyPr/>
          <a:lstStyle/>
          <a:p>
            <a:pPr>
              <a:defRPr/>
            </a:pPr>
            <a:r>
              <a:rPr lang="en-US" sz="3600" dirty="0"/>
              <a:t>A closer look at network structure:</a:t>
            </a:r>
            <a:endParaRPr lang="en-US" dirty="0"/>
          </a:p>
        </p:txBody>
      </p:sp>
      <p:sp>
        <p:nvSpPr>
          <p:cNvPr id="71685" name="Freeform 4">
            <a:extLst>
              <a:ext uri="{FF2B5EF4-FFF2-40B4-BE49-F238E27FC236}">
                <a16:creationId xmlns:a16="http://schemas.microsoft.com/office/drawing/2014/main" id="{5B9E15B7-749F-40BD-B794-0CEDDF4E5C17}"/>
              </a:ext>
            </a:extLst>
          </p:cNvPr>
          <p:cNvSpPr>
            <a:spLocks/>
          </p:cNvSpPr>
          <p:nvPr/>
        </p:nvSpPr>
        <p:spPr bwMode="auto">
          <a:xfrm>
            <a:off x="6769100" y="2200275"/>
            <a:ext cx="1798638" cy="167481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686" name="Freeform 5">
            <a:extLst>
              <a:ext uri="{FF2B5EF4-FFF2-40B4-BE49-F238E27FC236}">
                <a16:creationId xmlns:a16="http://schemas.microsoft.com/office/drawing/2014/main" id="{68469E9D-64F9-458D-B7A4-D2ACA46D53FF}"/>
              </a:ext>
            </a:extLst>
          </p:cNvPr>
          <p:cNvSpPr>
            <a:spLocks/>
          </p:cNvSpPr>
          <p:nvPr/>
        </p:nvSpPr>
        <p:spPr bwMode="auto">
          <a:xfrm>
            <a:off x="4889500" y="2057400"/>
            <a:ext cx="1866900" cy="1589088"/>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687" name="Freeform 6">
            <a:extLst>
              <a:ext uri="{FF2B5EF4-FFF2-40B4-BE49-F238E27FC236}">
                <a16:creationId xmlns:a16="http://schemas.microsoft.com/office/drawing/2014/main" id="{ABCD2919-4CDC-4E08-B9C7-9E5BF4A637D7}"/>
              </a:ext>
            </a:extLst>
          </p:cNvPr>
          <p:cNvSpPr>
            <a:spLocks/>
          </p:cNvSpPr>
          <p:nvPr/>
        </p:nvSpPr>
        <p:spPr bwMode="auto">
          <a:xfrm>
            <a:off x="5257800" y="3508375"/>
            <a:ext cx="2974975" cy="22193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1688" name="Group 7">
            <a:extLst>
              <a:ext uri="{FF2B5EF4-FFF2-40B4-BE49-F238E27FC236}">
                <a16:creationId xmlns:a16="http://schemas.microsoft.com/office/drawing/2014/main" id="{831E0A98-DCCE-43E3-BBDB-55B96561EB81}"/>
              </a:ext>
            </a:extLst>
          </p:cNvPr>
          <p:cNvGrpSpPr>
            <a:grpSpLocks/>
          </p:cNvGrpSpPr>
          <p:nvPr/>
        </p:nvGrpSpPr>
        <p:grpSpPr bwMode="auto">
          <a:xfrm>
            <a:off x="5006975" y="2192338"/>
            <a:ext cx="733425" cy="319087"/>
            <a:chOff x="3552" y="246"/>
            <a:chExt cx="527" cy="248"/>
          </a:xfrm>
        </p:grpSpPr>
        <p:graphicFrame>
          <p:nvGraphicFramePr>
            <p:cNvPr id="71902" name="Object 8">
              <a:extLst>
                <a:ext uri="{FF2B5EF4-FFF2-40B4-BE49-F238E27FC236}">
                  <a16:creationId xmlns:a16="http://schemas.microsoft.com/office/drawing/2014/main" id="{8AEA8C31-FBD4-4985-B6C3-DF3E75535623}"/>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03" name="Object 9">
              <a:extLst>
                <a:ext uri="{FF2B5EF4-FFF2-40B4-BE49-F238E27FC236}">
                  <a16:creationId xmlns:a16="http://schemas.microsoft.com/office/drawing/2014/main" id="{0846331E-6A88-41F9-8AD0-AC7BA4D3E61A}"/>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04" name="Line 10">
              <a:extLst>
                <a:ext uri="{FF2B5EF4-FFF2-40B4-BE49-F238E27FC236}">
                  <a16:creationId xmlns:a16="http://schemas.microsoft.com/office/drawing/2014/main" id="{33812E69-65F7-41B4-86C4-A5A9DB89EAA3}"/>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689" name="Group 11">
            <a:extLst>
              <a:ext uri="{FF2B5EF4-FFF2-40B4-BE49-F238E27FC236}">
                <a16:creationId xmlns:a16="http://schemas.microsoft.com/office/drawing/2014/main" id="{CA71755F-0B66-49D2-941B-E41F2B99F66B}"/>
              </a:ext>
            </a:extLst>
          </p:cNvPr>
          <p:cNvGrpSpPr>
            <a:grpSpLocks/>
          </p:cNvGrpSpPr>
          <p:nvPr/>
        </p:nvGrpSpPr>
        <p:grpSpPr bwMode="auto">
          <a:xfrm>
            <a:off x="5006975" y="2787650"/>
            <a:ext cx="733425" cy="319088"/>
            <a:chOff x="3552" y="246"/>
            <a:chExt cx="527" cy="248"/>
          </a:xfrm>
        </p:grpSpPr>
        <p:graphicFrame>
          <p:nvGraphicFramePr>
            <p:cNvPr id="71899" name="Object 12">
              <a:extLst>
                <a:ext uri="{FF2B5EF4-FFF2-40B4-BE49-F238E27FC236}">
                  <a16:creationId xmlns:a16="http://schemas.microsoft.com/office/drawing/2014/main" id="{217D7A86-5F47-415B-B03A-8C0F21D5F216}"/>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00" name="Object 13">
              <a:extLst>
                <a:ext uri="{FF2B5EF4-FFF2-40B4-BE49-F238E27FC236}">
                  <a16:creationId xmlns:a16="http://schemas.microsoft.com/office/drawing/2014/main" id="{F264E5AF-1F88-4B26-A4AE-21BAC8AFE577}"/>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01" name="Line 14">
              <a:extLst>
                <a:ext uri="{FF2B5EF4-FFF2-40B4-BE49-F238E27FC236}">
                  <a16:creationId xmlns:a16="http://schemas.microsoft.com/office/drawing/2014/main" id="{F97DE6FC-8291-4572-8FFD-585EAFD0D6C1}"/>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690" name="Group 15">
            <a:extLst>
              <a:ext uri="{FF2B5EF4-FFF2-40B4-BE49-F238E27FC236}">
                <a16:creationId xmlns:a16="http://schemas.microsoft.com/office/drawing/2014/main" id="{DACEBDD1-ABC2-4148-B052-0B59511C29F5}"/>
              </a:ext>
            </a:extLst>
          </p:cNvPr>
          <p:cNvGrpSpPr>
            <a:grpSpLocks/>
          </p:cNvGrpSpPr>
          <p:nvPr/>
        </p:nvGrpSpPr>
        <p:grpSpPr bwMode="auto">
          <a:xfrm>
            <a:off x="5383213" y="2574925"/>
            <a:ext cx="69850" cy="214313"/>
            <a:chOff x="3842" y="406"/>
            <a:chExt cx="51" cy="167"/>
          </a:xfrm>
        </p:grpSpPr>
        <p:sp>
          <p:nvSpPr>
            <p:cNvPr id="71896" name="Oval 16">
              <a:extLst>
                <a:ext uri="{FF2B5EF4-FFF2-40B4-BE49-F238E27FC236}">
                  <a16:creationId xmlns:a16="http://schemas.microsoft.com/office/drawing/2014/main" id="{2898446C-6C8E-4833-9CA4-C6671E67F239}"/>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97" name="Oval 17">
              <a:extLst>
                <a:ext uri="{FF2B5EF4-FFF2-40B4-BE49-F238E27FC236}">
                  <a16:creationId xmlns:a16="http://schemas.microsoft.com/office/drawing/2014/main" id="{9DE66E75-9AE9-4535-9EE2-BCAB3C0E90C9}"/>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98" name="Oval 18">
              <a:extLst>
                <a:ext uri="{FF2B5EF4-FFF2-40B4-BE49-F238E27FC236}">
                  <a16:creationId xmlns:a16="http://schemas.microsoft.com/office/drawing/2014/main" id="{98B6FC0C-C66C-4D2E-BFB3-B6DF03848859}"/>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1691" name="Group 19">
            <a:extLst>
              <a:ext uri="{FF2B5EF4-FFF2-40B4-BE49-F238E27FC236}">
                <a16:creationId xmlns:a16="http://schemas.microsoft.com/office/drawing/2014/main" id="{FF6DE1BB-E571-44AD-B289-75427BB51AD2}"/>
              </a:ext>
            </a:extLst>
          </p:cNvPr>
          <p:cNvGrpSpPr>
            <a:grpSpLocks/>
          </p:cNvGrpSpPr>
          <p:nvPr/>
        </p:nvGrpSpPr>
        <p:grpSpPr bwMode="auto">
          <a:xfrm>
            <a:off x="5853113" y="3078163"/>
            <a:ext cx="209550" cy="395287"/>
            <a:chOff x="4180" y="783"/>
            <a:chExt cx="150" cy="307"/>
          </a:xfrm>
        </p:grpSpPr>
        <p:sp>
          <p:nvSpPr>
            <p:cNvPr id="71888" name="AutoShape 20">
              <a:extLst>
                <a:ext uri="{FF2B5EF4-FFF2-40B4-BE49-F238E27FC236}">
                  <a16:creationId xmlns:a16="http://schemas.microsoft.com/office/drawing/2014/main" id="{D5865D00-2755-43C2-9432-B519AB8B51B5}"/>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89" name="Rectangle 21">
              <a:extLst>
                <a:ext uri="{FF2B5EF4-FFF2-40B4-BE49-F238E27FC236}">
                  <a16:creationId xmlns:a16="http://schemas.microsoft.com/office/drawing/2014/main" id="{0255962A-75F1-48D2-9DB4-39D7EFA3E5DC}"/>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90" name="Rectangle 22">
              <a:extLst>
                <a:ext uri="{FF2B5EF4-FFF2-40B4-BE49-F238E27FC236}">
                  <a16:creationId xmlns:a16="http://schemas.microsoft.com/office/drawing/2014/main" id="{E6FA3522-6EF9-44AD-9E01-3E1860688407}"/>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91" name="AutoShape 23">
              <a:extLst>
                <a:ext uri="{FF2B5EF4-FFF2-40B4-BE49-F238E27FC236}">
                  <a16:creationId xmlns:a16="http://schemas.microsoft.com/office/drawing/2014/main" id="{FE429F71-3BD0-490D-85C4-A897E8F6B122}"/>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92" name="Line 24">
              <a:extLst>
                <a:ext uri="{FF2B5EF4-FFF2-40B4-BE49-F238E27FC236}">
                  <a16:creationId xmlns:a16="http://schemas.microsoft.com/office/drawing/2014/main" id="{905963AA-482A-4AFC-8EE6-DBA7FBDDA024}"/>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93" name="Line 25">
              <a:extLst>
                <a:ext uri="{FF2B5EF4-FFF2-40B4-BE49-F238E27FC236}">
                  <a16:creationId xmlns:a16="http://schemas.microsoft.com/office/drawing/2014/main" id="{02557642-4EFD-445B-83FA-EF73AFAD6BC4}"/>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94" name="Rectangle 26">
              <a:extLst>
                <a:ext uri="{FF2B5EF4-FFF2-40B4-BE49-F238E27FC236}">
                  <a16:creationId xmlns:a16="http://schemas.microsoft.com/office/drawing/2014/main" id="{AE645A92-A8D8-41D8-8FDF-67D11CAE18ED}"/>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95" name="Rectangle 27">
              <a:extLst>
                <a:ext uri="{FF2B5EF4-FFF2-40B4-BE49-F238E27FC236}">
                  <a16:creationId xmlns:a16="http://schemas.microsoft.com/office/drawing/2014/main" id="{69E789FF-83B9-4756-940A-F1B0098D623F}"/>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1692" name="Group 28">
            <a:extLst>
              <a:ext uri="{FF2B5EF4-FFF2-40B4-BE49-F238E27FC236}">
                <a16:creationId xmlns:a16="http://schemas.microsoft.com/office/drawing/2014/main" id="{57603F4C-3201-42C6-81C3-E0FC65C3F53D}"/>
              </a:ext>
            </a:extLst>
          </p:cNvPr>
          <p:cNvGrpSpPr>
            <a:grpSpLocks/>
          </p:cNvGrpSpPr>
          <p:nvPr/>
        </p:nvGrpSpPr>
        <p:grpSpPr bwMode="auto">
          <a:xfrm rot="-5400000">
            <a:off x="6165850" y="3155950"/>
            <a:ext cx="80963" cy="233363"/>
            <a:chOff x="3842" y="406"/>
            <a:chExt cx="51" cy="167"/>
          </a:xfrm>
        </p:grpSpPr>
        <p:sp>
          <p:nvSpPr>
            <p:cNvPr id="71885" name="Oval 29">
              <a:extLst>
                <a:ext uri="{FF2B5EF4-FFF2-40B4-BE49-F238E27FC236}">
                  <a16:creationId xmlns:a16="http://schemas.microsoft.com/office/drawing/2014/main" id="{9DDE45A4-A82A-49F7-A030-6DB3DEA3027C}"/>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86" name="Oval 30">
              <a:extLst>
                <a:ext uri="{FF2B5EF4-FFF2-40B4-BE49-F238E27FC236}">
                  <a16:creationId xmlns:a16="http://schemas.microsoft.com/office/drawing/2014/main" id="{EEAFC326-41DE-4EE3-9A3C-2FA7E468D9D6}"/>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87" name="Oval 31">
              <a:extLst>
                <a:ext uri="{FF2B5EF4-FFF2-40B4-BE49-F238E27FC236}">
                  <a16:creationId xmlns:a16="http://schemas.microsoft.com/office/drawing/2014/main" id="{5BD26B08-2C0C-4A37-9F74-F3674A7316C9}"/>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1693" name="Line 32">
            <a:extLst>
              <a:ext uri="{FF2B5EF4-FFF2-40B4-BE49-F238E27FC236}">
                <a16:creationId xmlns:a16="http://schemas.microsoft.com/office/drawing/2014/main" id="{6FA9A494-224E-47B6-887D-6192320C6477}"/>
              </a:ext>
            </a:extLst>
          </p:cNvPr>
          <p:cNvSpPr>
            <a:spLocks noChangeShapeType="1"/>
          </p:cNvSpPr>
          <p:nvPr/>
        </p:nvSpPr>
        <p:spPr bwMode="auto">
          <a:xfrm>
            <a:off x="5989638" y="2986088"/>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4" name="Line 33">
            <a:extLst>
              <a:ext uri="{FF2B5EF4-FFF2-40B4-BE49-F238E27FC236}">
                <a16:creationId xmlns:a16="http://schemas.microsoft.com/office/drawing/2014/main" id="{E2934630-B601-443F-A427-83EC52921556}"/>
              </a:ext>
            </a:extLst>
          </p:cNvPr>
          <p:cNvSpPr>
            <a:spLocks noChangeShapeType="1"/>
          </p:cNvSpPr>
          <p:nvPr/>
        </p:nvSpPr>
        <p:spPr bwMode="auto">
          <a:xfrm>
            <a:off x="5992813" y="2982913"/>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5" name="Line 34">
            <a:extLst>
              <a:ext uri="{FF2B5EF4-FFF2-40B4-BE49-F238E27FC236}">
                <a16:creationId xmlns:a16="http://schemas.microsoft.com/office/drawing/2014/main" id="{9740189F-BA15-46FB-A3FA-2B75267872C4}"/>
              </a:ext>
            </a:extLst>
          </p:cNvPr>
          <p:cNvSpPr>
            <a:spLocks noChangeShapeType="1"/>
          </p:cNvSpPr>
          <p:nvPr/>
        </p:nvSpPr>
        <p:spPr bwMode="auto">
          <a:xfrm>
            <a:off x="6488113" y="2981325"/>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6" name="Line 35">
            <a:extLst>
              <a:ext uri="{FF2B5EF4-FFF2-40B4-BE49-F238E27FC236}">
                <a16:creationId xmlns:a16="http://schemas.microsoft.com/office/drawing/2014/main" id="{56D0C2CA-E309-4F0E-9A9A-CE7CAAD37A3F}"/>
              </a:ext>
            </a:extLst>
          </p:cNvPr>
          <p:cNvSpPr>
            <a:spLocks noChangeShapeType="1"/>
          </p:cNvSpPr>
          <p:nvPr/>
        </p:nvSpPr>
        <p:spPr bwMode="auto">
          <a:xfrm>
            <a:off x="5689600" y="2446338"/>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7" name="Line 36">
            <a:extLst>
              <a:ext uri="{FF2B5EF4-FFF2-40B4-BE49-F238E27FC236}">
                <a16:creationId xmlns:a16="http://schemas.microsoft.com/office/drawing/2014/main" id="{F6500BBE-B186-4A34-BD57-1F4E728A1887}"/>
              </a:ext>
            </a:extLst>
          </p:cNvPr>
          <p:cNvSpPr>
            <a:spLocks noChangeShapeType="1"/>
          </p:cNvSpPr>
          <p:nvPr/>
        </p:nvSpPr>
        <p:spPr bwMode="auto">
          <a:xfrm flipV="1">
            <a:off x="5702300" y="2732088"/>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8" name="Line 37">
            <a:extLst>
              <a:ext uri="{FF2B5EF4-FFF2-40B4-BE49-F238E27FC236}">
                <a16:creationId xmlns:a16="http://schemas.microsoft.com/office/drawing/2014/main" id="{DF6969B8-9B60-4602-A172-96034882A31C}"/>
              </a:ext>
            </a:extLst>
          </p:cNvPr>
          <p:cNvSpPr>
            <a:spLocks noChangeShapeType="1"/>
          </p:cNvSpPr>
          <p:nvPr/>
        </p:nvSpPr>
        <p:spPr bwMode="auto">
          <a:xfrm flipV="1">
            <a:off x="6229350" y="2817813"/>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699" name="Group 38">
            <a:extLst>
              <a:ext uri="{FF2B5EF4-FFF2-40B4-BE49-F238E27FC236}">
                <a16:creationId xmlns:a16="http://schemas.microsoft.com/office/drawing/2014/main" id="{4F1C6118-8E5B-4AB6-97B2-671BD95DB014}"/>
              </a:ext>
            </a:extLst>
          </p:cNvPr>
          <p:cNvGrpSpPr>
            <a:grpSpLocks/>
          </p:cNvGrpSpPr>
          <p:nvPr/>
        </p:nvGrpSpPr>
        <p:grpSpPr bwMode="auto">
          <a:xfrm>
            <a:off x="6348413" y="3055938"/>
            <a:ext cx="209550" cy="395287"/>
            <a:chOff x="4180" y="783"/>
            <a:chExt cx="150" cy="307"/>
          </a:xfrm>
        </p:grpSpPr>
        <p:sp>
          <p:nvSpPr>
            <p:cNvPr id="71877" name="AutoShape 39">
              <a:extLst>
                <a:ext uri="{FF2B5EF4-FFF2-40B4-BE49-F238E27FC236}">
                  <a16:creationId xmlns:a16="http://schemas.microsoft.com/office/drawing/2014/main" id="{01FDB243-8E74-4363-8ED7-249DE6A7AC50}"/>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78" name="Rectangle 40">
              <a:extLst>
                <a:ext uri="{FF2B5EF4-FFF2-40B4-BE49-F238E27FC236}">
                  <a16:creationId xmlns:a16="http://schemas.microsoft.com/office/drawing/2014/main" id="{7873C571-604C-4A9F-B926-7689CC1AC0E7}"/>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79" name="Rectangle 41">
              <a:extLst>
                <a:ext uri="{FF2B5EF4-FFF2-40B4-BE49-F238E27FC236}">
                  <a16:creationId xmlns:a16="http://schemas.microsoft.com/office/drawing/2014/main" id="{A8F5F52E-7C1E-411B-9DB5-C5F960F656C3}"/>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80" name="AutoShape 42">
              <a:extLst>
                <a:ext uri="{FF2B5EF4-FFF2-40B4-BE49-F238E27FC236}">
                  <a16:creationId xmlns:a16="http://schemas.microsoft.com/office/drawing/2014/main" id="{431310BE-CD83-4AC1-A7D2-656E01A76B45}"/>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81" name="Line 43">
              <a:extLst>
                <a:ext uri="{FF2B5EF4-FFF2-40B4-BE49-F238E27FC236}">
                  <a16:creationId xmlns:a16="http://schemas.microsoft.com/office/drawing/2014/main" id="{94719B8F-569C-4D6E-9EBF-EF4190BAB9FF}"/>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82" name="Line 44">
              <a:extLst>
                <a:ext uri="{FF2B5EF4-FFF2-40B4-BE49-F238E27FC236}">
                  <a16:creationId xmlns:a16="http://schemas.microsoft.com/office/drawing/2014/main" id="{4BF4078F-C5AA-44EC-B53D-1F2C57DE7424}"/>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83" name="Rectangle 45">
              <a:extLst>
                <a:ext uri="{FF2B5EF4-FFF2-40B4-BE49-F238E27FC236}">
                  <a16:creationId xmlns:a16="http://schemas.microsoft.com/office/drawing/2014/main" id="{3F34B268-83FE-4562-B5FC-70B5BC1CF927}"/>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84" name="Rectangle 46">
              <a:extLst>
                <a:ext uri="{FF2B5EF4-FFF2-40B4-BE49-F238E27FC236}">
                  <a16:creationId xmlns:a16="http://schemas.microsoft.com/office/drawing/2014/main" id="{40A1984F-34C2-4B5D-970C-E14FEB06A9A6}"/>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1700" name="Group 47">
            <a:extLst>
              <a:ext uri="{FF2B5EF4-FFF2-40B4-BE49-F238E27FC236}">
                <a16:creationId xmlns:a16="http://schemas.microsoft.com/office/drawing/2014/main" id="{1DDD15A8-28DB-4A63-BFF2-51F53EF1CBAF}"/>
              </a:ext>
            </a:extLst>
          </p:cNvPr>
          <p:cNvGrpSpPr>
            <a:grpSpLocks/>
          </p:cNvGrpSpPr>
          <p:nvPr/>
        </p:nvGrpSpPr>
        <p:grpSpPr bwMode="auto">
          <a:xfrm>
            <a:off x="5391150" y="3675063"/>
            <a:ext cx="479425" cy="925512"/>
            <a:chOff x="3314" y="1248"/>
            <a:chExt cx="344" cy="694"/>
          </a:xfrm>
        </p:grpSpPr>
        <p:graphicFrame>
          <p:nvGraphicFramePr>
            <p:cNvPr id="71868" name="Object 48">
              <a:extLst>
                <a:ext uri="{FF2B5EF4-FFF2-40B4-BE49-F238E27FC236}">
                  <a16:creationId xmlns:a16="http://schemas.microsoft.com/office/drawing/2014/main" id="{65C5FED9-64A3-40CF-8F4C-0D5C08329AE7}"/>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69" name="Line 49">
              <a:extLst>
                <a:ext uri="{FF2B5EF4-FFF2-40B4-BE49-F238E27FC236}">
                  <a16:creationId xmlns:a16="http://schemas.microsoft.com/office/drawing/2014/main" id="{BEF7D15D-FD80-47FE-AEC6-59F11B6135A8}"/>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1870" name="Object 50">
              <a:extLst>
                <a:ext uri="{FF2B5EF4-FFF2-40B4-BE49-F238E27FC236}">
                  <a16:creationId xmlns:a16="http://schemas.microsoft.com/office/drawing/2014/main" id="{BB503606-F6D4-49A8-A2DB-30A7758FBB25}"/>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71" name="Line 51">
              <a:extLst>
                <a:ext uri="{FF2B5EF4-FFF2-40B4-BE49-F238E27FC236}">
                  <a16:creationId xmlns:a16="http://schemas.microsoft.com/office/drawing/2014/main" id="{83770AB3-D00E-4D62-990E-8B126D019921}"/>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872" name="Group 52">
              <a:extLst>
                <a:ext uri="{FF2B5EF4-FFF2-40B4-BE49-F238E27FC236}">
                  <a16:creationId xmlns:a16="http://schemas.microsoft.com/office/drawing/2014/main" id="{F815571B-E6B9-43C1-B6C9-81B6844D1B0A}"/>
                </a:ext>
              </a:extLst>
            </p:cNvPr>
            <p:cNvGrpSpPr>
              <a:grpSpLocks/>
            </p:cNvGrpSpPr>
            <p:nvPr/>
          </p:nvGrpSpPr>
          <p:grpSpPr bwMode="auto">
            <a:xfrm>
              <a:off x="3404" y="1504"/>
              <a:ext cx="51" cy="167"/>
              <a:chOff x="3842" y="406"/>
              <a:chExt cx="51" cy="167"/>
            </a:xfrm>
          </p:grpSpPr>
          <p:sp>
            <p:nvSpPr>
              <p:cNvPr id="71874" name="Oval 53">
                <a:extLst>
                  <a:ext uri="{FF2B5EF4-FFF2-40B4-BE49-F238E27FC236}">
                    <a16:creationId xmlns:a16="http://schemas.microsoft.com/office/drawing/2014/main" id="{7D38A05E-164A-4EF1-8CB5-94724F9B95AD}"/>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75" name="Oval 54">
                <a:extLst>
                  <a:ext uri="{FF2B5EF4-FFF2-40B4-BE49-F238E27FC236}">
                    <a16:creationId xmlns:a16="http://schemas.microsoft.com/office/drawing/2014/main" id="{C5A3047C-B25D-47FC-94C9-CD44AAB43F43}"/>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76" name="Oval 55">
                <a:extLst>
                  <a:ext uri="{FF2B5EF4-FFF2-40B4-BE49-F238E27FC236}">
                    <a16:creationId xmlns:a16="http://schemas.microsoft.com/office/drawing/2014/main" id="{1AD2D3AA-919D-47C3-B9A4-AD27453828C2}"/>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1873" name="Line 56">
              <a:extLst>
                <a:ext uri="{FF2B5EF4-FFF2-40B4-BE49-F238E27FC236}">
                  <a16:creationId xmlns:a16="http://schemas.microsoft.com/office/drawing/2014/main" id="{F7777A84-4E35-49FE-B9E5-23B46705D424}"/>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71701" name="Object 57">
            <a:extLst>
              <a:ext uri="{FF2B5EF4-FFF2-40B4-BE49-F238E27FC236}">
                <a16:creationId xmlns:a16="http://schemas.microsoft.com/office/drawing/2014/main" id="{759D7948-BE03-4509-BAAB-1FB332A006E0}"/>
              </a:ext>
            </a:extLst>
          </p:cNvPr>
          <p:cNvGraphicFramePr>
            <a:graphicFrameLocks noChangeAspect="1"/>
          </p:cNvGraphicFramePr>
          <p:nvPr/>
        </p:nvGraphicFramePr>
        <p:xfrm>
          <a:off x="6259513" y="4684713"/>
          <a:ext cx="417512" cy="331787"/>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9513" y="4684713"/>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02" name="Object 58">
            <a:extLst>
              <a:ext uri="{FF2B5EF4-FFF2-40B4-BE49-F238E27FC236}">
                <a16:creationId xmlns:a16="http://schemas.microsoft.com/office/drawing/2014/main" id="{EF8A99F6-BBDE-4CEF-8C44-828292304D12}"/>
              </a:ext>
            </a:extLst>
          </p:cNvPr>
          <p:cNvGraphicFramePr>
            <a:graphicFrameLocks noChangeAspect="1"/>
          </p:cNvGraphicFramePr>
          <p:nvPr/>
        </p:nvGraphicFramePr>
        <p:xfrm>
          <a:off x="5645150" y="4673600"/>
          <a:ext cx="415925" cy="330200"/>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5150" y="4673600"/>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03" name="Oval 59">
            <a:extLst>
              <a:ext uri="{FF2B5EF4-FFF2-40B4-BE49-F238E27FC236}">
                <a16:creationId xmlns:a16="http://schemas.microsoft.com/office/drawing/2014/main" id="{F0F69FBB-6563-4437-A072-DC660D08DC0A}"/>
              </a:ext>
            </a:extLst>
          </p:cNvPr>
          <p:cNvSpPr>
            <a:spLocks noChangeArrowheads="1"/>
          </p:cNvSpPr>
          <p:nvPr/>
        </p:nvSpPr>
        <p:spPr bwMode="auto">
          <a:xfrm rot="-5400000">
            <a:off x="6061869" y="4777581"/>
            <a:ext cx="63500"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04" name="Oval 60">
            <a:extLst>
              <a:ext uri="{FF2B5EF4-FFF2-40B4-BE49-F238E27FC236}">
                <a16:creationId xmlns:a16="http://schemas.microsoft.com/office/drawing/2014/main" id="{AC0EA699-BC0F-4409-9EB4-C4D91CDC8FE6}"/>
              </a:ext>
            </a:extLst>
          </p:cNvPr>
          <p:cNvSpPr>
            <a:spLocks noChangeArrowheads="1"/>
          </p:cNvSpPr>
          <p:nvPr/>
        </p:nvSpPr>
        <p:spPr bwMode="auto">
          <a:xfrm rot="-5400000">
            <a:off x="6146801" y="4775200"/>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05" name="Oval 61">
            <a:extLst>
              <a:ext uri="{FF2B5EF4-FFF2-40B4-BE49-F238E27FC236}">
                <a16:creationId xmlns:a16="http://schemas.microsoft.com/office/drawing/2014/main" id="{35993C4E-7113-4E16-8148-696C692CC7FA}"/>
              </a:ext>
            </a:extLst>
          </p:cNvPr>
          <p:cNvSpPr>
            <a:spLocks noChangeArrowheads="1"/>
          </p:cNvSpPr>
          <p:nvPr/>
        </p:nvSpPr>
        <p:spPr bwMode="auto">
          <a:xfrm rot="-5400000">
            <a:off x="6224587" y="4779963"/>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06" name="Line 62">
            <a:extLst>
              <a:ext uri="{FF2B5EF4-FFF2-40B4-BE49-F238E27FC236}">
                <a16:creationId xmlns:a16="http://schemas.microsoft.com/office/drawing/2014/main" id="{BF44B384-E482-4E91-B971-BACC8E0905B4}"/>
              </a:ext>
            </a:extLst>
          </p:cNvPr>
          <p:cNvSpPr>
            <a:spLocks noChangeShapeType="1"/>
          </p:cNvSpPr>
          <p:nvPr/>
        </p:nvSpPr>
        <p:spPr bwMode="auto">
          <a:xfrm rot="-5400000">
            <a:off x="6484144" y="4660107"/>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07" name="Line 63">
            <a:extLst>
              <a:ext uri="{FF2B5EF4-FFF2-40B4-BE49-F238E27FC236}">
                <a16:creationId xmlns:a16="http://schemas.microsoft.com/office/drawing/2014/main" id="{48FB3A15-FE3D-4882-BA4C-620F9353AEDE}"/>
              </a:ext>
            </a:extLst>
          </p:cNvPr>
          <p:cNvSpPr>
            <a:spLocks noChangeShapeType="1"/>
          </p:cNvSpPr>
          <p:nvPr/>
        </p:nvSpPr>
        <p:spPr bwMode="auto">
          <a:xfrm rot="5400000" flipH="1">
            <a:off x="5857875" y="4651375"/>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08" name="Line 64">
            <a:extLst>
              <a:ext uri="{FF2B5EF4-FFF2-40B4-BE49-F238E27FC236}">
                <a16:creationId xmlns:a16="http://schemas.microsoft.com/office/drawing/2014/main" id="{CC20028D-91B3-4C6D-BC43-F0558EDF7D9F}"/>
              </a:ext>
            </a:extLst>
          </p:cNvPr>
          <p:cNvSpPr>
            <a:spLocks noChangeShapeType="1"/>
          </p:cNvSpPr>
          <p:nvPr/>
        </p:nvSpPr>
        <p:spPr bwMode="auto">
          <a:xfrm rot="16200000" flipV="1">
            <a:off x="6204744" y="4312444"/>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09" name="Line 65">
            <a:extLst>
              <a:ext uri="{FF2B5EF4-FFF2-40B4-BE49-F238E27FC236}">
                <a16:creationId xmlns:a16="http://schemas.microsoft.com/office/drawing/2014/main" id="{FDE3391F-4DAF-4F74-A9AC-0D1291ACD47B}"/>
              </a:ext>
            </a:extLst>
          </p:cNvPr>
          <p:cNvSpPr>
            <a:spLocks noChangeShapeType="1"/>
          </p:cNvSpPr>
          <p:nvPr/>
        </p:nvSpPr>
        <p:spPr bwMode="auto">
          <a:xfrm flipV="1">
            <a:off x="5870575" y="4251325"/>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10" name="Line 66">
            <a:extLst>
              <a:ext uri="{FF2B5EF4-FFF2-40B4-BE49-F238E27FC236}">
                <a16:creationId xmlns:a16="http://schemas.microsoft.com/office/drawing/2014/main" id="{B687FE82-3ED3-4690-9D7C-3FBE876FCD71}"/>
              </a:ext>
            </a:extLst>
          </p:cNvPr>
          <p:cNvSpPr>
            <a:spLocks noChangeShapeType="1"/>
          </p:cNvSpPr>
          <p:nvPr/>
        </p:nvSpPr>
        <p:spPr bwMode="auto">
          <a:xfrm>
            <a:off x="6472238" y="4297363"/>
            <a:ext cx="303212" cy="3857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11" name="Line 67">
            <a:extLst>
              <a:ext uri="{FF2B5EF4-FFF2-40B4-BE49-F238E27FC236}">
                <a16:creationId xmlns:a16="http://schemas.microsoft.com/office/drawing/2014/main" id="{347AA256-B0F7-44F8-9F16-7371972949AE}"/>
              </a:ext>
            </a:extLst>
          </p:cNvPr>
          <p:cNvSpPr>
            <a:spLocks noChangeShapeType="1"/>
          </p:cNvSpPr>
          <p:nvPr/>
        </p:nvSpPr>
        <p:spPr bwMode="auto">
          <a:xfrm flipH="1">
            <a:off x="7267575" y="4294188"/>
            <a:ext cx="279400" cy="392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1712" name="Object 68">
            <a:extLst>
              <a:ext uri="{FF2B5EF4-FFF2-40B4-BE49-F238E27FC236}">
                <a16:creationId xmlns:a16="http://schemas.microsoft.com/office/drawing/2014/main" id="{101EA79B-0520-458A-88D6-9970D6FDC1D2}"/>
              </a:ext>
            </a:extLst>
          </p:cNvPr>
          <p:cNvGraphicFramePr>
            <a:graphicFrameLocks noChangeAspect="1"/>
          </p:cNvGraphicFramePr>
          <p:nvPr/>
        </p:nvGraphicFramePr>
        <p:xfrm>
          <a:off x="7445375" y="3846513"/>
          <a:ext cx="203200" cy="241300"/>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6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45375" y="3846513"/>
                        <a:ext cx="2032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3" name="Object 69">
            <a:extLst>
              <a:ext uri="{FF2B5EF4-FFF2-40B4-BE49-F238E27FC236}">
                <a16:creationId xmlns:a16="http://schemas.microsoft.com/office/drawing/2014/main" id="{ACC75BBA-26E0-4E16-B631-27486CC79C3F}"/>
              </a:ext>
            </a:extLst>
          </p:cNvPr>
          <p:cNvGraphicFramePr>
            <a:graphicFrameLocks noChangeAspect="1"/>
          </p:cNvGraphicFramePr>
          <p:nvPr/>
        </p:nvGraphicFramePr>
        <p:xfrm>
          <a:off x="6108700" y="3927475"/>
          <a:ext cx="203200" cy="239713"/>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08700" y="3927475"/>
                        <a:ext cx="203200"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4" name="Freeform 70">
            <a:extLst>
              <a:ext uri="{FF2B5EF4-FFF2-40B4-BE49-F238E27FC236}">
                <a16:creationId xmlns:a16="http://schemas.microsoft.com/office/drawing/2014/main" id="{D6B0F89F-164D-482A-86C0-D69D10F39E05}"/>
              </a:ext>
            </a:extLst>
          </p:cNvPr>
          <p:cNvSpPr>
            <a:spLocks/>
          </p:cNvSpPr>
          <p:nvPr/>
        </p:nvSpPr>
        <p:spPr bwMode="auto">
          <a:xfrm>
            <a:off x="6189663" y="3702050"/>
            <a:ext cx="1354137" cy="304800"/>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1715" name="Group 71">
            <a:extLst>
              <a:ext uri="{FF2B5EF4-FFF2-40B4-BE49-F238E27FC236}">
                <a16:creationId xmlns:a16="http://schemas.microsoft.com/office/drawing/2014/main" id="{F269C533-6338-493D-ADC5-7B4C6BCAE159}"/>
              </a:ext>
            </a:extLst>
          </p:cNvPr>
          <p:cNvGrpSpPr>
            <a:grpSpLocks/>
          </p:cNvGrpSpPr>
          <p:nvPr/>
        </p:nvGrpSpPr>
        <p:grpSpPr bwMode="auto">
          <a:xfrm>
            <a:off x="6456363" y="5124450"/>
            <a:ext cx="406400" cy="427038"/>
            <a:chOff x="2870" y="1518"/>
            <a:chExt cx="292" cy="320"/>
          </a:xfrm>
        </p:grpSpPr>
        <p:graphicFrame>
          <p:nvGraphicFramePr>
            <p:cNvPr id="71866" name="Object 72">
              <a:extLst>
                <a:ext uri="{FF2B5EF4-FFF2-40B4-BE49-F238E27FC236}">
                  <a16:creationId xmlns:a16="http://schemas.microsoft.com/office/drawing/2014/main" id="{99D5BFCC-75D2-4A33-B872-F784B2105EF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67" name="Object 73">
              <a:extLst>
                <a:ext uri="{FF2B5EF4-FFF2-40B4-BE49-F238E27FC236}">
                  <a16:creationId xmlns:a16="http://schemas.microsoft.com/office/drawing/2014/main" id="{7E8054C6-C44C-4A49-84BC-0C608F7837E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7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1716" name="Group 74">
            <a:extLst>
              <a:ext uri="{FF2B5EF4-FFF2-40B4-BE49-F238E27FC236}">
                <a16:creationId xmlns:a16="http://schemas.microsoft.com/office/drawing/2014/main" id="{6E7CD3DA-9700-426F-99D6-A311481CF488}"/>
              </a:ext>
            </a:extLst>
          </p:cNvPr>
          <p:cNvGrpSpPr>
            <a:grpSpLocks/>
          </p:cNvGrpSpPr>
          <p:nvPr/>
        </p:nvGrpSpPr>
        <p:grpSpPr bwMode="auto">
          <a:xfrm>
            <a:off x="7234238" y="5156200"/>
            <a:ext cx="406400" cy="427038"/>
            <a:chOff x="2870" y="1518"/>
            <a:chExt cx="292" cy="320"/>
          </a:xfrm>
        </p:grpSpPr>
        <p:graphicFrame>
          <p:nvGraphicFramePr>
            <p:cNvPr id="71864" name="Object 75">
              <a:extLst>
                <a:ext uri="{FF2B5EF4-FFF2-40B4-BE49-F238E27FC236}">
                  <a16:creationId xmlns:a16="http://schemas.microsoft.com/office/drawing/2014/main" id="{A6C1943A-D4BE-436F-8A64-C14F4FCBD1D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7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65" name="Object 76">
              <a:extLst>
                <a:ext uri="{FF2B5EF4-FFF2-40B4-BE49-F238E27FC236}">
                  <a16:creationId xmlns:a16="http://schemas.microsoft.com/office/drawing/2014/main" id="{002F2683-9AB5-46E2-B599-CEF291E441E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7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1717" name="Group 77">
            <a:extLst>
              <a:ext uri="{FF2B5EF4-FFF2-40B4-BE49-F238E27FC236}">
                <a16:creationId xmlns:a16="http://schemas.microsoft.com/office/drawing/2014/main" id="{E48C58BA-10D5-4F6A-A9DA-3313545698E8}"/>
              </a:ext>
            </a:extLst>
          </p:cNvPr>
          <p:cNvGrpSpPr>
            <a:grpSpLocks/>
          </p:cNvGrpSpPr>
          <p:nvPr/>
        </p:nvGrpSpPr>
        <p:grpSpPr bwMode="auto">
          <a:xfrm>
            <a:off x="6819900" y="4872038"/>
            <a:ext cx="379413" cy="376237"/>
            <a:chOff x="4733" y="2082"/>
            <a:chExt cx="272" cy="282"/>
          </a:xfrm>
        </p:grpSpPr>
        <p:graphicFrame>
          <p:nvGraphicFramePr>
            <p:cNvPr id="71862" name="Object 78">
              <a:extLst>
                <a:ext uri="{FF2B5EF4-FFF2-40B4-BE49-F238E27FC236}">
                  <a16:creationId xmlns:a16="http://schemas.microsoft.com/office/drawing/2014/main" id="{AD22966E-A311-49B7-ADF7-62BEDF65CC87}"/>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7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63" name="Rectangle 79">
              <a:extLst>
                <a:ext uri="{FF2B5EF4-FFF2-40B4-BE49-F238E27FC236}">
                  <a16:creationId xmlns:a16="http://schemas.microsoft.com/office/drawing/2014/main" id="{8F1A774F-DDFE-46DA-8565-AB299CD08EE3}"/>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1718" name="Line 80">
            <a:extLst>
              <a:ext uri="{FF2B5EF4-FFF2-40B4-BE49-F238E27FC236}">
                <a16:creationId xmlns:a16="http://schemas.microsoft.com/office/drawing/2014/main" id="{56DEE0FD-287C-440C-BEC0-0B74FF3763FE}"/>
              </a:ext>
            </a:extLst>
          </p:cNvPr>
          <p:cNvSpPr>
            <a:spLocks noChangeShapeType="1"/>
          </p:cNvSpPr>
          <p:nvPr/>
        </p:nvSpPr>
        <p:spPr bwMode="auto">
          <a:xfrm>
            <a:off x="7126288" y="477520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719" name="Group 81">
            <a:extLst>
              <a:ext uri="{FF2B5EF4-FFF2-40B4-BE49-F238E27FC236}">
                <a16:creationId xmlns:a16="http://schemas.microsoft.com/office/drawing/2014/main" id="{D97944C4-59E7-4944-91BE-7F78A5741F21}"/>
              </a:ext>
            </a:extLst>
          </p:cNvPr>
          <p:cNvGrpSpPr>
            <a:grpSpLocks/>
          </p:cNvGrpSpPr>
          <p:nvPr/>
        </p:nvGrpSpPr>
        <p:grpSpPr bwMode="auto">
          <a:xfrm>
            <a:off x="7847013" y="4198938"/>
            <a:ext cx="207962" cy="409575"/>
            <a:chOff x="4180" y="783"/>
            <a:chExt cx="150" cy="307"/>
          </a:xfrm>
        </p:grpSpPr>
        <p:sp>
          <p:nvSpPr>
            <p:cNvPr id="71854" name="AutoShape 82">
              <a:extLst>
                <a:ext uri="{FF2B5EF4-FFF2-40B4-BE49-F238E27FC236}">
                  <a16:creationId xmlns:a16="http://schemas.microsoft.com/office/drawing/2014/main" id="{35495B9A-8CC2-4E4B-8C2B-9BED3590AEA7}"/>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55" name="Rectangle 83">
              <a:extLst>
                <a:ext uri="{FF2B5EF4-FFF2-40B4-BE49-F238E27FC236}">
                  <a16:creationId xmlns:a16="http://schemas.microsoft.com/office/drawing/2014/main" id="{337D790C-A004-4F3F-849D-0C030E9E6106}"/>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56" name="Rectangle 84">
              <a:extLst>
                <a:ext uri="{FF2B5EF4-FFF2-40B4-BE49-F238E27FC236}">
                  <a16:creationId xmlns:a16="http://schemas.microsoft.com/office/drawing/2014/main" id="{E737D484-D802-4B68-8557-FA745B891D6B}"/>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57" name="AutoShape 85">
              <a:extLst>
                <a:ext uri="{FF2B5EF4-FFF2-40B4-BE49-F238E27FC236}">
                  <a16:creationId xmlns:a16="http://schemas.microsoft.com/office/drawing/2014/main" id="{D2483861-2EE3-4A5E-83C6-6761E31A3BB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58" name="Line 86">
              <a:extLst>
                <a:ext uri="{FF2B5EF4-FFF2-40B4-BE49-F238E27FC236}">
                  <a16:creationId xmlns:a16="http://schemas.microsoft.com/office/drawing/2014/main" id="{F3CF6B08-DF77-4D15-B730-3B406174F5FA}"/>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59" name="Line 87">
              <a:extLst>
                <a:ext uri="{FF2B5EF4-FFF2-40B4-BE49-F238E27FC236}">
                  <a16:creationId xmlns:a16="http://schemas.microsoft.com/office/drawing/2014/main" id="{058F4BC6-D00F-4AAE-9333-75D041981A3B}"/>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60" name="Rectangle 88">
              <a:extLst>
                <a:ext uri="{FF2B5EF4-FFF2-40B4-BE49-F238E27FC236}">
                  <a16:creationId xmlns:a16="http://schemas.microsoft.com/office/drawing/2014/main" id="{67B8A1F6-F60D-4F6B-BD43-3150DEB04F46}"/>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61" name="Rectangle 89">
              <a:extLst>
                <a:ext uri="{FF2B5EF4-FFF2-40B4-BE49-F238E27FC236}">
                  <a16:creationId xmlns:a16="http://schemas.microsoft.com/office/drawing/2014/main" id="{1D573FF3-5637-411C-B0A0-C0EA78E15B67}"/>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1720" name="Group 90">
            <a:extLst>
              <a:ext uri="{FF2B5EF4-FFF2-40B4-BE49-F238E27FC236}">
                <a16:creationId xmlns:a16="http://schemas.microsoft.com/office/drawing/2014/main" id="{09A4B96F-34B3-430D-B7DD-CD2E51955AC7}"/>
              </a:ext>
            </a:extLst>
          </p:cNvPr>
          <p:cNvGrpSpPr>
            <a:grpSpLocks/>
          </p:cNvGrpSpPr>
          <p:nvPr/>
        </p:nvGrpSpPr>
        <p:grpSpPr bwMode="auto">
          <a:xfrm>
            <a:off x="7834313" y="4643438"/>
            <a:ext cx="207962" cy="409575"/>
            <a:chOff x="4180" y="783"/>
            <a:chExt cx="150" cy="307"/>
          </a:xfrm>
        </p:grpSpPr>
        <p:sp>
          <p:nvSpPr>
            <p:cNvPr id="71846" name="AutoShape 91">
              <a:extLst>
                <a:ext uri="{FF2B5EF4-FFF2-40B4-BE49-F238E27FC236}">
                  <a16:creationId xmlns:a16="http://schemas.microsoft.com/office/drawing/2014/main" id="{D5EF399D-9660-4311-83EE-58C3FCEBC9CA}"/>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47" name="Rectangle 92">
              <a:extLst>
                <a:ext uri="{FF2B5EF4-FFF2-40B4-BE49-F238E27FC236}">
                  <a16:creationId xmlns:a16="http://schemas.microsoft.com/office/drawing/2014/main" id="{9F552340-8D81-4285-B958-F1354C4BEADA}"/>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48" name="Rectangle 93">
              <a:extLst>
                <a:ext uri="{FF2B5EF4-FFF2-40B4-BE49-F238E27FC236}">
                  <a16:creationId xmlns:a16="http://schemas.microsoft.com/office/drawing/2014/main" id="{E334E036-2486-4F17-8331-E6AB06863AA3}"/>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49" name="AutoShape 94">
              <a:extLst>
                <a:ext uri="{FF2B5EF4-FFF2-40B4-BE49-F238E27FC236}">
                  <a16:creationId xmlns:a16="http://schemas.microsoft.com/office/drawing/2014/main" id="{DC29D1EE-AFBF-4A48-B11B-79DAE4021E17}"/>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50" name="Line 95">
              <a:extLst>
                <a:ext uri="{FF2B5EF4-FFF2-40B4-BE49-F238E27FC236}">
                  <a16:creationId xmlns:a16="http://schemas.microsoft.com/office/drawing/2014/main" id="{B06D3B65-1973-477C-ADB6-92333AADACB6}"/>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51" name="Line 96">
              <a:extLst>
                <a:ext uri="{FF2B5EF4-FFF2-40B4-BE49-F238E27FC236}">
                  <a16:creationId xmlns:a16="http://schemas.microsoft.com/office/drawing/2014/main" id="{5C70CE1C-5084-49DC-9C31-85688AD8015E}"/>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52" name="Rectangle 97">
              <a:extLst>
                <a:ext uri="{FF2B5EF4-FFF2-40B4-BE49-F238E27FC236}">
                  <a16:creationId xmlns:a16="http://schemas.microsoft.com/office/drawing/2014/main" id="{5BD57AE0-5FD6-48D4-9EEA-C868F8562E7C}"/>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53" name="Rectangle 98">
              <a:extLst>
                <a:ext uri="{FF2B5EF4-FFF2-40B4-BE49-F238E27FC236}">
                  <a16:creationId xmlns:a16="http://schemas.microsoft.com/office/drawing/2014/main" id="{DF714245-CF42-433B-BF66-17D5F0D37045}"/>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1721" name="Line 99">
            <a:extLst>
              <a:ext uri="{FF2B5EF4-FFF2-40B4-BE49-F238E27FC236}">
                <a16:creationId xmlns:a16="http://schemas.microsoft.com/office/drawing/2014/main" id="{05DE00B4-2AE4-4F04-92A1-B1D0AD4A76F0}"/>
              </a:ext>
            </a:extLst>
          </p:cNvPr>
          <p:cNvSpPr>
            <a:spLocks noChangeShapeType="1"/>
          </p:cNvSpPr>
          <p:nvPr/>
        </p:nvSpPr>
        <p:spPr bwMode="auto">
          <a:xfrm rot="5400000" flipH="1">
            <a:off x="7460456" y="4572794"/>
            <a:ext cx="611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2" name="Line 100">
            <a:extLst>
              <a:ext uri="{FF2B5EF4-FFF2-40B4-BE49-F238E27FC236}">
                <a16:creationId xmlns:a16="http://schemas.microsoft.com/office/drawing/2014/main" id="{89792982-5859-433C-B5F8-FCC744ECF688}"/>
              </a:ext>
            </a:extLst>
          </p:cNvPr>
          <p:cNvSpPr>
            <a:spLocks noChangeShapeType="1"/>
          </p:cNvSpPr>
          <p:nvPr/>
        </p:nvSpPr>
        <p:spPr bwMode="auto">
          <a:xfrm rot="-5400000">
            <a:off x="7814469" y="4825206"/>
            <a:ext cx="0" cy="103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3" name="Line 101">
            <a:extLst>
              <a:ext uri="{FF2B5EF4-FFF2-40B4-BE49-F238E27FC236}">
                <a16:creationId xmlns:a16="http://schemas.microsoft.com/office/drawing/2014/main" id="{D3F2F804-B437-467F-B810-CE0E9ACDC404}"/>
              </a:ext>
            </a:extLst>
          </p:cNvPr>
          <p:cNvSpPr>
            <a:spLocks noChangeShapeType="1"/>
          </p:cNvSpPr>
          <p:nvPr/>
        </p:nvSpPr>
        <p:spPr bwMode="auto">
          <a:xfrm rot="-5400000">
            <a:off x="7804150" y="4356100"/>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4" name="Line 102">
            <a:extLst>
              <a:ext uri="{FF2B5EF4-FFF2-40B4-BE49-F238E27FC236}">
                <a16:creationId xmlns:a16="http://schemas.microsoft.com/office/drawing/2014/main" id="{872921FA-B9B2-4F48-93B7-F4D4D7AD5A44}"/>
              </a:ext>
            </a:extLst>
          </p:cNvPr>
          <p:cNvSpPr>
            <a:spLocks noChangeShapeType="1"/>
          </p:cNvSpPr>
          <p:nvPr/>
        </p:nvSpPr>
        <p:spPr bwMode="auto">
          <a:xfrm flipV="1">
            <a:off x="6483350" y="2497138"/>
            <a:ext cx="458788"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5" name="Line 103">
            <a:extLst>
              <a:ext uri="{FF2B5EF4-FFF2-40B4-BE49-F238E27FC236}">
                <a16:creationId xmlns:a16="http://schemas.microsoft.com/office/drawing/2014/main" id="{5F115E22-5F45-45B1-9A0C-FB239F25012F}"/>
              </a:ext>
            </a:extLst>
          </p:cNvPr>
          <p:cNvSpPr>
            <a:spLocks noChangeShapeType="1"/>
          </p:cNvSpPr>
          <p:nvPr/>
        </p:nvSpPr>
        <p:spPr bwMode="auto">
          <a:xfrm>
            <a:off x="7418388" y="2481263"/>
            <a:ext cx="485775"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6" name="Line 104">
            <a:extLst>
              <a:ext uri="{FF2B5EF4-FFF2-40B4-BE49-F238E27FC236}">
                <a16:creationId xmlns:a16="http://schemas.microsoft.com/office/drawing/2014/main" id="{DEFE6A10-9849-47F6-91D1-8EBED23BE96A}"/>
              </a:ext>
            </a:extLst>
          </p:cNvPr>
          <p:cNvSpPr>
            <a:spLocks noChangeShapeType="1"/>
          </p:cNvSpPr>
          <p:nvPr/>
        </p:nvSpPr>
        <p:spPr bwMode="auto">
          <a:xfrm flipH="1">
            <a:off x="7937500" y="2817813"/>
            <a:ext cx="24130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7" name="Line 105">
            <a:extLst>
              <a:ext uri="{FF2B5EF4-FFF2-40B4-BE49-F238E27FC236}">
                <a16:creationId xmlns:a16="http://schemas.microsoft.com/office/drawing/2014/main" id="{7EB17EC3-09C0-4A87-BB7C-2C8B3477792B}"/>
              </a:ext>
            </a:extLst>
          </p:cNvPr>
          <p:cNvSpPr>
            <a:spLocks noChangeShapeType="1"/>
          </p:cNvSpPr>
          <p:nvPr/>
        </p:nvSpPr>
        <p:spPr bwMode="auto">
          <a:xfrm>
            <a:off x="7167563" y="2593975"/>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8" name="Line 106">
            <a:extLst>
              <a:ext uri="{FF2B5EF4-FFF2-40B4-BE49-F238E27FC236}">
                <a16:creationId xmlns:a16="http://schemas.microsoft.com/office/drawing/2014/main" id="{5FD1324F-CE03-4622-B8A0-09CE974D4814}"/>
              </a:ext>
            </a:extLst>
          </p:cNvPr>
          <p:cNvSpPr>
            <a:spLocks noChangeShapeType="1"/>
          </p:cNvSpPr>
          <p:nvPr/>
        </p:nvSpPr>
        <p:spPr bwMode="auto">
          <a:xfrm>
            <a:off x="7192963" y="3241675"/>
            <a:ext cx="534987"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29" name="Line 107">
            <a:extLst>
              <a:ext uri="{FF2B5EF4-FFF2-40B4-BE49-F238E27FC236}">
                <a16:creationId xmlns:a16="http://schemas.microsoft.com/office/drawing/2014/main" id="{CD38B53B-838B-44F1-A64F-E3339DD73CD2}"/>
              </a:ext>
            </a:extLst>
          </p:cNvPr>
          <p:cNvSpPr>
            <a:spLocks noChangeShapeType="1"/>
          </p:cNvSpPr>
          <p:nvPr/>
        </p:nvSpPr>
        <p:spPr bwMode="auto">
          <a:xfrm flipH="1">
            <a:off x="7653338" y="3706813"/>
            <a:ext cx="26670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30" name="Line 108">
            <a:extLst>
              <a:ext uri="{FF2B5EF4-FFF2-40B4-BE49-F238E27FC236}">
                <a16:creationId xmlns:a16="http://schemas.microsoft.com/office/drawing/2014/main" id="{F964184B-3A12-48A4-BCB8-66437CBF1871}"/>
              </a:ext>
            </a:extLst>
          </p:cNvPr>
          <p:cNvSpPr>
            <a:spLocks noChangeShapeType="1"/>
          </p:cNvSpPr>
          <p:nvPr/>
        </p:nvSpPr>
        <p:spPr bwMode="auto">
          <a:xfrm flipH="1">
            <a:off x="7426325" y="2786063"/>
            <a:ext cx="560388"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31" name="Line 109">
            <a:extLst>
              <a:ext uri="{FF2B5EF4-FFF2-40B4-BE49-F238E27FC236}">
                <a16:creationId xmlns:a16="http://schemas.microsoft.com/office/drawing/2014/main" id="{21C84C0B-36D9-4CAD-A5AA-4F37A5A6A223}"/>
              </a:ext>
            </a:extLst>
          </p:cNvPr>
          <p:cNvSpPr>
            <a:spLocks noChangeShapeType="1"/>
          </p:cNvSpPr>
          <p:nvPr/>
        </p:nvSpPr>
        <p:spPr bwMode="auto">
          <a:xfrm flipH="1">
            <a:off x="7435850" y="2225675"/>
            <a:ext cx="350838" cy="255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32" name="Line 110">
            <a:extLst>
              <a:ext uri="{FF2B5EF4-FFF2-40B4-BE49-F238E27FC236}">
                <a16:creationId xmlns:a16="http://schemas.microsoft.com/office/drawing/2014/main" id="{D618A481-B833-40AF-8015-FC1902CC54C6}"/>
              </a:ext>
            </a:extLst>
          </p:cNvPr>
          <p:cNvSpPr>
            <a:spLocks noChangeShapeType="1"/>
          </p:cNvSpPr>
          <p:nvPr/>
        </p:nvSpPr>
        <p:spPr bwMode="auto">
          <a:xfrm flipH="1">
            <a:off x="8153400" y="2401888"/>
            <a:ext cx="201613" cy="176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733" name="Group 111">
            <a:extLst>
              <a:ext uri="{FF2B5EF4-FFF2-40B4-BE49-F238E27FC236}">
                <a16:creationId xmlns:a16="http://schemas.microsoft.com/office/drawing/2014/main" id="{CCAABA36-0193-4562-B6A8-B5FCE1D564DE}"/>
              </a:ext>
            </a:extLst>
          </p:cNvPr>
          <p:cNvGrpSpPr>
            <a:grpSpLocks/>
          </p:cNvGrpSpPr>
          <p:nvPr/>
        </p:nvGrpSpPr>
        <p:grpSpPr bwMode="auto">
          <a:xfrm>
            <a:off x="5964238" y="2593975"/>
            <a:ext cx="501650" cy="233363"/>
            <a:chOff x="3600" y="219"/>
            <a:chExt cx="360" cy="175"/>
          </a:xfrm>
        </p:grpSpPr>
        <p:sp>
          <p:nvSpPr>
            <p:cNvPr id="71833" name="Oval 112">
              <a:extLst>
                <a:ext uri="{FF2B5EF4-FFF2-40B4-BE49-F238E27FC236}">
                  <a16:creationId xmlns:a16="http://schemas.microsoft.com/office/drawing/2014/main" id="{77455E35-E1DC-434A-BD0D-FA3154BC910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34" name="Line 113">
              <a:extLst>
                <a:ext uri="{FF2B5EF4-FFF2-40B4-BE49-F238E27FC236}">
                  <a16:creationId xmlns:a16="http://schemas.microsoft.com/office/drawing/2014/main" id="{07A6BE28-EFC2-4790-B0BC-8E754200877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35" name="Line 114">
              <a:extLst>
                <a:ext uri="{FF2B5EF4-FFF2-40B4-BE49-F238E27FC236}">
                  <a16:creationId xmlns:a16="http://schemas.microsoft.com/office/drawing/2014/main" id="{B8F34500-487D-479C-9AFD-92422EAFE209}"/>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36" name="Rectangle 115">
              <a:extLst>
                <a:ext uri="{FF2B5EF4-FFF2-40B4-BE49-F238E27FC236}">
                  <a16:creationId xmlns:a16="http://schemas.microsoft.com/office/drawing/2014/main" id="{D3994B46-6768-4CD4-A90F-29AE85759BD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837" name="Oval 116">
              <a:extLst>
                <a:ext uri="{FF2B5EF4-FFF2-40B4-BE49-F238E27FC236}">
                  <a16:creationId xmlns:a16="http://schemas.microsoft.com/office/drawing/2014/main" id="{90F6ABC8-30B9-48CB-8808-624267183AE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838" name="Group 117">
              <a:extLst>
                <a:ext uri="{FF2B5EF4-FFF2-40B4-BE49-F238E27FC236}">
                  <a16:creationId xmlns:a16="http://schemas.microsoft.com/office/drawing/2014/main" id="{EF64EE77-2EDE-419F-BD22-A0BB62D52C27}"/>
                </a:ext>
              </a:extLst>
            </p:cNvPr>
            <p:cNvGrpSpPr>
              <a:grpSpLocks/>
            </p:cNvGrpSpPr>
            <p:nvPr/>
          </p:nvGrpSpPr>
          <p:grpSpPr bwMode="auto">
            <a:xfrm>
              <a:off x="3686" y="244"/>
              <a:ext cx="177" cy="66"/>
              <a:chOff x="2848" y="848"/>
              <a:chExt cx="140" cy="98"/>
            </a:xfrm>
          </p:grpSpPr>
          <p:sp>
            <p:nvSpPr>
              <p:cNvPr id="71843" name="Line 118">
                <a:extLst>
                  <a:ext uri="{FF2B5EF4-FFF2-40B4-BE49-F238E27FC236}">
                    <a16:creationId xmlns:a16="http://schemas.microsoft.com/office/drawing/2014/main" id="{E7E2939A-625D-41DE-9002-24AC5DF2E40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44" name="Line 119">
                <a:extLst>
                  <a:ext uri="{FF2B5EF4-FFF2-40B4-BE49-F238E27FC236}">
                    <a16:creationId xmlns:a16="http://schemas.microsoft.com/office/drawing/2014/main" id="{9D268F24-6820-48CB-B78B-7CAEE5723EC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45" name="Line 120">
                <a:extLst>
                  <a:ext uri="{FF2B5EF4-FFF2-40B4-BE49-F238E27FC236}">
                    <a16:creationId xmlns:a16="http://schemas.microsoft.com/office/drawing/2014/main" id="{98C5F7EB-3B70-4DC3-88FC-EBA004002AE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839" name="Group 121">
              <a:extLst>
                <a:ext uri="{FF2B5EF4-FFF2-40B4-BE49-F238E27FC236}">
                  <a16:creationId xmlns:a16="http://schemas.microsoft.com/office/drawing/2014/main" id="{6A3CAA5A-D407-491B-B05E-992000B13E0F}"/>
                </a:ext>
              </a:extLst>
            </p:cNvPr>
            <p:cNvGrpSpPr>
              <a:grpSpLocks/>
            </p:cNvGrpSpPr>
            <p:nvPr/>
          </p:nvGrpSpPr>
          <p:grpSpPr bwMode="auto">
            <a:xfrm flipV="1">
              <a:off x="3686" y="243"/>
              <a:ext cx="177" cy="66"/>
              <a:chOff x="2848" y="848"/>
              <a:chExt cx="140" cy="98"/>
            </a:xfrm>
          </p:grpSpPr>
          <p:sp>
            <p:nvSpPr>
              <p:cNvPr id="71840" name="Line 122">
                <a:extLst>
                  <a:ext uri="{FF2B5EF4-FFF2-40B4-BE49-F238E27FC236}">
                    <a16:creationId xmlns:a16="http://schemas.microsoft.com/office/drawing/2014/main" id="{DC1CCDE5-9A3C-4F42-BF0E-90E2846027F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41" name="Line 123">
                <a:extLst>
                  <a:ext uri="{FF2B5EF4-FFF2-40B4-BE49-F238E27FC236}">
                    <a16:creationId xmlns:a16="http://schemas.microsoft.com/office/drawing/2014/main" id="{1B040F6E-D6C0-4E94-9F21-1547F3F81CD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42" name="Line 124">
                <a:extLst>
                  <a:ext uri="{FF2B5EF4-FFF2-40B4-BE49-F238E27FC236}">
                    <a16:creationId xmlns:a16="http://schemas.microsoft.com/office/drawing/2014/main" id="{B7DF8365-A893-453A-8401-9E870328E2E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734" name="Group 125">
            <a:extLst>
              <a:ext uri="{FF2B5EF4-FFF2-40B4-BE49-F238E27FC236}">
                <a16:creationId xmlns:a16="http://schemas.microsoft.com/office/drawing/2014/main" id="{6ABFE955-0F95-4366-A7B3-BEC4E7AB318C}"/>
              </a:ext>
            </a:extLst>
          </p:cNvPr>
          <p:cNvGrpSpPr>
            <a:grpSpLocks/>
          </p:cNvGrpSpPr>
          <p:nvPr/>
        </p:nvGrpSpPr>
        <p:grpSpPr bwMode="auto">
          <a:xfrm>
            <a:off x="6916738" y="2365375"/>
            <a:ext cx="501650" cy="233363"/>
            <a:chOff x="3600" y="219"/>
            <a:chExt cx="360" cy="175"/>
          </a:xfrm>
        </p:grpSpPr>
        <p:sp>
          <p:nvSpPr>
            <p:cNvPr id="71820" name="Oval 126">
              <a:extLst>
                <a:ext uri="{FF2B5EF4-FFF2-40B4-BE49-F238E27FC236}">
                  <a16:creationId xmlns:a16="http://schemas.microsoft.com/office/drawing/2014/main" id="{C57A9211-FC67-41CA-BE23-80703677696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21" name="Line 127">
              <a:extLst>
                <a:ext uri="{FF2B5EF4-FFF2-40B4-BE49-F238E27FC236}">
                  <a16:creationId xmlns:a16="http://schemas.microsoft.com/office/drawing/2014/main" id="{3D103797-A1B1-427A-B0B5-A23FAAA0293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22" name="Line 128">
              <a:extLst>
                <a:ext uri="{FF2B5EF4-FFF2-40B4-BE49-F238E27FC236}">
                  <a16:creationId xmlns:a16="http://schemas.microsoft.com/office/drawing/2014/main" id="{5418202A-97E4-4ED1-A7FB-77C15824294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23" name="Rectangle 129">
              <a:extLst>
                <a:ext uri="{FF2B5EF4-FFF2-40B4-BE49-F238E27FC236}">
                  <a16:creationId xmlns:a16="http://schemas.microsoft.com/office/drawing/2014/main" id="{9DC18D80-2269-455B-81F0-EFA4D18CDD1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824" name="Oval 130">
              <a:extLst>
                <a:ext uri="{FF2B5EF4-FFF2-40B4-BE49-F238E27FC236}">
                  <a16:creationId xmlns:a16="http://schemas.microsoft.com/office/drawing/2014/main" id="{9D53CC2E-463B-47DC-A54C-2CF98070017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825" name="Group 131">
              <a:extLst>
                <a:ext uri="{FF2B5EF4-FFF2-40B4-BE49-F238E27FC236}">
                  <a16:creationId xmlns:a16="http://schemas.microsoft.com/office/drawing/2014/main" id="{16AB5C39-055A-4AF5-8491-94747A28FCF6}"/>
                </a:ext>
              </a:extLst>
            </p:cNvPr>
            <p:cNvGrpSpPr>
              <a:grpSpLocks/>
            </p:cNvGrpSpPr>
            <p:nvPr/>
          </p:nvGrpSpPr>
          <p:grpSpPr bwMode="auto">
            <a:xfrm>
              <a:off x="3686" y="244"/>
              <a:ext cx="177" cy="66"/>
              <a:chOff x="2848" y="848"/>
              <a:chExt cx="140" cy="98"/>
            </a:xfrm>
          </p:grpSpPr>
          <p:sp>
            <p:nvSpPr>
              <p:cNvPr id="71830" name="Line 132">
                <a:extLst>
                  <a:ext uri="{FF2B5EF4-FFF2-40B4-BE49-F238E27FC236}">
                    <a16:creationId xmlns:a16="http://schemas.microsoft.com/office/drawing/2014/main" id="{5F928F48-4316-4CB8-B221-AA8CF876E86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31" name="Line 133">
                <a:extLst>
                  <a:ext uri="{FF2B5EF4-FFF2-40B4-BE49-F238E27FC236}">
                    <a16:creationId xmlns:a16="http://schemas.microsoft.com/office/drawing/2014/main" id="{11C82431-1917-4875-998F-84539848A50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32" name="Line 134">
                <a:extLst>
                  <a:ext uri="{FF2B5EF4-FFF2-40B4-BE49-F238E27FC236}">
                    <a16:creationId xmlns:a16="http://schemas.microsoft.com/office/drawing/2014/main" id="{99A4B879-E970-40F4-A8D7-35680C1148F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826" name="Group 135">
              <a:extLst>
                <a:ext uri="{FF2B5EF4-FFF2-40B4-BE49-F238E27FC236}">
                  <a16:creationId xmlns:a16="http://schemas.microsoft.com/office/drawing/2014/main" id="{55F41E7F-66E1-4ED4-A790-81CA5C77E5EF}"/>
                </a:ext>
              </a:extLst>
            </p:cNvPr>
            <p:cNvGrpSpPr>
              <a:grpSpLocks/>
            </p:cNvGrpSpPr>
            <p:nvPr/>
          </p:nvGrpSpPr>
          <p:grpSpPr bwMode="auto">
            <a:xfrm flipV="1">
              <a:off x="3686" y="243"/>
              <a:ext cx="177" cy="66"/>
              <a:chOff x="2848" y="848"/>
              <a:chExt cx="140" cy="98"/>
            </a:xfrm>
          </p:grpSpPr>
          <p:sp>
            <p:nvSpPr>
              <p:cNvPr id="71827" name="Line 136">
                <a:extLst>
                  <a:ext uri="{FF2B5EF4-FFF2-40B4-BE49-F238E27FC236}">
                    <a16:creationId xmlns:a16="http://schemas.microsoft.com/office/drawing/2014/main" id="{ED828A3D-D0C1-4AE5-A082-299F7061628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28" name="Line 137">
                <a:extLst>
                  <a:ext uri="{FF2B5EF4-FFF2-40B4-BE49-F238E27FC236}">
                    <a16:creationId xmlns:a16="http://schemas.microsoft.com/office/drawing/2014/main" id="{E5ED2520-DA11-4595-AFA7-B578CD31C4C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29" name="Line 138">
                <a:extLst>
                  <a:ext uri="{FF2B5EF4-FFF2-40B4-BE49-F238E27FC236}">
                    <a16:creationId xmlns:a16="http://schemas.microsoft.com/office/drawing/2014/main" id="{595D12DF-4197-4E77-AFBE-C123F32ABFD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735" name="Group 139">
            <a:extLst>
              <a:ext uri="{FF2B5EF4-FFF2-40B4-BE49-F238E27FC236}">
                <a16:creationId xmlns:a16="http://schemas.microsoft.com/office/drawing/2014/main" id="{96FDABE3-6E44-4AB4-81C4-513198DA6BA7}"/>
              </a:ext>
            </a:extLst>
          </p:cNvPr>
          <p:cNvGrpSpPr>
            <a:grpSpLocks/>
          </p:cNvGrpSpPr>
          <p:nvPr/>
        </p:nvGrpSpPr>
        <p:grpSpPr bwMode="auto">
          <a:xfrm>
            <a:off x="6934200" y="3022600"/>
            <a:ext cx="501650" cy="233363"/>
            <a:chOff x="3600" y="219"/>
            <a:chExt cx="360" cy="175"/>
          </a:xfrm>
        </p:grpSpPr>
        <p:sp>
          <p:nvSpPr>
            <p:cNvPr id="71807" name="Oval 140">
              <a:extLst>
                <a:ext uri="{FF2B5EF4-FFF2-40B4-BE49-F238E27FC236}">
                  <a16:creationId xmlns:a16="http://schemas.microsoft.com/office/drawing/2014/main" id="{B14C2C97-844A-4DAC-BCE2-6E8B22EB85D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808" name="Line 141">
              <a:extLst>
                <a:ext uri="{FF2B5EF4-FFF2-40B4-BE49-F238E27FC236}">
                  <a16:creationId xmlns:a16="http://schemas.microsoft.com/office/drawing/2014/main" id="{1C57A211-1BF2-46C5-9459-37930FFA49B7}"/>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9" name="Line 142">
              <a:extLst>
                <a:ext uri="{FF2B5EF4-FFF2-40B4-BE49-F238E27FC236}">
                  <a16:creationId xmlns:a16="http://schemas.microsoft.com/office/drawing/2014/main" id="{FD61A9F4-94F7-442D-9E82-3E20A59988F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10" name="Rectangle 143">
              <a:extLst>
                <a:ext uri="{FF2B5EF4-FFF2-40B4-BE49-F238E27FC236}">
                  <a16:creationId xmlns:a16="http://schemas.microsoft.com/office/drawing/2014/main" id="{043D736B-65EB-4983-A95F-4E73EA1DA9C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811" name="Oval 144">
              <a:extLst>
                <a:ext uri="{FF2B5EF4-FFF2-40B4-BE49-F238E27FC236}">
                  <a16:creationId xmlns:a16="http://schemas.microsoft.com/office/drawing/2014/main" id="{8FB32802-30A6-43D7-8622-6E12FB813ABB}"/>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812" name="Group 145">
              <a:extLst>
                <a:ext uri="{FF2B5EF4-FFF2-40B4-BE49-F238E27FC236}">
                  <a16:creationId xmlns:a16="http://schemas.microsoft.com/office/drawing/2014/main" id="{2F88C1ED-B0FC-40E9-B193-D675A4DC1694}"/>
                </a:ext>
              </a:extLst>
            </p:cNvPr>
            <p:cNvGrpSpPr>
              <a:grpSpLocks/>
            </p:cNvGrpSpPr>
            <p:nvPr/>
          </p:nvGrpSpPr>
          <p:grpSpPr bwMode="auto">
            <a:xfrm>
              <a:off x="3686" y="244"/>
              <a:ext cx="177" cy="66"/>
              <a:chOff x="2848" y="848"/>
              <a:chExt cx="140" cy="98"/>
            </a:xfrm>
          </p:grpSpPr>
          <p:sp>
            <p:nvSpPr>
              <p:cNvPr id="71817" name="Line 146">
                <a:extLst>
                  <a:ext uri="{FF2B5EF4-FFF2-40B4-BE49-F238E27FC236}">
                    <a16:creationId xmlns:a16="http://schemas.microsoft.com/office/drawing/2014/main" id="{DCACEC6B-863D-41B7-B2B7-9D0B1F02999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18" name="Line 147">
                <a:extLst>
                  <a:ext uri="{FF2B5EF4-FFF2-40B4-BE49-F238E27FC236}">
                    <a16:creationId xmlns:a16="http://schemas.microsoft.com/office/drawing/2014/main" id="{1B38B655-9318-4917-AEBD-C8A99144120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19" name="Line 148">
                <a:extLst>
                  <a:ext uri="{FF2B5EF4-FFF2-40B4-BE49-F238E27FC236}">
                    <a16:creationId xmlns:a16="http://schemas.microsoft.com/office/drawing/2014/main" id="{39586F00-2AF1-48BD-8923-8DC869CE3C4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813" name="Group 149">
              <a:extLst>
                <a:ext uri="{FF2B5EF4-FFF2-40B4-BE49-F238E27FC236}">
                  <a16:creationId xmlns:a16="http://schemas.microsoft.com/office/drawing/2014/main" id="{6BF7C338-D4AC-4601-A5FA-EC0B628728E6}"/>
                </a:ext>
              </a:extLst>
            </p:cNvPr>
            <p:cNvGrpSpPr>
              <a:grpSpLocks/>
            </p:cNvGrpSpPr>
            <p:nvPr/>
          </p:nvGrpSpPr>
          <p:grpSpPr bwMode="auto">
            <a:xfrm flipV="1">
              <a:off x="3686" y="243"/>
              <a:ext cx="177" cy="66"/>
              <a:chOff x="2848" y="848"/>
              <a:chExt cx="140" cy="98"/>
            </a:xfrm>
          </p:grpSpPr>
          <p:sp>
            <p:nvSpPr>
              <p:cNvPr id="71814" name="Line 150">
                <a:extLst>
                  <a:ext uri="{FF2B5EF4-FFF2-40B4-BE49-F238E27FC236}">
                    <a16:creationId xmlns:a16="http://schemas.microsoft.com/office/drawing/2014/main" id="{0510A2E0-97E3-425A-BD44-1962EF9F59D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15" name="Line 151">
                <a:extLst>
                  <a:ext uri="{FF2B5EF4-FFF2-40B4-BE49-F238E27FC236}">
                    <a16:creationId xmlns:a16="http://schemas.microsoft.com/office/drawing/2014/main" id="{7DFFD25E-0EB1-4066-BA88-06BB2269BB5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16" name="Line 152">
                <a:extLst>
                  <a:ext uri="{FF2B5EF4-FFF2-40B4-BE49-F238E27FC236}">
                    <a16:creationId xmlns:a16="http://schemas.microsoft.com/office/drawing/2014/main" id="{7C0B05A5-7F90-460C-8250-D4B2A42BEDB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736" name="Group 153">
            <a:extLst>
              <a:ext uri="{FF2B5EF4-FFF2-40B4-BE49-F238E27FC236}">
                <a16:creationId xmlns:a16="http://schemas.microsoft.com/office/drawing/2014/main" id="{A47BF9D6-490E-41B6-AA21-ADF56E427D3E}"/>
              </a:ext>
            </a:extLst>
          </p:cNvPr>
          <p:cNvGrpSpPr>
            <a:grpSpLocks/>
          </p:cNvGrpSpPr>
          <p:nvPr/>
        </p:nvGrpSpPr>
        <p:grpSpPr bwMode="auto">
          <a:xfrm>
            <a:off x="7904163" y="2573338"/>
            <a:ext cx="500062" cy="233362"/>
            <a:chOff x="3600" y="219"/>
            <a:chExt cx="360" cy="175"/>
          </a:xfrm>
        </p:grpSpPr>
        <p:sp>
          <p:nvSpPr>
            <p:cNvPr id="71794" name="Oval 154">
              <a:extLst>
                <a:ext uri="{FF2B5EF4-FFF2-40B4-BE49-F238E27FC236}">
                  <a16:creationId xmlns:a16="http://schemas.microsoft.com/office/drawing/2014/main" id="{BBD9203C-B29E-4138-BC96-BF4005283A77}"/>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95" name="Line 155">
              <a:extLst>
                <a:ext uri="{FF2B5EF4-FFF2-40B4-BE49-F238E27FC236}">
                  <a16:creationId xmlns:a16="http://schemas.microsoft.com/office/drawing/2014/main" id="{2F294917-3ECF-4711-B5D6-031CA96F140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6" name="Line 156">
              <a:extLst>
                <a:ext uri="{FF2B5EF4-FFF2-40B4-BE49-F238E27FC236}">
                  <a16:creationId xmlns:a16="http://schemas.microsoft.com/office/drawing/2014/main" id="{16A5E114-269F-447E-B444-B9A48A0FDBB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7" name="Rectangle 157">
              <a:extLst>
                <a:ext uri="{FF2B5EF4-FFF2-40B4-BE49-F238E27FC236}">
                  <a16:creationId xmlns:a16="http://schemas.microsoft.com/office/drawing/2014/main" id="{577B11F2-FF33-43CB-8625-B7BD63F43149}"/>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798" name="Oval 158">
              <a:extLst>
                <a:ext uri="{FF2B5EF4-FFF2-40B4-BE49-F238E27FC236}">
                  <a16:creationId xmlns:a16="http://schemas.microsoft.com/office/drawing/2014/main" id="{4FA2920A-937E-4CD0-B9CB-FA76E50C6E46}"/>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799" name="Group 159">
              <a:extLst>
                <a:ext uri="{FF2B5EF4-FFF2-40B4-BE49-F238E27FC236}">
                  <a16:creationId xmlns:a16="http://schemas.microsoft.com/office/drawing/2014/main" id="{95D292D4-E92D-4965-A9B3-2C07906B4FED}"/>
                </a:ext>
              </a:extLst>
            </p:cNvPr>
            <p:cNvGrpSpPr>
              <a:grpSpLocks/>
            </p:cNvGrpSpPr>
            <p:nvPr/>
          </p:nvGrpSpPr>
          <p:grpSpPr bwMode="auto">
            <a:xfrm>
              <a:off x="3686" y="244"/>
              <a:ext cx="177" cy="66"/>
              <a:chOff x="2848" y="848"/>
              <a:chExt cx="140" cy="98"/>
            </a:xfrm>
          </p:grpSpPr>
          <p:sp>
            <p:nvSpPr>
              <p:cNvPr id="71804" name="Line 160">
                <a:extLst>
                  <a:ext uri="{FF2B5EF4-FFF2-40B4-BE49-F238E27FC236}">
                    <a16:creationId xmlns:a16="http://schemas.microsoft.com/office/drawing/2014/main" id="{A8B20FB9-7B55-413C-955C-55135128183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5" name="Line 161">
                <a:extLst>
                  <a:ext uri="{FF2B5EF4-FFF2-40B4-BE49-F238E27FC236}">
                    <a16:creationId xmlns:a16="http://schemas.microsoft.com/office/drawing/2014/main" id="{7FCF2077-BCE7-4BCA-A11D-13B343E17E6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6" name="Line 162">
                <a:extLst>
                  <a:ext uri="{FF2B5EF4-FFF2-40B4-BE49-F238E27FC236}">
                    <a16:creationId xmlns:a16="http://schemas.microsoft.com/office/drawing/2014/main" id="{0DFB942C-4231-42DE-8640-E6C539C3F05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800" name="Group 163">
              <a:extLst>
                <a:ext uri="{FF2B5EF4-FFF2-40B4-BE49-F238E27FC236}">
                  <a16:creationId xmlns:a16="http://schemas.microsoft.com/office/drawing/2014/main" id="{578C9FBA-F6AC-4F42-81BD-5AAF9A946E3C}"/>
                </a:ext>
              </a:extLst>
            </p:cNvPr>
            <p:cNvGrpSpPr>
              <a:grpSpLocks/>
            </p:cNvGrpSpPr>
            <p:nvPr/>
          </p:nvGrpSpPr>
          <p:grpSpPr bwMode="auto">
            <a:xfrm flipV="1">
              <a:off x="3686" y="243"/>
              <a:ext cx="177" cy="66"/>
              <a:chOff x="2848" y="848"/>
              <a:chExt cx="140" cy="98"/>
            </a:xfrm>
          </p:grpSpPr>
          <p:sp>
            <p:nvSpPr>
              <p:cNvPr id="71801" name="Line 164">
                <a:extLst>
                  <a:ext uri="{FF2B5EF4-FFF2-40B4-BE49-F238E27FC236}">
                    <a16:creationId xmlns:a16="http://schemas.microsoft.com/office/drawing/2014/main" id="{9B8E1DE8-80EB-48AB-9062-5E84B08EE86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2" name="Line 165">
                <a:extLst>
                  <a:ext uri="{FF2B5EF4-FFF2-40B4-BE49-F238E27FC236}">
                    <a16:creationId xmlns:a16="http://schemas.microsoft.com/office/drawing/2014/main" id="{7D81F1CD-3644-49BC-B0E9-2AC88E0ABC4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3" name="Line 166">
                <a:extLst>
                  <a:ext uri="{FF2B5EF4-FFF2-40B4-BE49-F238E27FC236}">
                    <a16:creationId xmlns:a16="http://schemas.microsoft.com/office/drawing/2014/main" id="{7C7C0B14-D97B-4C7E-8991-D0745898C15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737" name="Group 167">
            <a:extLst>
              <a:ext uri="{FF2B5EF4-FFF2-40B4-BE49-F238E27FC236}">
                <a16:creationId xmlns:a16="http://schemas.microsoft.com/office/drawing/2014/main" id="{73F88473-6313-4393-9669-FE0640103726}"/>
              </a:ext>
            </a:extLst>
          </p:cNvPr>
          <p:cNvGrpSpPr>
            <a:grpSpLocks/>
          </p:cNvGrpSpPr>
          <p:nvPr/>
        </p:nvGrpSpPr>
        <p:grpSpPr bwMode="auto">
          <a:xfrm>
            <a:off x="7710488" y="3470275"/>
            <a:ext cx="501650" cy="233363"/>
            <a:chOff x="3600" y="219"/>
            <a:chExt cx="360" cy="175"/>
          </a:xfrm>
        </p:grpSpPr>
        <p:sp>
          <p:nvSpPr>
            <p:cNvPr id="71781" name="Oval 168">
              <a:extLst>
                <a:ext uri="{FF2B5EF4-FFF2-40B4-BE49-F238E27FC236}">
                  <a16:creationId xmlns:a16="http://schemas.microsoft.com/office/drawing/2014/main" id="{20A696E8-92AE-417F-B476-B626290F73B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82" name="Line 169">
              <a:extLst>
                <a:ext uri="{FF2B5EF4-FFF2-40B4-BE49-F238E27FC236}">
                  <a16:creationId xmlns:a16="http://schemas.microsoft.com/office/drawing/2014/main" id="{6F9183AE-6E3D-4907-A25B-45EDCAE8A8B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83" name="Line 170">
              <a:extLst>
                <a:ext uri="{FF2B5EF4-FFF2-40B4-BE49-F238E27FC236}">
                  <a16:creationId xmlns:a16="http://schemas.microsoft.com/office/drawing/2014/main" id="{E7892AEA-D816-4C2E-8DBB-03774FBF6B2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84" name="Rectangle 171">
              <a:extLst>
                <a:ext uri="{FF2B5EF4-FFF2-40B4-BE49-F238E27FC236}">
                  <a16:creationId xmlns:a16="http://schemas.microsoft.com/office/drawing/2014/main" id="{51C3F458-44D5-46EA-91F2-A16FFA48988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785" name="Oval 172">
              <a:extLst>
                <a:ext uri="{FF2B5EF4-FFF2-40B4-BE49-F238E27FC236}">
                  <a16:creationId xmlns:a16="http://schemas.microsoft.com/office/drawing/2014/main" id="{B5D6F5D7-6323-4A17-B9E4-25369FE899A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786" name="Group 173">
              <a:extLst>
                <a:ext uri="{FF2B5EF4-FFF2-40B4-BE49-F238E27FC236}">
                  <a16:creationId xmlns:a16="http://schemas.microsoft.com/office/drawing/2014/main" id="{0DAF3B71-6E7E-46A9-A3A9-D78E7F247963}"/>
                </a:ext>
              </a:extLst>
            </p:cNvPr>
            <p:cNvGrpSpPr>
              <a:grpSpLocks/>
            </p:cNvGrpSpPr>
            <p:nvPr/>
          </p:nvGrpSpPr>
          <p:grpSpPr bwMode="auto">
            <a:xfrm>
              <a:off x="3686" y="244"/>
              <a:ext cx="177" cy="66"/>
              <a:chOff x="2848" y="848"/>
              <a:chExt cx="140" cy="98"/>
            </a:xfrm>
          </p:grpSpPr>
          <p:sp>
            <p:nvSpPr>
              <p:cNvPr id="71791" name="Line 174">
                <a:extLst>
                  <a:ext uri="{FF2B5EF4-FFF2-40B4-BE49-F238E27FC236}">
                    <a16:creationId xmlns:a16="http://schemas.microsoft.com/office/drawing/2014/main" id="{95D7D76E-17B3-43D9-94BA-222CAF9222A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2" name="Line 175">
                <a:extLst>
                  <a:ext uri="{FF2B5EF4-FFF2-40B4-BE49-F238E27FC236}">
                    <a16:creationId xmlns:a16="http://schemas.microsoft.com/office/drawing/2014/main" id="{1CEA3694-38C1-4BA1-B6D8-AB3C695BB2E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3" name="Line 176">
                <a:extLst>
                  <a:ext uri="{FF2B5EF4-FFF2-40B4-BE49-F238E27FC236}">
                    <a16:creationId xmlns:a16="http://schemas.microsoft.com/office/drawing/2014/main" id="{31EE8365-37F5-4F95-AFDA-CA92238ABA7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87" name="Group 177">
              <a:extLst>
                <a:ext uri="{FF2B5EF4-FFF2-40B4-BE49-F238E27FC236}">
                  <a16:creationId xmlns:a16="http://schemas.microsoft.com/office/drawing/2014/main" id="{29ECC91A-2786-4F5B-A346-3B15A6BDC609}"/>
                </a:ext>
              </a:extLst>
            </p:cNvPr>
            <p:cNvGrpSpPr>
              <a:grpSpLocks/>
            </p:cNvGrpSpPr>
            <p:nvPr/>
          </p:nvGrpSpPr>
          <p:grpSpPr bwMode="auto">
            <a:xfrm flipV="1">
              <a:off x="3686" y="243"/>
              <a:ext cx="177" cy="66"/>
              <a:chOff x="2848" y="848"/>
              <a:chExt cx="140" cy="98"/>
            </a:xfrm>
          </p:grpSpPr>
          <p:sp>
            <p:nvSpPr>
              <p:cNvPr id="71788" name="Line 178">
                <a:extLst>
                  <a:ext uri="{FF2B5EF4-FFF2-40B4-BE49-F238E27FC236}">
                    <a16:creationId xmlns:a16="http://schemas.microsoft.com/office/drawing/2014/main" id="{FCBF67E9-1697-4663-BC34-6C11BE93191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89" name="Line 179">
                <a:extLst>
                  <a:ext uri="{FF2B5EF4-FFF2-40B4-BE49-F238E27FC236}">
                    <a16:creationId xmlns:a16="http://schemas.microsoft.com/office/drawing/2014/main" id="{DDB831F6-6474-493B-89E6-2ED4EBC16E1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0" name="Line 180">
                <a:extLst>
                  <a:ext uri="{FF2B5EF4-FFF2-40B4-BE49-F238E27FC236}">
                    <a16:creationId xmlns:a16="http://schemas.microsoft.com/office/drawing/2014/main" id="{A5B0C928-9AAC-45DA-BEEF-D341C04D347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738" name="Group 181">
            <a:extLst>
              <a:ext uri="{FF2B5EF4-FFF2-40B4-BE49-F238E27FC236}">
                <a16:creationId xmlns:a16="http://schemas.microsoft.com/office/drawing/2014/main" id="{8CE337A5-64E0-4AA3-BCDB-A23B28FE42C8}"/>
              </a:ext>
            </a:extLst>
          </p:cNvPr>
          <p:cNvGrpSpPr>
            <a:grpSpLocks/>
          </p:cNvGrpSpPr>
          <p:nvPr/>
        </p:nvGrpSpPr>
        <p:grpSpPr bwMode="auto">
          <a:xfrm>
            <a:off x="7377113" y="4054475"/>
            <a:ext cx="501650" cy="234950"/>
            <a:chOff x="3600" y="219"/>
            <a:chExt cx="360" cy="175"/>
          </a:xfrm>
        </p:grpSpPr>
        <p:sp>
          <p:nvSpPr>
            <p:cNvPr id="71768" name="Oval 182">
              <a:extLst>
                <a:ext uri="{FF2B5EF4-FFF2-40B4-BE49-F238E27FC236}">
                  <a16:creationId xmlns:a16="http://schemas.microsoft.com/office/drawing/2014/main" id="{09D2B50A-2F78-4282-8E00-7F294776075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69" name="Line 183">
              <a:extLst>
                <a:ext uri="{FF2B5EF4-FFF2-40B4-BE49-F238E27FC236}">
                  <a16:creationId xmlns:a16="http://schemas.microsoft.com/office/drawing/2014/main" id="{80688AEC-6A0F-4E21-815A-836C4AD212A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0" name="Line 184">
              <a:extLst>
                <a:ext uri="{FF2B5EF4-FFF2-40B4-BE49-F238E27FC236}">
                  <a16:creationId xmlns:a16="http://schemas.microsoft.com/office/drawing/2014/main" id="{4E679C86-DAA4-4AF1-BBC0-ACEFC1703D7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1" name="Rectangle 185">
              <a:extLst>
                <a:ext uri="{FF2B5EF4-FFF2-40B4-BE49-F238E27FC236}">
                  <a16:creationId xmlns:a16="http://schemas.microsoft.com/office/drawing/2014/main" id="{4B5D0F24-17B2-4A4F-A7B3-20BEAA9174F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772" name="Oval 186">
              <a:extLst>
                <a:ext uri="{FF2B5EF4-FFF2-40B4-BE49-F238E27FC236}">
                  <a16:creationId xmlns:a16="http://schemas.microsoft.com/office/drawing/2014/main" id="{E21FF359-685A-4EC9-AE16-73D3753FDF1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773" name="Group 187">
              <a:extLst>
                <a:ext uri="{FF2B5EF4-FFF2-40B4-BE49-F238E27FC236}">
                  <a16:creationId xmlns:a16="http://schemas.microsoft.com/office/drawing/2014/main" id="{CF508F48-957B-4840-A32D-11F7E5FAD6A9}"/>
                </a:ext>
              </a:extLst>
            </p:cNvPr>
            <p:cNvGrpSpPr>
              <a:grpSpLocks/>
            </p:cNvGrpSpPr>
            <p:nvPr/>
          </p:nvGrpSpPr>
          <p:grpSpPr bwMode="auto">
            <a:xfrm>
              <a:off x="3686" y="244"/>
              <a:ext cx="177" cy="66"/>
              <a:chOff x="2848" y="848"/>
              <a:chExt cx="140" cy="98"/>
            </a:xfrm>
          </p:grpSpPr>
          <p:sp>
            <p:nvSpPr>
              <p:cNvPr id="71778" name="Line 188">
                <a:extLst>
                  <a:ext uri="{FF2B5EF4-FFF2-40B4-BE49-F238E27FC236}">
                    <a16:creationId xmlns:a16="http://schemas.microsoft.com/office/drawing/2014/main" id="{A42BDE9E-5E4B-476F-BDD7-FB63729E145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9" name="Line 189">
                <a:extLst>
                  <a:ext uri="{FF2B5EF4-FFF2-40B4-BE49-F238E27FC236}">
                    <a16:creationId xmlns:a16="http://schemas.microsoft.com/office/drawing/2014/main" id="{0BE39A02-092D-4D64-BFD3-B9DD91709C4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80" name="Line 190">
                <a:extLst>
                  <a:ext uri="{FF2B5EF4-FFF2-40B4-BE49-F238E27FC236}">
                    <a16:creationId xmlns:a16="http://schemas.microsoft.com/office/drawing/2014/main" id="{01BCEACF-40B3-485A-87F5-59A02EAE5A6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74" name="Group 191">
              <a:extLst>
                <a:ext uri="{FF2B5EF4-FFF2-40B4-BE49-F238E27FC236}">
                  <a16:creationId xmlns:a16="http://schemas.microsoft.com/office/drawing/2014/main" id="{0550643A-3637-4314-8172-CE8DBCD408DA}"/>
                </a:ext>
              </a:extLst>
            </p:cNvPr>
            <p:cNvGrpSpPr>
              <a:grpSpLocks/>
            </p:cNvGrpSpPr>
            <p:nvPr/>
          </p:nvGrpSpPr>
          <p:grpSpPr bwMode="auto">
            <a:xfrm flipV="1">
              <a:off x="3686" y="243"/>
              <a:ext cx="177" cy="66"/>
              <a:chOff x="2848" y="848"/>
              <a:chExt cx="140" cy="98"/>
            </a:xfrm>
          </p:grpSpPr>
          <p:sp>
            <p:nvSpPr>
              <p:cNvPr id="71775" name="Line 192">
                <a:extLst>
                  <a:ext uri="{FF2B5EF4-FFF2-40B4-BE49-F238E27FC236}">
                    <a16:creationId xmlns:a16="http://schemas.microsoft.com/office/drawing/2014/main" id="{6DDDC5B0-C70D-48EE-9359-7924362A2B3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6" name="Line 193">
                <a:extLst>
                  <a:ext uri="{FF2B5EF4-FFF2-40B4-BE49-F238E27FC236}">
                    <a16:creationId xmlns:a16="http://schemas.microsoft.com/office/drawing/2014/main" id="{71189924-98CE-4889-B623-25EAFE008C3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7" name="Line 194">
                <a:extLst>
                  <a:ext uri="{FF2B5EF4-FFF2-40B4-BE49-F238E27FC236}">
                    <a16:creationId xmlns:a16="http://schemas.microsoft.com/office/drawing/2014/main" id="{17687C00-8B31-4600-A4C2-C8C7E78E9A9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739" name="Group 195">
            <a:extLst>
              <a:ext uri="{FF2B5EF4-FFF2-40B4-BE49-F238E27FC236}">
                <a16:creationId xmlns:a16="http://schemas.microsoft.com/office/drawing/2014/main" id="{26610D8D-BEE7-4F74-8427-506E6C2AFF40}"/>
              </a:ext>
            </a:extLst>
          </p:cNvPr>
          <p:cNvGrpSpPr>
            <a:grpSpLocks/>
          </p:cNvGrpSpPr>
          <p:nvPr/>
        </p:nvGrpSpPr>
        <p:grpSpPr bwMode="auto">
          <a:xfrm>
            <a:off x="6767513" y="4543425"/>
            <a:ext cx="500062" cy="233363"/>
            <a:chOff x="3600" y="219"/>
            <a:chExt cx="360" cy="175"/>
          </a:xfrm>
        </p:grpSpPr>
        <p:sp>
          <p:nvSpPr>
            <p:cNvPr id="71755" name="Oval 196">
              <a:extLst>
                <a:ext uri="{FF2B5EF4-FFF2-40B4-BE49-F238E27FC236}">
                  <a16:creationId xmlns:a16="http://schemas.microsoft.com/office/drawing/2014/main" id="{3861458C-4746-4F85-BE14-6ECC9662BCA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56" name="Line 197">
              <a:extLst>
                <a:ext uri="{FF2B5EF4-FFF2-40B4-BE49-F238E27FC236}">
                  <a16:creationId xmlns:a16="http://schemas.microsoft.com/office/drawing/2014/main" id="{0B7BE8F3-44DE-4A46-9433-C407C2208C9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57" name="Line 198">
              <a:extLst>
                <a:ext uri="{FF2B5EF4-FFF2-40B4-BE49-F238E27FC236}">
                  <a16:creationId xmlns:a16="http://schemas.microsoft.com/office/drawing/2014/main" id="{E7316D5B-0EA8-4566-8EA0-49455DBA0F7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58" name="Rectangle 199">
              <a:extLst>
                <a:ext uri="{FF2B5EF4-FFF2-40B4-BE49-F238E27FC236}">
                  <a16:creationId xmlns:a16="http://schemas.microsoft.com/office/drawing/2014/main" id="{637303AB-AADE-4C81-B8E8-ABDC3B45F4C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759" name="Oval 200">
              <a:extLst>
                <a:ext uri="{FF2B5EF4-FFF2-40B4-BE49-F238E27FC236}">
                  <a16:creationId xmlns:a16="http://schemas.microsoft.com/office/drawing/2014/main" id="{A8EDCB22-9DA5-46C1-A845-21769B86F94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760" name="Group 201">
              <a:extLst>
                <a:ext uri="{FF2B5EF4-FFF2-40B4-BE49-F238E27FC236}">
                  <a16:creationId xmlns:a16="http://schemas.microsoft.com/office/drawing/2014/main" id="{A63E2897-B2DD-4020-B607-449ADF06249C}"/>
                </a:ext>
              </a:extLst>
            </p:cNvPr>
            <p:cNvGrpSpPr>
              <a:grpSpLocks/>
            </p:cNvGrpSpPr>
            <p:nvPr/>
          </p:nvGrpSpPr>
          <p:grpSpPr bwMode="auto">
            <a:xfrm>
              <a:off x="3686" y="244"/>
              <a:ext cx="177" cy="66"/>
              <a:chOff x="2848" y="848"/>
              <a:chExt cx="140" cy="98"/>
            </a:xfrm>
          </p:grpSpPr>
          <p:sp>
            <p:nvSpPr>
              <p:cNvPr id="71765" name="Line 202">
                <a:extLst>
                  <a:ext uri="{FF2B5EF4-FFF2-40B4-BE49-F238E27FC236}">
                    <a16:creationId xmlns:a16="http://schemas.microsoft.com/office/drawing/2014/main" id="{A6F2E260-B08F-4D5B-9745-EA594D98BB0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66" name="Line 203">
                <a:extLst>
                  <a:ext uri="{FF2B5EF4-FFF2-40B4-BE49-F238E27FC236}">
                    <a16:creationId xmlns:a16="http://schemas.microsoft.com/office/drawing/2014/main" id="{6AAD6152-B727-4F03-B0C8-D871A7A9EAA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67" name="Line 204">
                <a:extLst>
                  <a:ext uri="{FF2B5EF4-FFF2-40B4-BE49-F238E27FC236}">
                    <a16:creationId xmlns:a16="http://schemas.microsoft.com/office/drawing/2014/main" id="{0069CD7A-AD1E-48A8-B7EA-C6B7BED5943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61" name="Group 205">
              <a:extLst>
                <a:ext uri="{FF2B5EF4-FFF2-40B4-BE49-F238E27FC236}">
                  <a16:creationId xmlns:a16="http://schemas.microsoft.com/office/drawing/2014/main" id="{BBBC06C8-D975-4B35-9D57-D25432D906F2}"/>
                </a:ext>
              </a:extLst>
            </p:cNvPr>
            <p:cNvGrpSpPr>
              <a:grpSpLocks/>
            </p:cNvGrpSpPr>
            <p:nvPr/>
          </p:nvGrpSpPr>
          <p:grpSpPr bwMode="auto">
            <a:xfrm flipV="1">
              <a:off x="3686" y="243"/>
              <a:ext cx="177" cy="66"/>
              <a:chOff x="2848" y="848"/>
              <a:chExt cx="140" cy="98"/>
            </a:xfrm>
          </p:grpSpPr>
          <p:sp>
            <p:nvSpPr>
              <p:cNvPr id="71762" name="Line 206">
                <a:extLst>
                  <a:ext uri="{FF2B5EF4-FFF2-40B4-BE49-F238E27FC236}">
                    <a16:creationId xmlns:a16="http://schemas.microsoft.com/office/drawing/2014/main" id="{640EB0FD-7356-422F-BF38-128DD81B576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63" name="Line 207">
                <a:extLst>
                  <a:ext uri="{FF2B5EF4-FFF2-40B4-BE49-F238E27FC236}">
                    <a16:creationId xmlns:a16="http://schemas.microsoft.com/office/drawing/2014/main" id="{F0DD8D86-058E-499B-AD5F-8F970A73942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64" name="Line 208">
                <a:extLst>
                  <a:ext uri="{FF2B5EF4-FFF2-40B4-BE49-F238E27FC236}">
                    <a16:creationId xmlns:a16="http://schemas.microsoft.com/office/drawing/2014/main" id="{637FFA11-4586-4559-98E4-1C460BC0512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1740" name="Group 209">
            <a:extLst>
              <a:ext uri="{FF2B5EF4-FFF2-40B4-BE49-F238E27FC236}">
                <a16:creationId xmlns:a16="http://schemas.microsoft.com/office/drawing/2014/main" id="{2146C341-9FB2-471B-AD8C-288BD7F973A2}"/>
              </a:ext>
            </a:extLst>
          </p:cNvPr>
          <p:cNvGrpSpPr>
            <a:grpSpLocks/>
          </p:cNvGrpSpPr>
          <p:nvPr/>
        </p:nvGrpSpPr>
        <p:grpSpPr bwMode="auto">
          <a:xfrm>
            <a:off x="5964238" y="4167188"/>
            <a:ext cx="501650" cy="233362"/>
            <a:chOff x="3600" y="219"/>
            <a:chExt cx="360" cy="175"/>
          </a:xfrm>
        </p:grpSpPr>
        <p:sp>
          <p:nvSpPr>
            <p:cNvPr id="71742" name="Oval 210">
              <a:extLst>
                <a:ext uri="{FF2B5EF4-FFF2-40B4-BE49-F238E27FC236}">
                  <a16:creationId xmlns:a16="http://schemas.microsoft.com/office/drawing/2014/main" id="{76F42660-2DBB-49B4-8F69-91CE117CE98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1743" name="Line 211">
              <a:extLst>
                <a:ext uri="{FF2B5EF4-FFF2-40B4-BE49-F238E27FC236}">
                  <a16:creationId xmlns:a16="http://schemas.microsoft.com/office/drawing/2014/main" id="{0D11E891-E8D1-4E8E-9CFC-43E47FC2553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44" name="Line 212">
              <a:extLst>
                <a:ext uri="{FF2B5EF4-FFF2-40B4-BE49-F238E27FC236}">
                  <a16:creationId xmlns:a16="http://schemas.microsoft.com/office/drawing/2014/main" id="{E7673987-98BE-4076-8B99-28D588B1D25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45" name="Rectangle 213">
              <a:extLst>
                <a:ext uri="{FF2B5EF4-FFF2-40B4-BE49-F238E27FC236}">
                  <a16:creationId xmlns:a16="http://schemas.microsoft.com/office/drawing/2014/main" id="{FD90E88A-54FB-434E-A979-E480662E954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1746" name="Oval 214">
              <a:extLst>
                <a:ext uri="{FF2B5EF4-FFF2-40B4-BE49-F238E27FC236}">
                  <a16:creationId xmlns:a16="http://schemas.microsoft.com/office/drawing/2014/main" id="{98C3B954-E47A-4E87-AB28-5537C2CEB367}"/>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1747" name="Group 215">
              <a:extLst>
                <a:ext uri="{FF2B5EF4-FFF2-40B4-BE49-F238E27FC236}">
                  <a16:creationId xmlns:a16="http://schemas.microsoft.com/office/drawing/2014/main" id="{EF67DCBF-B996-4D44-BAC6-4B58DDBF7764}"/>
                </a:ext>
              </a:extLst>
            </p:cNvPr>
            <p:cNvGrpSpPr>
              <a:grpSpLocks/>
            </p:cNvGrpSpPr>
            <p:nvPr/>
          </p:nvGrpSpPr>
          <p:grpSpPr bwMode="auto">
            <a:xfrm>
              <a:off x="3686" y="244"/>
              <a:ext cx="177" cy="66"/>
              <a:chOff x="2848" y="848"/>
              <a:chExt cx="140" cy="98"/>
            </a:xfrm>
          </p:grpSpPr>
          <p:sp>
            <p:nvSpPr>
              <p:cNvPr id="71752" name="Line 216">
                <a:extLst>
                  <a:ext uri="{FF2B5EF4-FFF2-40B4-BE49-F238E27FC236}">
                    <a16:creationId xmlns:a16="http://schemas.microsoft.com/office/drawing/2014/main" id="{D52FC328-E63F-4DF3-A697-BAEBD324CBD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53" name="Line 217">
                <a:extLst>
                  <a:ext uri="{FF2B5EF4-FFF2-40B4-BE49-F238E27FC236}">
                    <a16:creationId xmlns:a16="http://schemas.microsoft.com/office/drawing/2014/main" id="{1939FE94-C813-4BF1-882F-654CB07B4D0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54" name="Line 218">
                <a:extLst>
                  <a:ext uri="{FF2B5EF4-FFF2-40B4-BE49-F238E27FC236}">
                    <a16:creationId xmlns:a16="http://schemas.microsoft.com/office/drawing/2014/main" id="{B86C93AA-44AA-49FE-B246-5D4BB6E80DB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48" name="Group 219">
              <a:extLst>
                <a:ext uri="{FF2B5EF4-FFF2-40B4-BE49-F238E27FC236}">
                  <a16:creationId xmlns:a16="http://schemas.microsoft.com/office/drawing/2014/main" id="{EC096196-86A7-45EC-9958-D09019E265C7}"/>
                </a:ext>
              </a:extLst>
            </p:cNvPr>
            <p:cNvGrpSpPr>
              <a:grpSpLocks/>
            </p:cNvGrpSpPr>
            <p:nvPr/>
          </p:nvGrpSpPr>
          <p:grpSpPr bwMode="auto">
            <a:xfrm flipV="1">
              <a:off x="3686" y="243"/>
              <a:ext cx="177" cy="66"/>
              <a:chOff x="2848" y="848"/>
              <a:chExt cx="140" cy="98"/>
            </a:xfrm>
          </p:grpSpPr>
          <p:sp>
            <p:nvSpPr>
              <p:cNvPr id="71749" name="Line 220">
                <a:extLst>
                  <a:ext uri="{FF2B5EF4-FFF2-40B4-BE49-F238E27FC236}">
                    <a16:creationId xmlns:a16="http://schemas.microsoft.com/office/drawing/2014/main" id="{A6522794-8D51-48A5-8918-258C635D4DE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50" name="Line 221">
                <a:extLst>
                  <a:ext uri="{FF2B5EF4-FFF2-40B4-BE49-F238E27FC236}">
                    <a16:creationId xmlns:a16="http://schemas.microsoft.com/office/drawing/2014/main" id="{1785C39D-0498-4A38-AEB1-A1344573DE8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51" name="Line 222">
                <a:extLst>
                  <a:ext uri="{FF2B5EF4-FFF2-40B4-BE49-F238E27FC236}">
                    <a16:creationId xmlns:a16="http://schemas.microsoft.com/office/drawing/2014/main" id="{B765A9F9-C78D-4DC6-9504-CC9650B4B34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1741" name="Line 223">
            <a:extLst>
              <a:ext uri="{FF2B5EF4-FFF2-40B4-BE49-F238E27FC236}">
                <a16:creationId xmlns:a16="http://schemas.microsoft.com/office/drawing/2014/main" id="{AC7EA82D-D4E6-42EB-9E5E-51BEAABB933C}"/>
              </a:ext>
            </a:extLst>
          </p:cNvPr>
          <p:cNvSpPr>
            <a:spLocks noChangeShapeType="1"/>
          </p:cNvSpPr>
          <p:nvPr/>
        </p:nvSpPr>
        <p:spPr bwMode="auto">
          <a:xfrm flipV="1">
            <a:off x="6200775" y="4389438"/>
            <a:ext cx="1588" cy="230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8D41CBB7-3052-4719-81D5-C1869DF8D9D3}"/>
              </a:ext>
            </a:extLst>
          </p:cNvPr>
          <p:cNvSpPr>
            <a:spLocks noGrp="1"/>
          </p:cNvSpPr>
          <p:nvPr>
            <p:ph idx="1"/>
          </p:nvPr>
        </p:nvSpPr>
        <p:spPr>
          <a:xfrm>
            <a:off x="33338" y="1357313"/>
            <a:ext cx="5740400" cy="4525962"/>
          </a:xfrm>
        </p:spPr>
        <p:txBody>
          <a:bodyPr/>
          <a:lstStyle/>
          <a:p>
            <a:pPr fontAlgn="base">
              <a:lnSpc>
                <a:spcPct val="90000"/>
              </a:lnSpc>
              <a:spcAft>
                <a:spcPct val="0"/>
              </a:spcAft>
              <a:buFont typeface="Arial" pitchFamily="34" charset="0"/>
              <a:buChar char="•"/>
            </a:pPr>
            <a:r>
              <a:rPr lang="en-US" altLang="en-US">
                <a:solidFill>
                  <a:srgbClr val="FF0000"/>
                </a:solidFill>
              </a:rPr>
              <a:t>end systems (hosts):</a:t>
            </a:r>
            <a:endParaRPr lang="en-US" altLang="en-US"/>
          </a:p>
          <a:p>
            <a:pPr lvl="1" fontAlgn="base">
              <a:lnSpc>
                <a:spcPct val="90000"/>
              </a:lnSpc>
              <a:spcAft>
                <a:spcPct val="0"/>
              </a:spcAft>
            </a:pPr>
            <a:r>
              <a:rPr lang="en-US" altLang="en-US" sz="2000"/>
              <a:t>run application programs</a:t>
            </a:r>
          </a:p>
          <a:p>
            <a:pPr lvl="1" fontAlgn="base">
              <a:lnSpc>
                <a:spcPct val="90000"/>
              </a:lnSpc>
              <a:spcAft>
                <a:spcPct val="0"/>
              </a:spcAft>
            </a:pPr>
            <a:r>
              <a:rPr lang="en-US" altLang="en-US" sz="2000"/>
              <a:t>e.g., WWW, email</a:t>
            </a:r>
          </a:p>
          <a:p>
            <a:pPr lvl="1" fontAlgn="base">
              <a:lnSpc>
                <a:spcPct val="90000"/>
              </a:lnSpc>
              <a:spcAft>
                <a:spcPct val="0"/>
              </a:spcAft>
            </a:pPr>
            <a:r>
              <a:rPr lang="en-US" altLang="en-US" sz="2000"/>
              <a:t>at “edge of network”</a:t>
            </a:r>
          </a:p>
          <a:p>
            <a:pPr fontAlgn="base">
              <a:lnSpc>
                <a:spcPct val="90000"/>
              </a:lnSpc>
              <a:spcAft>
                <a:spcPct val="0"/>
              </a:spcAft>
              <a:buFont typeface="Arial" pitchFamily="34" charset="0"/>
              <a:buChar char="•"/>
            </a:pPr>
            <a:r>
              <a:rPr lang="en-US" altLang="en-US">
                <a:solidFill>
                  <a:srgbClr val="FF0000"/>
                </a:solidFill>
              </a:rPr>
              <a:t>client/server model</a:t>
            </a:r>
            <a:endParaRPr lang="en-US" altLang="en-US"/>
          </a:p>
          <a:p>
            <a:pPr lvl="1" fontAlgn="base">
              <a:lnSpc>
                <a:spcPct val="90000"/>
              </a:lnSpc>
              <a:spcAft>
                <a:spcPct val="0"/>
              </a:spcAft>
            </a:pPr>
            <a:r>
              <a:rPr lang="en-US" altLang="en-US" sz="2000"/>
              <a:t>client host requests, receives service </a:t>
            </a:r>
          </a:p>
          <a:p>
            <a:pPr lvl="1" fontAlgn="base">
              <a:lnSpc>
                <a:spcPct val="90000"/>
              </a:lnSpc>
              <a:spcAft>
                <a:spcPct val="0"/>
              </a:spcAft>
            </a:pPr>
            <a:r>
              <a:rPr lang="en-US" altLang="en-US" sz="2000"/>
              <a:t>from server</a:t>
            </a:r>
          </a:p>
          <a:p>
            <a:pPr lvl="1" fontAlgn="base">
              <a:lnSpc>
                <a:spcPct val="90000"/>
              </a:lnSpc>
              <a:spcAft>
                <a:spcPct val="0"/>
              </a:spcAft>
            </a:pPr>
            <a:r>
              <a:rPr lang="en-US" altLang="en-US" sz="2000"/>
              <a:t>e.g., WWW client (browser)/ server; </a:t>
            </a:r>
          </a:p>
          <a:p>
            <a:pPr lvl="1" fontAlgn="base">
              <a:lnSpc>
                <a:spcPct val="90000"/>
              </a:lnSpc>
              <a:spcAft>
                <a:spcPct val="0"/>
              </a:spcAft>
            </a:pPr>
            <a:r>
              <a:rPr lang="en-US" altLang="en-US" sz="2000"/>
              <a:t>email client/server</a:t>
            </a:r>
          </a:p>
          <a:p>
            <a:pPr fontAlgn="base">
              <a:lnSpc>
                <a:spcPct val="90000"/>
              </a:lnSpc>
              <a:spcAft>
                <a:spcPct val="0"/>
              </a:spcAft>
              <a:buFont typeface="Arial" pitchFamily="34" charset="0"/>
              <a:buChar char="•"/>
            </a:pPr>
            <a:r>
              <a:rPr lang="en-US" altLang="en-US">
                <a:solidFill>
                  <a:srgbClr val="FF0000"/>
                </a:solidFill>
              </a:rPr>
              <a:t>peer-peer model:</a:t>
            </a:r>
            <a:endParaRPr lang="en-US" altLang="en-US"/>
          </a:p>
          <a:p>
            <a:pPr lvl="1" fontAlgn="base">
              <a:lnSpc>
                <a:spcPct val="90000"/>
              </a:lnSpc>
              <a:spcAft>
                <a:spcPct val="0"/>
              </a:spcAft>
            </a:pPr>
            <a:r>
              <a:rPr lang="en-US" altLang="en-US" sz="2000"/>
              <a:t> host interaction symmetric</a:t>
            </a:r>
          </a:p>
          <a:p>
            <a:pPr lvl="1" fontAlgn="base">
              <a:lnSpc>
                <a:spcPct val="90000"/>
              </a:lnSpc>
              <a:spcAft>
                <a:spcPct val="0"/>
              </a:spcAft>
            </a:pPr>
            <a:r>
              <a:rPr lang="en-US" altLang="en-US" sz="2000"/>
              <a:t>e.g.: teleconferencing</a:t>
            </a:r>
          </a:p>
        </p:txBody>
      </p:sp>
      <p:sp>
        <p:nvSpPr>
          <p:cNvPr id="72707" name="Slide Number Placeholder 6">
            <a:extLst>
              <a:ext uri="{FF2B5EF4-FFF2-40B4-BE49-F238E27FC236}">
                <a16:creationId xmlns:a16="http://schemas.microsoft.com/office/drawing/2014/main" id="{9654A0D2-BE1E-4CFD-BE8D-E6CDF741E0A6}"/>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FC99A180-34D6-470A-B849-E83FC118ABD6}" type="slidenum">
              <a:rPr lang="en-US" altLang="en-US" sz="1400">
                <a:latin typeface="Times New Roman" panose="02020603050405020304" pitchFamily="18" charset="0"/>
              </a:rPr>
              <a:pPr algn="l" eaLnBrk="0" hangingPunct="0">
                <a:spcBef>
                  <a:spcPct val="0"/>
                </a:spcBef>
                <a:buFontTx/>
                <a:buNone/>
              </a:pPr>
              <a:t>39</a:t>
            </a:fld>
            <a:endParaRPr lang="en-US" altLang="en-US" sz="1400">
              <a:latin typeface="Times New Roman" panose="02020603050405020304" pitchFamily="18" charset="0"/>
            </a:endParaRPr>
          </a:p>
        </p:txBody>
      </p:sp>
      <p:sp>
        <p:nvSpPr>
          <p:cNvPr id="6162" name="Rectangle 2">
            <a:extLst>
              <a:ext uri="{FF2B5EF4-FFF2-40B4-BE49-F238E27FC236}">
                <a16:creationId xmlns:a16="http://schemas.microsoft.com/office/drawing/2014/main" id="{FF51A744-CB2A-468C-B9A7-F082AC4A21A5}"/>
              </a:ext>
            </a:extLst>
          </p:cNvPr>
          <p:cNvSpPr>
            <a:spLocks noGrp="1" noChangeArrowheads="1"/>
          </p:cNvSpPr>
          <p:nvPr>
            <p:ph type="title" idx="4294967295"/>
          </p:nvPr>
        </p:nvSpPr>
        <p:spPr>
          <a:xfrm>
            <a:off x="-30163" y="123825"/>
            <a:ext cx="8229601" cy="1143000"/>
          </a:xfrm>
        </p:spPr>
        <p:txBody>
          <a:bodyPr/>
          <a:lstStyle/>
          <a:p>
            <a:pPr>
              <a:defRPr/>
            </a:pPr>
            <a:r>
              <a:rPr lang="en-US" dirty="0"/>
              <a:t>The network edge:</a:t>
            </a:r>
          </a:p>
        </p:txBody>
      </p:sp>
      <p:grpSp>
        <p:nvGrpSpPr>
          <p:cNvPr id="72709" name="Group 91">
            <a:extLst>
              <a:ext uri="{FF2B5EF4-FFF2-40B4-BE49-F238E27FC236}">
                <a16:creationId xmlns:a16="http://schemas.microsoft.com/office/drawing/2014/main" id="{727D030A-316B-4196-B44C-8DA3915FF678}"/>
              </a:ext>
            </a:extLst>
          </p:cNvPr>
          <p:cNvGrpSpPr>
            <a:grpSpLocks/>
          </p:cNvGrpSpPr>
          <p:nvPr/>
        </p:nvGrpSpPr>
        <p:grpSpPr bwMode="auto">
          <a:xfrm>
            <a:off x="8382000" y="4630738"/>
            <a:ext cx="796925" cy="1260475"/>
            <a:chOff x="5087" y="3051"/>
            <a:chExt cx="502" cy="794"/>
          </a:xfrm>
        </p:grpSpPr>
        <p:sp>
          <p:nvSpPr>
            <p:cNvPr id="72924" name="Freeform 92">
              <a:extLst>
                <a:ext uri="{FF2B5EF4-FFF2-40B4-BE49-F238E27FC236}">
                  <a16:creationId xmlns:a16="http://schemas.microsoft.com/office/drawing/2014/main" id="{2258DE34-DD00-4B4C-B906-98F5C3451B82}"/>
                </a:ext>
              </a:extLst>
            </p:cNvPr>
            <p:cNvSpPr>
              <a:spLocks/>
            </p:cNvSpPr>
            <p:nvPr/>
          </p:nvSpPr>
          <p:spPr bwMode="auto">
            <a:xfrm>
              <a:off x="5087" y="3051"/>
              <a:ext cx="502" cy="794"/>
            </a:xfrm>
            <a:custGeom>
              <a:avLst/>
              <a:gdLst>
                <a:gd name="T0" fmla="*/ 289 w 502"/>
                <a:gd name="T1" fmla="*/ 9 h 794"/>
                <a:gd name="T2" fmla="*/ 127 w 502"/>
                <a:gd name="T3" fmla="*/ 33 h 794"/>
                <a:gd name="T4" fmla="*/ 25 w 502"/>
                <a:gd name="T5" fmla="*/ 207 h 794"/>
                <a:gd name="T6" fmla="*/ 13 w 502"/>
                <a:gd name="T7" fmla="*/ 621 h 794"/>
                <a:gd name="T8" fmla="*/ 103 w 502"/>
                <a:gd name="T9" fmla="*/ 771 h 794"/>
                <a:gd name="T10" fmla="*/ 271 w 502"/>
                <a:gd name="T11" fmla="*/ 759 h 794"/>
                <a:gd name="T12" fmla="*/ 421 w 502"/>
                <a:gd name="T13" fmla="*/ 735 h 794"/>
                <a:gd name="T14" fmla="*/ 469 w 502"/>
                <a:gd name="T15" fmla="*/ 579 h 794"/>
                <a:gd name="T16" fmla="*/ 487 w 502"/>
                <a:gd name="T17" fmla="*/ 471 h 794"/>
                <a:gd name="T18" fmla="*/ 469 w 502"/>
                <a:gd name="T19" fmla="*/ 87 h 794"/>
                <a:gd name="T20" fmla="*/ 289 w 502"/>
                <a:gd name="T21" fmla="*/ 9 h 7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2"/>
                <a:gd name="T34" fmla="*/ 0 h 794"/>
                <a:gd name="T35" fmla="*/ 502 w 502"/>
                <a:gd name="T36" fmla="*/ 794 h 7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2" h="794">
                  <a:moveTo>
                    <a:pt x="289" y="9"/>
                  </a:moveTo>
                  <a:cubicBezTo>
                    <a:pt x="232" y="0"/>
                    <a:pt x="171" y="0"/>
                    <a:pt x="127" y="33"/>
                  </a:cubicBezTo>
                  <a:cubicBezTo>
                    <a:pt x="83" y="66"/>
                    <a:pt x="44" y="109"/>
                    <a:pt x="25" y="207"/>
                  </a:cubicBezTo>
                  <a:cubicBezTo>
                    <a:pt x="6" y="305"/>
                    <a:pt x="0" y="527"/>
                    <a:pt x="13" y="621"/>
                  </a:cubicBezTo>
                  <a:cubicBezTo>
                    <a:pt x="26" y="715"/>
                    <a:pt x="60" y="748"/>
                    <a:pt x="103" y="771"/>
                  </a:cubicBezTo>
                  <a:cubicBezTo>
                    <a:pt x="146" y="794"/>
                    <a:pt x="218" y="765"/>
                    <a:pt x="271" y="759"/>
                  </a:cubicBezTo>
                  <a:cubicBezTo>
                    <a:pt x="324" y="753"/>
                    <a:pt x="388" y="765"/>
                    <a:pt x="421" y="735"/>
                  </a:cubicBezTo>
                  <a:cubicBezTo>
                    <a:pt x="454" y="705"/>
                    <a:pt x="458" y="623"/>
                    <a:pt x="469" y="579"/>
                  </a:cubicBezTo>
                  <a:cubicBezTo>
                    <a:pt x="480" y="535"/>
                    <a:pt x="487" y="553"/>
                    <a:pt x="487" y="471"/>
                  </a:cubicBezTo>
                  <a:cubicBezTo>
                    <a:pt x="487" y="389"/>
                    <a:pt x="502" y="164"/>
                    <a:pt x="469" y="87"/>
                  </a:cubicBezTo>
                  <a:cubicBezTo>
                    <a:pt x="436" y="10"/>
                    <a:pt x="346" y="18"/>
                    <a:pt x="289" y="9"/>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2925" name="Group 93">
              <a:extLst>
                <a:ext uri="{FF2B5EF4-FFF2-40B4-BE49-F238E27FC236}">
                  <a16:creationId xmlns:a16="http://schemas.microsoft.com/office/drawing/2014/main" id="{85A20278-609A-42D5-9FE7-355AC336179A}"/>
                </a:ext>
              </a:extLst>
            </p:cNvPr>
            <p:cNvGrpSpPr>
              <a:grpSpLocks/>
            </p:cNvGrpSpPr>
            <p:nvPr/>
          </p:nvGrpSpPr>
          <p:grpSpPr bwMode="auto">
            <a:xfrm>
              <a:off x="5157" y="3111"/>
              <a:ext cx="347" cy="654"/>
              <a:chOff x="4935" y="2925"/>
              <a:chExt cx="347" cy="654"/>
            </a:xfrm>
          </p:grpSpPr>
          <p:sp>
            <p:nvSpPr>
              <p:cNvPr id="72926" name="AutoShape 94">
                <a:extLst>
                  <a:ext uri="{FF2B5EF4-FFF2-40B4-BE49-F238E27FC236}">
                    <a16:creationId xmlns:a16="http://schemas.microsoft.com/office/drawing/2014/main" id="{0D449E90-B910-43E9-B3A6-034E9A454651}"/>
                  </a:ext>
                </a:extLst>
              </p:cNvPr>
              <p:cNvSpPr>
                <a:spLocks noChangeArrowheads="1"/>
              </p:cNvSpPr>
              <p:nvPr/>
            </p:nvSpPr>
            <p:spPr bwMode="auto">
              <a:xfrm>
                <a:off x="4935" y="3428"/>
                <a:ext cx="347" cy="151"/>
              </a:xfrm>
              <a:prstGeom prst="parallelogram">
                <a:avLst>
                  <a:gd name="adj" fmla="val 8852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27" name="Rectangle 95">
                <a:extLst>
                  <a:ext uri="{FF2B5EF4-FFF2-40B4-BE49-F238E27FC236}">
                    <a16:creationId xmlns:a16="http://schemas.microsoft.com/office/drawing/2014/main" id="{CAADD1D4-C7CA-4ABE-95C8-382DD90E5960}"/>
                  </a:ext>
                </a:extLst>
              </p:cNvPr>
              <p:cNvSpPr>
                <a:spLocks noChangeArrowheads="1"/>
              </p:cNvSpPr>
              <p:nvPr/>
            </p:nvSpPr>
            <p:spPr bwMode="auto">
              <a:xfrm>
                <a:off x="5111" y="2929"/>
                <a:ext cx="165" cy="503"/>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28" name="Rectangle 96">
                <a:extLst>
                  <a:ext uri="{FF2B5EF4-FFF2-40B4-BE49-F238E27FC236}">
                    <a16:creationId xmlns:a16="http://schemas.microsoft.com/office/drawing/2014/main" id="{2FBFD288-7107-4DC1-AEF1-0F79B2721B9A}"/>
                  </a:ext>
                </a:extLst>
              </p:cNvPr>
              <p:cNvSpPr>
                <a:spLocks noChangeArrowheads="1"/>
              </p:cNvSpPr>
              <p:nvPr/>
            </p:nvSpPr>
            <p:spPr bwMode="auto">
              <a:xfrm>
                <a:off x="4937" y="3072"/>
                <a:ext cx="220" cy="50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29" name="AutoShape 97">
                <a:extLst>
                  <a:ext uri="{FF2B5EF4-FFF2-40B4-BE49-F238E27FC236}">
                    <a16:creationId xmlns:a16="http://schemas.microsoft.com/office/drawing/2014/main" id="{C16FF27C-1CE9-453A-8A69-2DCE2B68250F}"/>
                  </a:ext>
                </a:extLst>
              </p:cNvPr>
              <p:cNvSpPr>
                <a:spLocks noChangeArrowheads="1"/>
              </p:cNvSpPr>
              <p:nvPr/>
            </p:nvSpPr>
            <p:spPr bwMode="auto">
              <a:xfrm>
                <a:off x="4935" y="2925"/>
                <a:ext cx="347" cy="151"/>
              </a:xfrm>
              <a:prstGeom prst="parallelogram">
                <a:avLst>
                  <a:gd name="adj" fmla="val 8852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30" name="Line 98">
                <a:extLst>
                  <a:ext uri="{FF2B5EF4-FFF2-40B4-BE49-F238E27FC236}">
                    <a16:creationId xmlns:a16="http://schemas.microsoft.com/office/drawing/2014/main" id="{A127D658-0D3E-4A81-8E5E-9525B361FD27}"/>
                  </a:ext>
                </a:extLst>
              </p:cNvPr>
              <p:cNvSpPr>
                <a:spLocks noChangeShapeType="1"/>
              </p:cNvSpPr>
              <p:nvPr/>
            </p:nvSpPr>
            <p:spPr bwMode="auto">
              <a:xfrm>
                <a:off x="5282" y="2936"/>
                <a:ext cx="0" cy="4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31" name="Line 99">
                <a:extLst>
                  <a:ext uri="{FF2B5EF4-FFF2-40B4-BE49-F238E27FC236}">
                    <a16:creationId xmlns:a16="http://schemas.microsoft.com/office/drawing/2014/main" id="{26C61784-3CEB-4258-A1C3-F794645ED27B}"/>
                  </a:ext>
                </a:extLst>
              </p:cNvPr>
              <p:cNvSpPr>
                <a:spLocks noChangeShapeType="1"/>
              </p:cNvSpPr>
              <p:nvPr/>
            </p:nvSpPr>
            <p:spPr bwMode="auto">
              <a:xfrm flipH="1">
                <a:off x="5157" y="3428"/>
                <a:ext cx="125" cy="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32" name="Rectangle 100">
                <a:extLst>
                  <a:ext uri="{FF2B5EF4-FFF2-40B4-BE49-F238E27FC236}">
                    <a16:creationId xmlns:a16="http://schemas.microsoft.com/office/drawing/2014/main" id="{2E383B54-4BA3-4955-B4FD-1F0C972C856B}"/>
                  </a:ext>
                </a:extLst>
              </p:cNvPr>
              <p:cNvSpPr>
                <a:spLocks noChangeArrowheads="1"/>
              </p:cNvSpPr>
              <p:nvPr/>
            </p:nvSpPr>
            <p:spPr bwMode="auto">
              <a:xfrm>
                <a:off x="4965" y="3138"/>
                <a:ext cx="146" cy="290"/>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33" name="Rectangle 101">
                <a:extLst>
                  <a:ext uri="{FF2B5EF4-FFF2-40B4-BE49-F238E27FC236}">
                    <a16:creationId xmlns:a16="http://schemas.microsoft.com/office/drawing/2014/main" id="{602C9445-511C-4E2D-80AC-CB8B55C1A7B3}"/>
                  </a:ext>
                </a:extLst>
              </p:cNvPr>
              <p:cNvSpPr>
                <a:spLocks noChangeArrowheads="1"/>
              </p:cNvSpPr>
              <p:nvPr/>
            </p:nvSpPr>
            <p:spPr bwMode="auto">
              <a:xfrm>
                <a:off x="4986" y="3225"/>
                <a:ext cx="111" cy="1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grpSp>
        <p:nvGrpSpPr>
          <p:cNvPr id="72710" name="Group 2">
            <a:extLst>
              <a:ext uri="{FF2B5EF4-FFF2-40B4-BE49-F238E27FC236}">
                <a16:creationId xmlns:a16="http://schemas.microsoft.com/office/drawing/2014/main" id="{6C1861A3-E3F1-4974-A4C6-E1F3190A4363}"/>
              </a:ext>
            </a:extLst>
          </p:cNvPr>
          <p:cNvGrpSpPr>
            <a:grpSpLocks/>
          </p:cNvGrpSpPr>
          <p:nvPr/>
        </p:nvGrpSpPr>
        <p:grpSpPr bwMode="auto">
          <a:xfrm>
            <a:off x="4800600" y="1727200"/>
            <a:ext cx="4251325" cy="3941763"/>
            <a:chOff x="5362575" y="1763746"/>
            <a:chExt cx="4251325" cy="3941762"/>
          </a:xfrm>
        </p:grpSpPr>
        <p:sp>
          <p:nvSpPr>
            <p:cNvPr id="72711" name="Freeform 4">
              <a:extLst>
                <a:ext uri="{FF2B5EF4-FFF2-40B4-BE49-F238E27FC236}">
                  <a16:creationId xmlns:a16="http://schemas.microsoft.com/office/drawing/2014/main" id="{F50ED3C6-7A7A-49F6-8824-C76B4E4E8243}"/>
                </a:ext>
              </a:extLst>
            </p:cNvPr>
            <p:cNvSpPr>
              <a:spLocks/>
            </p:cNvSpPr>
            <p:nvPr/>
          </p:nvSpPr>
          <p:spPr bwMode="auto">
            <a:xfrm>
              <a:off x="7815262" y="2178083"/>
              <a:ext cx="1798638" cy="167481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712" name="Freeform 5">
              <a:extLst>
                <a:ext uri="{FF2B5EF4-FFF2-40B4-BE49-F238E27FC236}">
                  <a16:creationId xmlns:a16="http://schemas.microsoft.com/office/drawing/2014/main" id="{B7393A0D-16BA-4FF5-8FFE-16D55B844E43}"/>
                </a:ext>
              </a:extLst>
            </p:cNvPr>
            <p:cNvSpPr>
              <a:spLocks/>
            </p:cNvSpPr>
            <p:nvPr/>
          </p:nvSpPr>
          <p:spPr bwMode="auto">
            <a:xfrm>
              <a:off x="5935662" y="2035208"/>
              <a:ext cx="1866900" cy="1589088"/>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713" name="Freeform 6">
              <a:extLst>
                <a:ext uri="{FF2B5EF4-FFF2-40B4-BE49-F238E27FC236}">
                  <a16:creationId xmlns:a16="http://schemas.microsoft.com/office/drawing/2014/main" id="{84B862DE-441F-4F6C-A215-FDB79E99C9C9}"/>
                </a:ext>
              </a:extLst>
            </p:cNvPr>
            <p:cNvSpPr>
              <a:spLocks/>
            </p:cNvSpPr>
            <p:nvPr/>
          </p:nvSpPr>
          <p:spPr bwMode="auto">
            <a:xfrm>
              <a:off x="6303962" y="3486183"/>
              <a:ext cx="2974975" cy="22193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2714" name="Group 7">
              <a:extLst>
                <a:ext uri="{FF2B5EF4-FFF2-40B4-BE49-F238E27FC236}">
                  <a16:creationId xmlns:a16="http://schemas.microsoft.com/office/drawing/2014/main" id="{110F6F18-B7E2-4C51-8F90-48FCBB2606CA}"/>
                </a:ext>
              </a:extLst>
            </p:cNvPr>
            <p:cNvGrpSpPr>
              <a:grpSpLocks/>
            </p:cNvGrpSpPr>
            <p:nvPr/>
          </p:nvGrpSpPr>
          <p:grpSpPr bwMode="auto">
            <a:xfrm>
              <a:off x="5362575" y="1763746"/>
              <a:ext cx="1100137" cy="874712"/>
              <a:chOff x="3541" y="495"/>
              <a:chExt cx="693" cy="551"/>
            </a:xfrm>
          </p:grpSpPr>
          <p:sp>
            <p:nvSpPr>
              <p:cNvPr id="72922" name="Freeform 8">
                <a:extLst>
                  <a:ext uri="{FF2B5EF4-FFF2-40B4-BE49-F238E27FC236}">
                    <a16:creationId xmlns:a16="http://schemas.microsoft.com/office/drawing/2014/main" id="{2256BBC3-D38E-41F0-9FFE-C9C66275645B}"/>
                  </a:ext>
                </a:extLst>
              </p:cNvPr>
              <p:cNvSpPr>
                <a:spLocks/>
              </p:cNvSpPr>
              <p:nvPr/>
            </p:nvSpPr>
            <p:spPr bwMode="auto">
              <a:xfrm>
                <a:off x="3541" y="495"/>
                <a:ext cx="693" cy="551"/>
              </a:xfrm>
              <a:custGeom>
                <a:avLst/>
                <a:gdLst>
                  <a:gd name="T0" fmla="*/ 77 w 693"/>
                  <a:gd name="T1" fmla="*/ 63 h 551"/>
                  <a:gd name="T2" fmla="*/ 35 w 693"/>
                  <a:gd name="T3" fmla="*/ 255 h 551"/>
                  <a:gd name="T4" fmla="*/ 35 w 693"/>
                  <a:gd name="T5" fmla="*/ 447 h 551"/>
                  <a:gd name="T6" fmla="*/ 245 w 693"/>
                  <a:gd name="T7" fmla="*/ 513 h 551"/>
                  <a:gd name="T8" fmla="*/ 431 w 693"/>
                  <a:gd name="T9" fmla="*/ 543 h 551"/>
                  <a:gd name="T10" fmla="*/ 647 w 693"/>
                  <a:gd name="T11" fmla="*/ 465 h 551"/>
                  <a:gd name="T12" fmla="*/ 689 w 693"/>
                  <a:gd name="T13" fmla="*/ 303 h 551"/>
                  <a:gd name="T14" fmla="*/ 671 w 693"/>
                  <a:gd name="T15" fmla="*/ 105 h 551"/>
                  <a:gd name="T16" fmla="*/ 617 w 693"/>
                  <a:gd name="T17" fmla="*/ 39 h 551"/>
                  <a:gd name="T18" fmla="*/ 311 w 693"/>
                  <a:gd name="T19" fmla="*/ 3 h 551"/>
                  <a:gd name="T20" fmla="*/ 77 w 693"/>
                  <a:gd name="T21" fmla="*/ 63 h 5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3"/>
                  <a:gd name="T34" fmla="*/ 0 h 551"/>
                  <a:gd name="T35" fmla="*/ 693 w 693"/>
                  <a:gd name="T36" fmla="*/ 551 h 5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3" h="551">
                    <a:moveTo>
                      <a:pt x="77" y="63"/>
                    </a:moveTo>
                    <a:cubicBezTo>
                      <a:pt x="31" y="105"/>
                      <a:pt x="42" y="191"/>
                      <a:pt x="35" y="255"/>
                    </a:cubicBezTo>
                    <a:cubicBezTo>
                      <a:pt x="28" y="319"/>
                      <a:pt x="0" y="404"/>
                      <a:pt x="35" y="447"/>
                    </a:cubicBezTo>
                    <a:cubicBezTo>
                      <a:pt x="70" y="490"/>
                      <a:pt x="179" y="497"/>
                      <a:pt x="245" y="513"/>
                    </a:cubicBezTo>
                    <a:cubicBezTo>
                      <a:pt x="311" y="529"/>
                      <a:pt x="364" y="551"/>
                      <a:pt x="431" y="543"/>
                    </a:cubicBezTo>
                    <a:cubicBezTo>
                      <a:pt x="498" y="535"/>
                      <a:pt x="604" y="505"/>
                      <a:pt x="647" y="465"/>
                    </a:cubicBezTo>
                    <a:cubicBezTo>
                      <a:pt x="690" y="425"/>
                      <a:pt x="685" y="363"/>
                      <a:pt x="689" y="303"/>
                    </a:cubicBezTo>
                    <a:cubicBezTo>
                      <a:pt x="693" y="243"/>
                      <a:pt x="683" y="149"/>
                      <a:pt x="671" y="105"/>
                    </a:cubicBezTo>
                    <a:cubicBezTo>
                      <a:pt x="659" y="61"/>
                      <a:pt x="677" y="56"/>
                      <a:pt x="617" y="39"/>
                    </a:cubicBezTo>
                    <a:cubicBezTo>
                      <a:pt x="557" y="22"/>
                      <a:pt x="401" y="0"/>
                      <a:pt x="311" y="3"/>
                    </a:cubicBezTo>
                    <a:cubicBezTo>
                      <a:pt x="221" y="6"/>
                      <a:pt x="123" y="21"/>
                      <a:pt x="77" y="63"/>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72923" name="Object 9">
                <a:extLst>
                  <a:ext uri="{FF2B5EF4-FFF2-40B4-BE49-F238E27FC236}">
                    <a16:creationId xmlns:a16="http://schemas.microsoft.com/office/drawing/2014/main" id="{45C89112-28A1-4719-A992-211C56E161B4}"/>
                  </a:ext>
                </a:extLst>
              </p:cNvPr>
              <p:cNvGraphicFramePr>
                <a:graphicFrameLocks noChangeAspect="1"/>
              </p:cNvGraphicFramePr>
              <p:nvPr/>
            </p:nvGraphicFramePr>
            <p:xfrm>
              <a:off x="3592" y="544"/>
              <a:ext cx="586" cy="450"/>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2" y="544"/>
                            <a:ext cx="586" cy="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2715" name="Object 10">
              <a:extLst>
                <a:ext uri="{FF2B5EF4-FFF2-40B4-BE49-F238E27FC236}">
                  <a16:creationId xmlns:a16="http://schemas.microsoft.com/office/drawing/2014/main" id="{3DBB7FEF-2346-4C58-929C-89941477B1D3}"/>
                </a:ext>
              </a:extLst>
            </p:cNvPr>
            <p:cNvGraphicFramePr>
              <a:graphicFrameLocks noChangeAspect="1"/>
            </p:cNvGraphicFramePr>
            <p:nvPr/>
          </p:nvGraphicFramePr>
          <p:xfrm>
            <a:off x="6507162" y="2289208"/>
            <a:ext cx="279400" cy="184150"/>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7162" y="2289208"/>
                          <a:ext cx="279400" cy="18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6" name="Line 11">
              <a:extLst>
                <a:ext uri="{FF2B5EF4-FFF2-40B4-BE49-F238E27FC236}">
                  <a16:creationId xmlns:a16="http://schemas.microsoft.com/office/drawing/2014/main" id="{FF33DD0F-2568-401C-B2B6-6C44B3E56485}"/>
                </a:ext>
              </a:extLst>
            </p:cNvPr>
            <p:cNvSpPr>
              <a:spLocks noChangeShapeType="1"/>
            </p:cNvSpPr>
            <p:nvPr/>
          </p:nvSpPr>
          <p:spPr bwMode="auto">
            <a:xfrm flipV="1">
              <a:off x="6459537" y="2411446"/>
              <a:ext cx="114300"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2717" name="Group 12">
              <a:extLst>
                <a:ext uri="{FF2B5EF4-FFF2-40B4-BE49-F238E27FC236}">
                  <a16:creationId xmlns:a16="http://schemas.microsoft.com/office/drawing/2014/main" id="{4965E892-2E77-4A57-9E00-49E6C2262FF2}"/>
                </a:ext>
              </a:extLst>
            </p:cNvPr>
            <p:cNvGrpSpPr>
              <a:grpSpLocks/>
            </p:cNvGrpSpPr>
            <p:nvPr/>
          </p:nvGrpSpPr>
          <p:grpSpPr bwMode="auto">
            <a:xfrm>
              <a:off x="6053137" y="2765458"/>
              <a:ext cx="733425" cy="319088"/>
              <a:chOff x="3552" y="246"/>
              <a:chExt cx="527" cy="248"/>
            </a:xfrm>
          </p:grpSpPr>
          <p:graphicFrame>
            <p:nvGraphicFramePr>
              <p:cNvPr id="72919" name="Object 13">
                <a:extLst>
                  <a:ext uri="{FF2B5EF4-FFF2-40B4-BE49-F238E27FC236}">
                    <a16:creationId xmlns:a16="http://schemas.microsoft.com/office/drawing/2014/main" id="{3FA06E0A-8CC6-4905-8FDE-5708B5966CE1}"/>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20" name="Object 14">
                <a:extLst>
                  <a:ext uri="{FF2B5EF4-FFF2-40B4-BE49-F238E27FC236}">
                    <a16:creationId xmlns:a16="http://schemas.microsoft.com/office/drawing/2014/main" id="{0F9A7FFF-04D6-4A52-AAB3-893224C5D88A}"/>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921" name="Line 15">
                <a:extLst>
                  <a:ext uri="{FF2B5EF4-FFF2-40B4-BE49-F238E27FC236}">
                    <a16:creationId xmlns:a16="http://schemas.microsoft.com/office/drawing/2014/main" id="{8781C726-3CC5-4796-B30B-C14B227BC605}"/>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718" name="Group 16">
              <a:extLst>
                <a:ext uri="{FF2B5EF4-FFF2-40B4-BE49-F238E27FC236}">
                  <a16:creationId xmlns:a16="http://schemas.microsoft.com/office/drawing/2014/main" id="{C625C746-1362-4359-BE7F-AAFEEDDC82A2}"/>
                </a:ext>
              </a:extLst>
            </p:cNvPr>
            <p:cNvGrpSpPr>
              <a:grpSpLocks/>
            </p:cNvGrpSpPr>
            <p:nvPr/>
          </p:nvGrpSpPr>
          <p:grpSpPr bwMode="auto">
            <a:xfrm>
              <a:off x="6429375" y="2552733"/>
              <a:ext cx="69850" cy="214313"/>
              <a:chOff x="3842" y="406"/>
              <a:chExt cx="51" cy="167"/>
            </a:xfrm>
          </p:grpSpPr>
          <p:sp>
            <p:nvSpPr>
              <p:cNvPr id="72916" name="Oval 17">
                <a:extLst>
                  <a:ext uri="{FF2B5EF4-FFF2-40B4-BE49-F238E27FC236}">
                    <a16:creationId xmlns:a16="http://schemas.microsoft.com/office/drawing/2014/main" id="{A9D28143-DC01-4CFC-BE07-DD8A53074A13}"/>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17" name="Oval 18">
                <a:extLst>
                  <a:ext uri="{FF2B5EF4-FFF2-40B4-BE49-F238E27FC236}">
                    <a16:creationId xmlns:a16="http://schemas.microsoft.com/office/drawing/2014/main" id="{AB8E1AE5-A249-4955-9B5D-C5178501199F}"/>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18" name="Oval 19">
                <a:extLst>
                  <a:ext uri="{FF2B5EF4-FFF2-40B4-BE49-F238E27FC236}">
                    <a16:creationId xmlns:a16="http://schemas.microsoft.com/office/drawing/2014/main" id="{D0B9B38D-9C95-4E66-B637-8F2DD1390481}"/>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2719" name="Group 20">
              <a:extLst>
                <a:ext uri="{FF2B5EF4-FFF2-40B4-BE49-F238E27FC236}">
                  <a16:creationId xmlns:a16="http://schemas.microsoft.com/office/drawing/2014/main" id="{0EC99F4B-4F37-4053-9AE8-138CCDD02FBE}"/>
                </a:ext>
              </a:extLst>
            </p:cNvPr>
            <p:cNvGrpSpPr>
              <a:grpSpLocks/>
            </p:cNvGrpSpPr>
            <p:nvPr/>
          </p:nvGrpSpPr>
          <p:grpSpPr bwMode="auto">
            <a:xfrm>
              <a:off x="6899275" y="3055971"/>
              <a:ext cx="209550" cy="395287"/>
              <a:chOff x="4180" y="783"/>
              <a:chExt cx="150" cy="307"/>
            </a:xfrm>
          </p:grpSpPr>
          <p:sp>
            <p:nvSpPr>
              <p:cNvPr id="72908" name="AutoShape 21">
                <a:extLst>
                  <a:ext uri="{FF2B5EF4-FFF2-40B4-BE49-F238E27FC236}">
                    <a16:creationId xmlns:a16="http://schemas.microsoft.com/office/drawing/2014/main" id="{47F6F3BA-A5BE-4A83-B708-E6134304BD6A}"/>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09" name="Rectangle 22">
                <a:extLst>
                  <a:ext uri="{FF2B5EF4-FFF2-40B4-BE49-F238E27FC236}">
                    <a16:creationId xmlns:a16="http://schemas.microsoft.com/office/drawing/2014/main" id="{1D59BE5D-2968-436A-811F-1D2108105A94}"/>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10" name="Rectangle 23">
                <a:extLst>
                  <a:ext uri="{FF2B5EF4-FFF2-40B4-BE49-F238E27FC236}">
                    <a16:creationId xmlns:a16="http://schemas.microsoft.com/office/drawing/2014/main" id="{B443C13B-107B-4A73-95D7-16D67052FB7A}"/>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11" name="AutoShape 24">
                <a:extLst>
                  <a:ext uri="{FF2B5EF4-FFF2-40B4-BE49-F238E27FC236}">
                    <a16:creationId xmlns:a16="http://schemas.microsoft.com/office/drawing/2014/main" id="{D8690E84-AD87-4639-9700-A69A5A46BA84}"/>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12" name="Line 25">
                <a:extLst>
                  <a:ext uri="{FF2B5EF4-FFF2-40B4-BE49-F238E27FC236}">
                    <a16:creationId xmlns:a16="http://schemas.microsoft.com/office/drawing/2014/main" id="{80460D3F-EB59-40EF-8003-65BBCE9E02E0}"/>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13" name="Line 26">
                <a:extLst>
                  <a:ext uri="{FF2B5EF4-FFF2-40B4-BE49-F238E27FC236}">
                    <a16:creationId xmlns:a16="http://schemas.microsoft.com/office/drawing/2014/main" id="{40E9FA55-4AB7-4D9D-B7E9-EF9C473FDB9A}"/>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14" name="Rectangle 27">
                <a:extLst>
                  <a:ext uri="{FF2B5EF4-FFF2-40B4-BE49-F238E27FC236}">
                    <a16:creationId xmlns:a16="http://schemas.microsoft.com/office/drawing/2014/main" id="{8B932ADF-10FA-45E3-94F5-19CB8992D263}"/>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15" name="Rectangle 28">
                <a:extLst>
                  <a:ext uri="{FF2B5EF4-FFF2-40B4-BE49-F238E27FC236}">
                    <a16:creationId xmlns:a16="http://schemas.microsoft.com/office/drawing/2014/main" id="{268004D9-C077-4614-8F9D-EAAAA1C944E1}"/>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2720" name="Group 29">
              <a:extLst>
                <a:ext uri="{FF2B5EF4-FFF2-40B4-BE49-F238E27FC236}">
                  <a16:creationId xmlns:a16="http://schemas.microsoft.com/office/drawing/2014/main" id="{CDB69AF5-0630-40E3-8814-B16509834504}"/>
                </a:ext>
              </a:extLst>
            </p:cNvPr>
            <p:cNvGrpSpPr>
              <a:grpSpLocks/>
            </p:cNvGrpSpPr>
            <p:nvPr/>
          </p:nvGrpSpPr>
          <p:grpSpPr bwMode="auto">
            <a:xfrm rot="-5400000">
              <a:off x="7212012" y="3133758"/>
              <a:ext cx="80963" cy="233363"/>
              <a:chOff x="3842" y="406"/>
              <a:chExt cx="51" cy="167"/>
            </a:xfrm>
          </p:grpSpPr>
          <p:sp>
            <p:nvSpPr>
              <p:cNvPr id="72905" name="Oval 30">
                <a:extLst>
                  <a:ext uri="{FF2B5EF4-FFF2-40B4-BE49-F238E27FC236}">
                    <a16:creationId xmlns:a16="http://schemas.microsoft.com/office/drawing/2014/main" id="{8E30C71B-DABA-416F-820F-E1445767E421}"/>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06" name="Oval 31">
                <a:extLst>
                  <a:ext uri="{FF2B5EF4-FFF2-40B4-BE49-F238E27FC236}">
                    <a16:creationId xmlns:a16="http://schemas.microsoft.com/office/drawing/2014/main" id="{9B4C0509-1FCC-472D-B789-E07511E5356B}"/>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07" name="Oval 32">
                <a:extLst>
                  <a:ext uri="{FF2B5EF4-FFF2-40B4-BE49-F238E27FC236}">
                    <a16:creationId xmlns:a16="http://schemas.microsoft.com/office/drawing/2014/main" id="{668CC89C-8540-4C0B-A664-E847DBB56806}"/>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2721" name="Line 33">
              <a:extLst>
                <a:ext uri="{FF2B5EF4-FFF2-40B4-BE49-F238E27FC236}">
                  <a16:creationId xmlns:a16="http://schemas.microsoft.com/office/drawing/2014/main" id="{D0F86B0B-C351-4BC8-ADF2-8FC299531BAC}"/>
                </a:ext>
              </a:extLst>
            </p:cNvPr>
            <p:cNvSpPr>
              <a:spLocks noChangeShapeType="1"/>
            </p:cNvSpPr>
            <p:nvPr/>
          </p:nvSpPr>
          <p:spPr bwMode="auto">
            <a:xfrm>
              <a:off x="7035800" y="2963896"/>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22" name="Line 34">
              <a:extLst>
                <a:ext uri="{FF2B5EF4-FFF2-40B4-BE49-F238E27FC236}">
                  <a16:creationId xmlns:a16="http://schemas.microsoft.com/office/drawing/2014/main" id="{F6879F2A-160D-4E4F-A32A-192C14728DB4}"/>
                </a:ext>
              </a:extLst>
            </p:cNvPr>
            <p:cNvSpPr>
              <a:spLocks noChangeShapeType="1"/>
            </p:cNvSpPr>
            <p:nvPr/>
          </p:nvSpPr>
          <p:spPr bwMode="auto">
            <a:xfrm>
              <a:off x="7038975" y="2960721"/>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23" name="Line 35">
              <a:extLst>
                <a:ext uri="{FF2B5EF4-FFF2-40B4-BE49-F238E27FC236}">
                  <a16:creationId xmlns:a16="http://schemas.microsoft.com/office/drawing/2014/main" id="{F93F4F3B-8CEE-4370-A49C-D04F4115981E}"/>
                </a:ext>
              </a:extLst>
            </p:cNvPr>
            <p:cNvSpPr>
              <a:spLocks noChangeShapeType="1"/>
            </p:cNvSpPr>
            <p:nvPr/>
          </p:nvSpPr>
          <p:spPr bwMode="auto">
            <a:xfrm>
              <a:off x="7534275" y="2959133"/>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24" name="Line 36">
              <a:extLst>
                <a:ext uri="{FF2B5EF4-FFF2-40B4-BE49-F238E27FC236}">
                  <a16:creationId xmlns:a16="http://schemas.microsoft.com/office/drawing/2014/main" id="{7E2C8F0C-43E4-4BD3-81F8-762809F4B5A2}"/>
                </a:ext>
              </a:extLst>
            </p:cNvPr>
            <p:cNvSpPr>
              <a:spLocks noChangeShapeType="1"/>
            </p:cNvSpPr>
            <p:nvPr/>
          </p:nvSpPr>
          <p:spPr bwMode="auto">
            <a:xfrm>
              <a:off x="6735762" y="2424146"/>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25" name="Line 37">
              <a:extLst>
                <a:ext uri="{FF2B5EF4-FFF2-40B4-BE49-F238E27FC236}">
                  <a16:creationId xmlns:a16="http://schemas.microsoft.com/office/drawing/2014/main" id="{8545D5C4-E91D-4B43-BA8D-57F75F8CB015}"/>
                </a:ext>
              </a:extLst>
            </p:cNvPr>
            <p:cNvSpPr>
              <a:spLocks noChangeShapeType="1"/>
            </p:cNvSpPr>
            <p:nvPr/>
          </p:nvSpPr>
          <p:spPr bwMode="auto">
            <a:xfrm flipV="1">
              <a:off x="6748462" y="2709896"/>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26" name="Line 38">
              <a:extLst>
                <a:ext uri="{FF2B5EF4-FFF2-40B4-BE49-F238E27FC236}">
                  <a16:creationId xmlns:a16="http://schemas.microsoft.com/office/drawing/2014/main" id="{9AEF5391-DD3A-4EB7-9E5E-CA953BE7C2B4}"/>
                </a:ext>
              </a:extLst>
            </p:cNvPr>
            <p:cNvSpPr>
              <a:spLocks noChangeShapeType="1"/>
            </p:cNvSpPr>
            <p:nvPr/>
          </p:nvSpPr>
          <p:spPr bwMode="auto">
            <a:xfrm flipV="1">
              <a:off x="7275512" y="2795621"/>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2727" name="Group 39">
              <a:extLst>
                <a:ext uri="{FF2B5EF4-FFF2-40B4-BE49-F238E27FC236}">
                  <a16:creationId xmlns:a16="http://schemas.microsoft.com/office/drawing/2014/main" id="{4C6713F7-C0AA-497F-BB9E-1BF267D71858}"/>
                </a:ext>
              </a:extLst>
            </p:cNvPr>
            <p:cNvGrpSpPr>
              <a:grpSpLocks/>
            </p:cNvGrpSpPr>
            <p:nvPr/>
          </p:nvGrpSpPr>
          <p:grpSpPr bwMode="auto">
            <a:xfrm>
              <a:off x="7394575" y="3033746"/>
              <a:ext cx="209550" cy="395287"/>
              <a:chOff x="4180" y="783"/>
              <a:chExt cx="150" cy="307"/>
            </a:xfrm>
          </p:grpSpPr>
          <p:sp>
            <p:nvSpPr>
              <p:cNvPr id="72897" name="AutoShape 40">
                <a:extLst>
                  <a:ext uri="{FF2B5EF4-FFF2-40B4-BE49-F238E27FC236}">
                    <a16:creationId xmlns:a16="http://schemas.microsoft.com/office/drawing/2014/main" id="{1F175E96-A2B2-4EFF-90B1-FEC7B4098259}"/>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98" name="Rectangle 41">
                <a:extLst>
                  <a:ext uri="{FF2B5EF4-FFF2-40B4-BE49-F238E27FC236}">
                    <a16:creationId xmlns:a16="http://schemas.microsoft.com/office/drawing/2014/main" id="{52121329-C6C2-468E-A705-D5F246A63441}"/>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99" name="Rectangle 42">
                <a:extLst>
                  <a:ext uri="{FF2B5EF4-FFF2-40B4-BE49-F238E27FC236}">
                    <a16:creationId xmlns:a16="http://schemas.microsoft.com/office/drawing/2014/main" id="{425DCD8D-BBA5-4ED0-9037-4CD1E4277039}"/>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00" name="AutoShape 43">
                <a:extLst>
                  <a:ext uri="{FF2B5EF4-FFF2-40B4-BE49-F238E27FC236}">
                    <a16:creationId xmlns:a16="http://schemas.microsoft.com/office/drawing/2014/main" id="{1202F5B7-DCBE-4D34-89FF-91E6ECD78C50}"/>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01" name="Line 44">
                <a:extLst>
                  <a:ext uri="{FF2B5EF4-FFF2-40B4-BE49-F238E27FC236}">
                    <a16:creationId xmlns:a16="http://schemas.microsoft.com/office/drawing/2014/main" id="{086A7162-B169-4DBF-84AD-D3C3D9E8451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02" name="Line 45">
                <a:extLst>
                  <a:ext uri="{FF2B5EF4-FFF2-40B4-BE49-F238E27FC236}">
                    <a16:creationId xmlns:a16="http://schemas.microsoft.com/office/drawing/2014/main" id="{6970B598-F55D-4021-AD77-AC7145052457}"/>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03" name="Rectangle 46">
                <a:extLst>
                  <a:ext uri="{FF2B5EF4-FFF2-40B4-BE49-F238E27FC236}">
                    <a16:creationId xmlns:a16="http://schemas.microsoft.com/office/drawing/2014/main" id="{D97AF386-AB51-43F6-B117-94340A47FA4B}"/>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904" name="Rectangle 47">
                <a:extLst>
                  <a:ext uri="{FF2B5EF4-FFF2-40B4-BE49-F238E27FC236}">
                    <a16:creationId xmlns:a16="http://schemas.microsoft.com/office/drawing/2014/main" id="{0AABDAE0-93AB-4F7E-BE3E-9786DCCD64B6}"/>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2728" name="Group 48">
              <a:extLst>
                <a:ext uri="{FF2B5EF4-FFF2-40B4-BE49-F238E27FC236}">
                  <a16:creationId xmlns:a16="http://schemas.microsoft.com/office/drawing/2014/main" id="{C123A396-2CDB-4187-8DF2-FC4FFB2A5808}"/>
                </a:ext>
              </a:extLst>
            </p:cNvPr>
            <p:cNvGrpSpPr>
              <a:grpSpLocks/>
            </p:cNvGrpSpPr>
            <p:nvPr/>
          </p:nvGrpSpPr>
          <p:grpSpPr bwMode="auto">
            <a:xfrm>
              <a:off x="6437312" y="3652871"/>
              <a:ext cx="479425" cy="925512"/>
              <a:chOff x="3314" y="1248"/>
              <a:chExt cx="344" cy="694"/>
            </a:xfrm>
          </p:grpSpPr>
          <p:graphicFrame>
            <p:nvGraphicFramePr>
              <p:cNvPr id="72888" name="Object 49">
                <a:extLst>
                  <a:ext uri="{FF2B5EF4-FFF2-40B4-BE49-F238E27FC236}">
                    <a16:creationId xmlns:a16="http://schemas.microsoft.com/office/drawing/2014/main" id="{C2D34EDB-27A4-4319-861A-4CA6CA9CC8E5}"/>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89" name="Line 50">
                <a:extLst>
                  <a:ext uri="{FF2B5EF4-FFF2-40B4-BE49-F238E27FC236}">
                    <a16:creationId xmlns:a16="http://schemas.microsoft.com/office/drawing/2014/main" id="{801097D5-7B76-4F3A-9C06-8517614573A4}"/>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2890" name="Object 51">
                <a:extLst>
                  <a:ext uri="{FF2B5EF4-FFF2-40B4-BE49-F238E27FC236}">
                    <a16:creationId xmlns:a16="http://schemas.microsoft.com/office/drawing/2014/main" id="{72D4BD54-63CB-40E4-AD4B-BFA980276928}"/>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91" name="Line 52">
                <a:extLst>
                  <a:ext uri="{FF2B5EF4-FFF2-40B4-BE49-F238E27FC236}">
                    <a16:creationId xmlns:a16="http://schemas.microsoft.com/office/drawing/2014/main" id="{59D283E7-62B8-45AD-86DA-BE65DF80D37B}"/>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2892" name="Group 53">
                <a:extLst>
                  <a:ext uri="{FF2B5EF4-FFF2-40B4-BE49-F238E27FC236}">
                    <a16:creationId xmlns:a16="http://schemas.microsoft.com/office/drawing/2014/main" id="{32481438-B08D-41AC-856C-07D6E8B3523B}"/>
                  </a:ext>
                </a:extLst>
              </p:cNvPr>
              <p:cNvGrpSpPr>
                <a:grpSpLocks/>
              </p:cNvGrpSpPr>
              <p:nvPr/>
            </p:nvGrpSpPr>
            <p:grpSpPr bwMode="auto">
              <a:xfrm>
                <a:off x="3404" y="1504"/>
                <a:ext cx="51" cy="167"/>
                <a:chOff x="3842" y="406"/>
                <a:chExt cx="51" cy="167"/>
              </a:xfrm>
            </p:grpSpPr>
            <p:sp>
              <p:nvSpPr>
                <p:cNvPr id="72894" name="Oval 54">
                  <a:extLst>
                    <a:ext uri="{FF2B5EF4-FFF2-40B4-BE49-F238E27FC236}">
                      <a16:creationId xmlns:a16="http://schemas.microsoft.com/office/drawing/2014/main" id="{3883B912-1742-4F43-AC52-D5AB8030A9FB}"/>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95" name="Oval 55">
                  <a:extLst>
                    <a:ext uri="{FF2B5EF4-FFF2-40B4-BE49-F238E27FC236}">
                      <a16:creationId xmlns:a16="http://schemas.microsoft.com/office/drawing/2014/main" id="{1908BCC5-09ED-4374-826D-B0AE0CC01BFB}"/>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96" name="Oval 56">
                  <a:extLst>
                    <a:ext uri="{FF2B5EF4-FFF2-40B4-BE49-F238E27FC236}">
                      <a16:creationId xmlns:a16="http://schemas.microsoft.com/office/drawing/2014/main" id="{725FD5B5-9530-455B-92EB-3F1C9DA29F23}"/>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2893" name="Line 57">
                <a:extLst>
                  <a:ext uri="{FF2B5EF4-FFF2-40B4-BE49-F238E27FC236}">
                    <a16:creationId xmlns:a16="http://schemas.microsoft.com/office/drawing/2014/main" id="{022F595E-36CA-4A85-AD3A-1FDE7C045DFA}"/>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72729" name="Object 58">
              <a:extLst>
                <a:ext uri="{FF2B5EF4-FFF2-40B4-BE49-F238E27FC236}">
                  <a16:creationId xmlns:a16="http://schemas.microsoft.com/office/drawing/2014/main" id="{39D49961-A867-4566-A5C1-9E195A1020FB}"/>
                </a:ext>
              </a:extLst>
            </p:cNvPr>
            <p:cNvGraphicFramePr>
              <a:graphicFrameLocks noChangeAspect="1"/>
            </p:cNvGraphicFramePr>
            <p:nvPr/>
          </p:nvGraphicFramePr>
          <p:xfrm>
            <a:off x="7305675" y="4662521"/>
            <a:ext cx="417512" cy="331787"/>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5675" y="4662521"/>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0" name="Object 59">
              <a:extLst>
                <a:ext uri="{FF2B5EF4-FFF2-40B4-BE49-F238E27FC236}">
                  <a16:creationId xmlns:a16="http://schemas.microsoft.com/office/drawing/2014/main" id="{C1DDE1D1-7EAB-486E-B870-206999819788}"/>
                </a:ext>
              </a:extLst>
            </p:cNvPr>
            <p:cNvGraphicFramePr>
              <a:graphicFrameLocks noChangeAspect="1"/>
            </p:cNvGraphicFramePr>
            <p:nvPr/>
          </p:nvGraphicFramePr>
          <p:xfrm>
            <a:off x="6691312" y="4651408"/>
            <a:ext cx="415925" cy="330200"/>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1312" y="4651408"/>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31" name="Oval 60">
              <a:extLst>
                <a:ext uri="{FF2B5EF4-FFF2-40B4-BE49-F238E27FC236}">
                  <a16:creationId xmlns:a16="http://schemas.microsoft.com/office/drawing/2014/main" id="{E6370EA7-E91F-457C-945D-0391148F2921}"/>
                </a:ext>
              </a:extLst>
            </p:cNvPr>
            <p:cNvSpPr>
              <a:spLocks noChangeArrowheads="1"/>
            </p:cNvSpPr>
            <p:nvPr/>
          </p:nvSpPr>
          <p:spPr bwMode="auto">
            <a:xfrm rot="-5400000">
              <a:off x="7108031" y="4755389"/>
              <a:ext cx="63500"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732" name="Oval 61">
              <a:extLst>
                <a:ext uri="{FF2B5EF4-FFF2-40B4-BE49-F238E27FC236}">
                  <a16:creationId xmlns:a16="http://schemas.microsoft.com/office/drawing/2014/main" id="{A0F3E843-3FF8-4E28-BEE1-20A880A35574}"/>
                </a:ext>
              </a:extLst>
            </p:cNvPr>
            <p:cNvSpPr>
              <a:spLocks noChangeArrowheads="1"/>
            </p:cNvSpPr>
            <p:nvPr/>
          </p:nvSpPr>
          <p:spPr bwMode="auto">
            <a:xfrm rot="-5400000">
              <a:off x="7192963" y="4753008"/>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733" name="Oval 62">
              <a:extLst>
                <a:ext uri="{FF2B5EF4-FFF2-40B4-BE49-F238E27FC236}">
                  <a16:creationId xmlns:a16="http://schemas.microsoft.com/office/drawing/2014/main" id="{6F9BAE43-84EF-43BE-84E6-E7E42D48AC42}"/>
                </a:ext>
              </a:extLst>
            </p:cNvPr>
            <p:cNvSpPr>
              <a:spLocks noChangeArrowheads="1"/>
            </p:cNvSpPr>
            <p:nvPr/>
          </p:nvSpPr>
          <p:spPr bwMode="auto">
            <a:xfrm rot="-5400000">
              <a:off x="7270749" y="4757771"/>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734" name="Line 63">
              <a:extLst>
                <a:ext uri="{FF2B5EF4-FFF2-40B4-BE49-F238E27FC236}">
                  <a16:creationId xmlns:a16="http://schemas.microsoft.com/office/drawing/2014/main" id="{E09FCF08-D505-4A30-8D78-08C4FCFCDAE7}"/>
                </a:ext>
              </a:extLst>
            </p:cNvPr>
            <p:cNvSpPr>
              <a:spLocks noChangeShapeType="1"/>
            </p:cNvSpPr>
            <p:nvPr/>
          </p:nvSpPr>
          <p:spPr bwMode="auto">
            <a:xfrm rot="-5400000">
              <a:off x="7530306" y="4637915"/>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35" name="Line 64">
              <a:extLst>
                <a:ext uri="{FF2B5EF4-FFF2-40B4-BE49-F238E27FC236}">
                  <a16:creationId xmlns:a16="http://schemas.microsoft.com/office/drawing/2014/main" id="{BB943F64-54B4-4F20-BAE7-7E701D3CCFBD}"/>
                </a:ext>
              </a:extLst>
            </p:cNvPr>
            <p:cNvSpPr>
              <a:spLocks noChangeShapeType="1"/>
            </p:cNvSpPr>
            <p:nvPr/>
          </p:nvSpPr>
          <p:spPr bwMode="auto">
            <a:xfrm rot="5400000" flipH="1">
              <a:off x="6904037" y="4629183"/>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36" name="Line 65">
              <a:extLst>
                <a:ext uri="{FF2B5EF4-FFF2-40B4-BE49-F238E27FC236}">
                  <a16:creationId xmlns:a16="http://schemas.microsoft.com/office/drawing/2014/main" id="{E6381430-A8BC-4F07-90DF-C31AD64FA0EC}"/>
                </a:ext>
              </a:extLst>
            </p:cNvPr>
            <p:cNvSpPr>
              <a:spLocks noChangeShapeType="1"/>
            </p:cNvSpPr>
            <p:nvPr/>
          </p:nvSpPr>
          <p:spPr bwMode="auto">
            <a:xfrm rot="16200000" flipV="1">
              <a:off x="7250906" y="4290252"/>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37" name="Line 66">
              <a:extLst>
                <a:ext uri="{FF2B5EF4-FFF2-40B4-BE49-F238E27FC236}">
                  <a16:creationId xmlns:a16="http://schemas.microsoft.com/office/drawing/2014/main" id="{D8A966A9-1F46-4996-AB9D-8B966047533F}"/>
                </a:ext>
              </a:extLst>
            </p:cNvPr>
            <p:cNvSpPr>
              <a:spLocks noChangeShapeType="1"/>
            </p:cNvSpPr>
            <p:nvPr/>
          </p:nvSpPr>
          <p:spPr bwMode="auto">
            <a:xfrm flipV="1">
              <a:off x="6916737" y="4229133"/>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38" name="Line 67">
              <a:extLst>
                <a:ext uri="{FF2B5EF4-FFF2-40B4-BE49-F238E27FC236}">
                  <a16:creationId xmlns:a16="http://schemas.microsoft.com/office/drawing/2014/main" id="{25D16DCE-8676-4CCB-AE86-E9F07E3CD4FC}"/>
                </a:ext>
              </a:extLst>
            </p:cNvPr>
            <p:cNvSpPr>
              <a:spLocks noChangeShapeType="1"/>
            </p:cNvSpPr>
            <p:nvPr/>
          </p:nvSpPr>
          <p:spPr bwMode="auto">
            <a:xfrm>
              <a:off x="7518400" y="4275171"/>
              <a:ext cx="303212" cy="3857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39" name="Line 68">
              <a:extLst>
                <a:ext uri="{FF2B5EF4-FFF2-40B4-BE49-F238E27FC236}">
                  <a16:creationId xmlns:a16="http://schemas.microsoft.com/office/drawing/2014/main" id="{B8552732-0B70-471C-8344-6A1064CEDB23}"/>
                </a:ext>
              </a:extLst>
            </p:cNvPr>
            <p:cNvSpPr>
              <a:spLocks noChangeShapeType="1"/>
            </p:cNvSpPr>
            <p:nvPr/>
          </p:nvSpPr>
          <p:spPr bwMode="auto">
            <a:xfrm flipH="1">
              <a:off x="8313737" y="4271996"/>
              <a:ext cx="279400" cy="392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2740" name="Object 69">
              <a:extLst>
                <a:ext uri="{FF2B5EF4-FFF2-40B4-BE49-F238E27FC236}">
                  <a16:creationId xmlns:a16="http://schemas.microsoft.com/office/drawing/2014/main" id="{E0337EBE-4674-4C95-9FDA-4565F64F4840}"/>
                </a:ext>
              </a:extLst>
            </p:cNvPr>
            <p:cNvGraphicFramePr>
              <a:graphicFrameLocks noChangeAspect="1"/>
            </p:cNvGraphicFramePr>
            <p:nvPr/>
          </p:nvGraphicFramePr>
          <p:xfrm>
            <a:off x="8491537" y="3824321"/>
            <a:ext cx="203200" cy="241300"/>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91537" y="3824321"/>
                          <a:ext cx="2032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41" name="Object 70">
              <a:extLst>
                <a:ext uri="{FF2B5EF4-FFF2-40B4-BE49-F238E27FC236}">
                  <a16:creationId xmlns:a16="http://schemas.microsoft.com/office/drawing/2014/main" id="{C295E5AA-560B-47E7-940F-416F23FFA02F}"/>
                </a:ext>
              </a:extLst>
            </p:cNvPr>
            <p:cNvGraphicFramePr>
              <a:graphicFrameLocks noChangeAspect="1"/>
            </p:cNvGraphicFramePr>
            <p:nvPr/>
          </p:nvGraphicFramePr>
          <p:xfrm>
            <a:off x="7154862" y="3905283"/>
            <a:ext cx="203200" cy="239713"/>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7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54862" y="3905283"/>
                          <a:ext cx="203200"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42" name="Freeform 71">
              <a:extLst>
                <a:ext uri="{FF2B5EF4-FFF2-40B4-BE49-F238E27FC236}">
                  <a16:creationId xmlns:a16="http://schemas.microsoft.com/office/drawing/2014/main" id="{12564696-4B66-43A8-89B1-58ACC70AD5AB}"/>
                </a:ext>
              </a:extLst>
            </p:cNvPr>
            <p:cNvSpPr>
              <a:spLocks/>
            </p:cNvSpPr>
            <p:nvPr/>
          </p:nvSpPr>
          <p:spPr bwMode="auto">
            <a:xfrm>
              <a:off x="7235825" y="3679858"/>
              <a:ext cx="1354137" cy="304800"/>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2743" name="Group 72">
              <a:extLst>
                <a:ext uri="{FF2B5EF4-FFF2-40B4-BE49-F238E27FC236}">
                  <a16:creationId xmlns:a16="http://schemas.microsoft.com/office/drawing/2014/main" id="{444E197C-778D-4E19-92B9-B1E164DB0829}"/>
                </a:ext>
              </a:extLst>
            </p:cNvPr>
            <p:cNvGrpSpPr>
              <a:grpSpLocks/>
            </p:cNvGrpSpPr>
            <p:nvPr/>
          </p:nvGrpSpPr>
          <p:grpSpPr bwMode="auto">
            <a:xfrm>
              <a:off x="7502525" y="5102258"/>
              <a:ext cx="406400" cy="427038"/>
              <a:chOff x="2870" y="1518"/>
              <a:chExt cx="292" cy="320"/>
            </a:xfrm>
          </p:grpSpPr>
          <p:graphicFrame>
            <p:nvGraphicFramePr>
              <p:cNvPr id="72886" name="Object 73">
                <a:extLst>
                  <a:ext uri="{FF2B5EF4-FFF2-40B4-BE49-F238E27FC236}">
                    <a16:creationId xmlns:a16="http://schemas.microsoft.com/office/drawing/2014/main" id="{570AB1A1-BBBC-47CA-92FD-EB70293D4FB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7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87" name="Object 74">
                <a:extLst>
                  <a:ext uri="{FF2B5EF4-FFF2-40B4-BE49-F238E27FC236}">
                    <a16:creationId xmlns:a16="http://schemas.microsoft.com/office/drawing/2014/main" id="{47D45B73-6A59-41BB-A8B3-2BE32ED9919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7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2744" name="Group 75">
              <a:extLst>
                <a:ext uri="{FF2B5EF4-FFF2-40B4-BE49-F238E27FC236}">
                  <a16:creationId xmlns:a16="http://schemas.microsoft.com/office/drawing/2014/main" id="{AE939F87-6C2D-4923-9CCA-5AD345CA9964}"/>
                </a:ext>
              </a:extLst>
            </p:cNvPr>
            <p:cNvGrpSpPr>
              <a:grpSpLocks/>
            </p:cNvGrpSpPr>
            <p:nvPr/>
          </p:nvGrpSpPr>
          <p:grpSpPr bwMode="auto">
            <a:xfrm>
              <a:off x="8280400" y="5134008"/>
              <a:ext cx="406400" cy="427038"/>
              <a:chOff x="2870" y="1518"/>
              <a:chExt cx="292" cy="320"/>
            </a:xfrm>
          </p:grpSpPr>
          <p:graphicFrame>
            <p:nvGraphicFramePr>
              <p:cNvPr id="72884" name="Object 76">
                <a:extLst>
                  <a:ext uri="{FF2B5EF4-FFF2-40B4-BE49-F238E27FC236}">
                    <a16:creationId xmlns:a16="http://schemas.microsoft.com/office/drawing/2014/main" id="{818493CA-7321-4666-9E11-F0DC489B99E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7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85" name="Object 77">
                <a:extLst>
                  <a:ext uri="{FF2B5EF4-FFF2-40B4-BE49-F238E27FC236}">
                    <a16:creationId xmlns:a16="http://schemas.microsoft.com/office/drawing/2014/main" id="{F05FBE39-E73D-4428-82E4-CD0BC3DAF4C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7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2745" name="Group 78">
              <a:extLst>
                <a:ext uri="{FF2B5EF4-FFF2-40B4-BE49-F238E27FC236}">
                  <a16:creationId xmlns:a16="http://schemas.microsoft.com/office/drawing/2014/main" id="{77C2706B-9441-49D5-94E0-BC7C23D0572E}"/>
                </a:ext>
              </a:extLst>
            </p:cNvPr>
            <p:cNvGrpSpPr>
              <a:grpSpLocks/>
            </p:cNvGrpSpPr>
            <p:nvPr/>
          </p:nvGrpSpPr>
          <p:grpSpPr bwMode="auto">
            <a:xfrm>
              <a:off x="7866062" y="4849846"/>
              <a:ext cx="379413" cy="376237"/>
              <a:chOff x="4733" y="2082"/>
              <a:chExt cx="272" cy="282"/>
            </a:xfrm>
          </p:grpSpPr>
          <p:graphicFrame>
            <p:nvGraphicFramePr>
              <p:cNvPr id="72882" name="Object 79">
                <a:extLst>
                  <a:ext uri="{FF2B5EF4-FFF2-40B4-BE49-F238E27FC236}">
                    <a16:creationId xmlns:a16="http://schemas.microsoft.com/office/drawing/2014/main" id="{DB9671A7-CA27-42A2-9824-1196DB8B72E1}"/>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7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83" name="Rectangle 80">
                <a:extLst>
                  <a:ext uri="{FF2B5EF4-FFF2-40B4-BE49-F238E27FC236}">
                    <a16:creationId xmlns:a16="http://schemas.microsoft.com/office/drawing/2014/main" id="{BDDB7E4C-6AF8-4A97-A92E-946915FDFC20}"/>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2746" name="Line 81">
              <a:extLst>
                <a:ext uri="{FF2B5EF4-FFF2-40B4-BE49-F238E27FC236}">
                  <a16:creationId xmlns:a16="http://schemas.microsoft.com/office/drawing/2014/main" id="{57AFB957-9487-4DF4-8854-AAC60F254DCE}"/>
                </a:ext>
              </a:extLst>
            </p:cNvPr>
            <p:cNvSpPr>
              <a:spLocks noChangeShapeType="1"/>
            </p:cNvSpPr>
            <p:nvPr/>
          </p:nvSpPr>
          <p:spPr bwMode="auto">
            <a:xfrm>
              <a:off x="8172450" y="4753008"/>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2747" name="Group 82">
              <a:extLst>
                <a:ext uri="{FF2B5EF4-FFF2-40B4-BE49-F238E27FC236}">
                  <a16:creationId xmlns:a16="http://schemas.microsoft.com/office/drawing/2014/main" id="{9F3267DD-2D39-471D-B7BB-6406C84A0A1F}"/>
                </a:ext>
              </a:extLst>
            </p:cNvPr>
            <p:cNvGrpSpPr>
              <a:grpSpLocks/>
            </p:cNvGrpSpPr>
            <p:nvPr/>
          </p:nvGrpSpPr>
          <p:grpSpPr bwMode="auto">
            <a:xfrm>
              <a:off x="8893175" y="4176746"/>
              <a:ext cx="207962" cy="409575"/>
              <a:chOff x="4180" y="783"/>
              <a:chExt cx="150" cy="307"/>
            </a:xfrm>
          </p:grpSpPr>
          <p:sp>
            <p:nvSpPr>
              <p:cNvPr id="72874" name="AutoShape 83">
                <a:extLst>
                  <a:ext uri="{FF2B5EF4-FFF2-40B4-BE49-F238E27FC236}">
                    <a16:creationId xmlns:a16="http://schemas.microsoft.com/office/drawing/2014/main" id="{9CBC14A4-D16F-42DD-B43C-469523A50802}"/>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75" name="Rectangle 84">
                <a:extLst>
                  <a:ext uri="{FF2B5EF4-FFF2-40B4-BE49-F238E27FC236}">
                    <a16:creationId xmlns:a16="http://schemas.microsoft.com/office/drawing/2014/main" id="{5C46AA72-B87F-4B50-AE4A-C00ADF9AFAC8}"/>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76" name="Rectangle 85">
                <a:extLst>
                  <a:ext uri="{FF2B5EF4-FFF2-40B4-BE49-F238E27FC236}">
                    <a16:creationId xmlns:a16="http://schemas.microsoft.com/office/drawing/2014/main" id="{A51DE8D8-B373-46B3-A0FF-C16199C5C2B7}"/>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77" name="AutoShape 86">
                <a:extLst>
                  <a:ext uri="{FF2B5EF4-FFF2-40B4-BE49-F238E27FC236}">
                    <a16:creationId xmlns:a16="http://schemas.microsoft.com/office/drawing/2014/main" id="{FBA1F47D-0377-4073-85C5-7FAF3975645B}"/>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78" name="Line 87">
                <a:extLst>
                  <a:ext uri="{FF2B5EF4-FFF2-40B4-BE49-F238E27FC236}">
                    <a16:creationId xmlns:a16="http://schemas.microsoft.com/office/drawing/2014/main" id="{3C90B404-7263-4DE1-AE27-834A974E9EF7}"/>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79" name="Line 88">
                <a:extLst>
                  <a:ext uri="{FF2B5EF4-FFF2-40B4-BE49-F238E27FC236}">
                    <a16:creationId xmlns:a16="http://schemas.microsoft.com/office/drawing/2014/main" id="{61A620CC-34AA-4E6D-A49F-A53FFF8B75B8}"/>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80" name="Rectangle 89">
                <a:extLst>
                  <a:ext uri="{FF2B5EF4-FFF2-40B4-BE49-F238E27FC236}">
                    <a16:creationId xmlns:a16="http://schemas.microsoft.com/office/drawing/2014/main" id="{BEDE0DDD-D8D8-47FD-BD6B-1DDC2E8E17FF}"/>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81" name="Rectangle 90">
                <a:extLst>
                  <a:ext uri="{FF2B5EF4-FFF2-40B4-BE49-F238E27FC236}">
                    <a16:creationId xmlns:a16="http://schemas.microsoft.com/office/drawing/2014/main" id="{DDBD5AFE-8F12-4C89-A33E-A19C99E9D43E}"/>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2748" name="Line 102">
              <a:extLst>
                <a:ext uri="{FF2B5EF4-FFF2-40B4-BE49-F238E27FC236}">
                  <a16:creationId xmlns:a16="http://schemas.microsoft.com/office/drawing/2014/main" id="{F7CF9B1E-1935-4CAA-A045-1E1807E108A1}"/>
                </a:ext>
              </a:extLst>
            </p:cNvPr>
            <p:cNvSpPr>
              <a:spLocks noChangeShapeType="1"/>
            </p:cNvSpPr>
            <p:nvPr/>
          </p:nvSpPr>
          <p:spPr bwMode="auto">
            <a:xfrm rot="5400000" flipH="1">
              <a:off x="8506618" y="4550602"/>
              <a:ext cx="611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49" name="Line 103">
              <a:extLst>
                <a:ext uri="{FF2B5EF4-FFF2-40B4-BE49-F238E27FC236}">
                  <a16:creationId xmlns:a16="http://schemas.microsoft.com/office/drawing/2014/main" id="{206A2E8C-89D6-4056-9CFE-AA04955C39E3}"/>
                </a:ext>
              </a:extLst>
            </p:cNvPr>
            <p:cNvSpPr>
              <a:spLocks noChangeShapeType="1"/>
            </p:cNvSpPr>
            <p:nvPr/>
          </p:nvSpPr>
          <p:spPr bwMode="auto">
            <a:xfrm rot="-5400000">
              <a:off x="8860631" y="4803014"/>
              <a:ext cx="0" cy="103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0" name="Line 104">
              <a:extLst>
                <a:ext uri="{FF2B5EF4-FFF2-40B4-BE49-F238E27FC236}">
                  <a16:creationId xmlns:a16="http://schemas.microsoft.com/office/drawing/2014/main" id="{BEA728B7-532A-4F5D-A3EC-EDBE6D6626B2}"/>
                </a:ext>
              </a:extLst>
            </p:cNvPr>
            <p:cNvSpPr>
              <a:spLocks noChangeShapeType="1"/>
            </p:cNvSpPr>
            <p:nvPr/>
          </p:nvSpPr>
          <p:spPr bwMode="auto">
            <a:xfrm rot="-5400000">
              <a:off x="8850312" y="4333908"/>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1" name="Line 105">
              <a:extLst>
                <a:ext uri="{FF2B5EF4-FFF2-40B4-BE49-F238E27FC236}">
                  <a16:creationId xmlns:a16="http://schemas.microsoft.com/office/drawing/2014/main" id="{3A910197-029D-4360-B75D-2F8C3A3FDD85}"/>
                </a:ext>
              </a:extLst>
            </p:cNvPr>
            <p:cNvSpPr>
              <a:spLocks noChangeShapeType="1"/>
            </p:cNvSpPr>
            <p:nvPr/>
          </p:nvSpPr>
          <p:spPr bwMode="auto">
            <a:xfrm flipV="1">
              <a:off x="7529512" y="2474946"/>
              <a:ext cx="458788"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2" name="Line 106">
              <a:extLst>
                <a:ext uri="{FF2B5EF4-FFF2-40B4-BE49-F238E27FC236}">
                  <a16:creationId xmlns:a16="http://schemas.microsoft.com/office/drawing/2014/main" id="{E6207424-C43F-4D05-8750-1A90E5B25EF7}"/>
                </a:ext>
              </a:extLst>
            </p:cNvPr>
            <p:cNvSpPr>
              <a:spLocks noChangeShapeType="1"/>
            </p:cNvSpPr>
            <p:nvPr/>
          </p:nvSpPr>
          <p:spPr bwMode="auto">
            <a:xfrm>
              <a:off x="8464550" y="2459071"/>
              <a:ext cx="485775"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3" name="Line 107">
              <a:extLst>
                <a:ext uri="{FF2B5EF4-FFF2-40B4-BE49-F238E27FC236}">
                  <a16:creationId xmlns:a16="http://schemas.microsoft.com/office/drawing/2014/main" id="{8057A3D0-337F-4B0F-8BFB-BEE348D17B9D}"/>
                </a:ext>
              </a:extLst>
            </p:cNvPr>
            <p:cNvSpPr>
              <a:spLocks noChangeShapeType="1"/>
            </p:cNvSpPr>
            <p:nvPr/>
          </p:nvSpPr>
          <p:spPr bwMode="auto">
            <a:xfrm flipH="1">
              <a:off x="8983662" y="2795621"/>
              <a:ext cx="24130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4" name="Line 108">
              <a:extLst>
                <a:ext uri="{FF2B5EF4-FFF2-40B4-BE49-F238E27FC236}">
                  <a16:creationId xmlns:a16="http://schemas.microsoft.com/office/drawing/2014/main" id="{2BDD7073-0B0F-4F60-9225-2D76C2BB0876}"/>
                </a:ext>
              </a:extLst>
            </p:cNvPr>
            <p:cNvSpPr>
              <a:spLocks noChangeShapeType="1"/>
            </p:cNvSpPr>
            <p:nvPr/>
          </p:nvSpPr>
          <p:spPr bwMode="auto">
            <a:xfrm>
              <a:off x="8213725" y="2571783"/>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5" name="Line 109">
              <a:extLst>
                <a:ext uri="{FF2B5EF4-FFF2-40B4-BE49-F238E27FC236}">
                  <a16:creationId xmlns:a16="http://schemas.microsoft.com/office/drawing/2014/main" id="{D82C1A2D-5998-4BBC-BBB0-400274F39EF7}"/>
                </a:ext>
              </a:extLst>
            </p:cNvPr>
            <p:cNvSpPr>
              <a:spLocks noChangeShapeType="1"/>
            </p:cNvSpPr>
            <p:nvPr/>
          </p:nvSpPr>
          <p:spPr bwMode="auto">
            <a:xfrm>
              <a:off x="8239125" y="3219483"/>
              <a:ext cx="534987"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6" name="Line 110">
              <a:extLst>
                <a:ext uri="{FF2B5EF4-FFF2-40B4-BE49-F238E27FC236}">
                  <a16:creationId xmlns:a16="http://schemas.microsoft.com/office/drawing/2014/main" id="{14ECD18F-09EB-4CD4-87DF-6F38DF9729F7}"/>
                </a:ext>
              </a:extLst>
            </p:cNvPr>
            <p:cNvSpPr>
              <a:spLocks noChangeShapeType="1"/>
            </p:cNvSpPr>
            <p:nvPr/>
          </p:nvSpPr>
          <p:spPr bwMode="auto">
            <a:xfrm flipH="1">
              <a:off x="8699500" y="3684621"/>
              <a:ext cx="26670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7" name="Line 111">
              <a:extLst>
                <a:ext uri="{FF2B5EF4-FFF2-40B4-BE49-F238E27FC236}">
                  <a16:creationId xmlns:a16="http://schemas.microsoft.com/office/drawing/2014/main" id="{177EFF8C-7696-4A9F-82FF-66DB11039C31}"/>
                </a:ext>
              </a:extLst>
            </p:cNvPr>
            <p:cNvSpPr>
              <a:spLocks noChangeShapeType="1"/>
            </p:cNvSpPr>
            <p:nvPr/>
          </p:nvSpPr>
          <p:spPr bwMode="auto">
            <a:xfrm flipH="1">
              <a:off x="8472487" y="2763871"/>
              <a:ext cx="560388"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8" name="Line 112">
              <a:extLst>
                <a:ext uri="{FF2B5EF4-FFF2-40B4-BE49-F238E27FC236}">
                  <a16:creationId xmlns:a16="http://schemas.microsoft.com/office/drawing/2014/main" id="{3F8887D4-063F-47D8-B563-FAEC7524449C}"/>
                </a:ext>
              </a:extLst>
            </p:cNvPr>
            <p:cNvSpPr>
              <a:spLocks noChangeShapeType="1"/>
            </p:cNvSpPr>
            <p:nvPr/>
          </p:nvSpPr>
          <p:spPr bwMode="auto">
            <a:xfrm flipH="1">
              <a:off x="8482012" y="2203483"/>
              <a:ext cx="350838" cy="255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59" name="Line 113">
              <a:extLst>
                <a:ext uri="{FF2B5EF4-FFF2-40B4-BE49-F238E27FC236}">
                  <a16:creationId xmlns:a16="http://schemas.microsoft.com/office/drawing/2014/main" id="{EB628B9B-0C7F-4C91-95D4-3DD73CF4F21F}"/>
                </a:ext>
              </a:extLst>
            </p:cNvPr>
            <p:cNvSpPr>
              <a:spLocks noChangeShapeType="1"/>
            </p:cNvSpPr>
            <p:nvPr/>
          </p:nvSpPr>
          <p:spPr bwMode="auto">
            <a:xfrm flipH="1">
              <a:off x="9199562" y="2379696"/>
              <a:ext cx="201613" cy="176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2760" name="Group 114">
              <a:extLst>
                <a:ext uri="{FF2B5EF4-FFF2-40B4-BE49-F238E27FC236}">
                  <a16:creationId xmlns:a16="http://schemas.microsoft.com/office/drawing/2014/main" id="{6B4D9369-9534-4974-9003-E133AC2F2AE6}"/>
                </a:ext>
              </a:extLst>
            </p:cNvPr>
            <p:cNvGrpSpPr>
              <a:grpSpLocks/>
            </p:cNvGrpSpPr>
            <p:nvPr/>
          </p:nvGrpSpPr>
          <p:grpSpPr bwMode="auto">
            <a:xfrm>
              <a:off x="7010400" y="2571783"/>
              <a:ext cx="501650" cy="233363"/>
              <a:chOff x="3600" y="219"/>
              <a:chExt cx="360" cy="175"/>
            </a:xfrm>
          </p:grpSpPr>
          <p:sp>
            <p:nvSpPr>
              <p:cNvPr id="72861" name="Oval 115">
                <a:extLst>
                  <a:ext uri="{FF2B5EF4-FFF2-40B4-BE49-F238E27FC236}">
                    <a16:creationId xmlns:a16="http://schemas.microsoft.com/office/drawing/2014/main" id="{D4BF7FCA-A862-4FB1-BF08-BC657B3F70E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62" name="Line 116">
                <a:extLst>
                  <a:ext uri="{FF2B5EF4-FFF2-40B4-BE49-F238E27FC236}">
                    <a16:creationId xmlns:a16="http://schemas.microsoft.com/office/drawing/2014/main" id="{318739AE-898B-479B-B980-D686C534C76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63" name="Line 117">
                <a:extLst>
                  <a:ext uri="{FF2B5EF4-FFF2-40B4-BE49-F238E27FC236}">
                    <a16:creationId xmlns:a16="http://schemas.microsoft.com/office/drawing/2014/main" id="{83B9D900-F35E-4BD7-BAEB-D3CF2962207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64" name="Rectangle 118">
                <a:extLst>
                  <a:ext uri="{FF2B5EF4-FFF2-40B4-BE49-F238E27FC236}">
                    <a16:creationId xmlns:a16="http://schemas.microsoft.com/office/drawing/2014/main" id="{C08E9A54-7FF0-4FA6-96A2-187680556169}"/>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865" name="Oval 119">
                <a:extLst>
                  <a:ext uri="{FF2B5EF4-FFF2-40B4-BE49-F238E27FC236}">
                    <a16:creationId xmlns:a16="http://schemas.microsoft.com/office/drawing/2014/main" id="{B8EB3314-6E07-488E-A9E0-2E7D962F3D4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866" name="Group 120">
                <a:extLst>
                  <a:ext uri="{FF2B5EF4-FFF2-40B4-BE49-F238E27FC236}">
                    <a16:creationId xmlns:a16="http://schemas.microsoft.com/office/drawing/2014/main" id="{5D86B4D4-FBA2-4BE4-B0F1-DFFAF82FF9D1}"/>
                  </a:ext>
                </a:extLst>
              </p:cNvPr>
              <p:cNvGrpSpPr>
                <a:grpSpLocks/>
              </p:cNvGrpSpPr>
              <p:nvPr/>
            </p:nvGrpSpPr>
            <p:grpSpPr bwMode="auto">
              <a:xfrm>
                <a:off x="3686" y="244"/>
                <a:ext cx="177" cy="66"/>
                <a:chOff x="2848" y="848"/>
                <a:chExt cx="140" cy="98"/>
              </a:xfrm>
            </p:grpSpPr>
            <p:sp>
              <p:nvSpPr>
                <p:cNvPr id="72871" name="Line 121">
                  <a:extLst>
                    <a:ext uri="{FF2B5EF4-FFF2-40B4-BE49-F238E27FC236}">
                      <a16:creationId xmlns:a16="http://schemas.microsoft.com/office/drawing/2014/main" id="{D6145AE0-7CFD-496F-ADEC-6E8A46BE744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72" name="Line 122">
                  <a:extLst>
                    <a:ext uri="{FF2B5EF4-FFF2-40B4-BE49-F238E27FC236}">
                      <a16:creationId xmlns:a16="http://schemas.microsoft.com/office/drawing/2014/main" id="{F1FA6558-0094-4A44-B575-C83986C57A1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73" name="Line 123">
                  <a:extLst>
                    <a:ext uri="{FF2B5EF4-FFF2-40B4-BE49-F238E27FC236}">
                      <a16:creationId xmlns:a16="http://schemas.microsoft.com/office/drawing/2014/main" id="{407BE182-FF27-4C7C-9BAF-33B0F85D62F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867" name="Group 124">
                <a:extLst>
                  <a:ext uri="{FF2B5EF4-FFF2-40B4-BE49-F238E27FC236}">
                    <a16:creationId xmlns:a16="http://schemas.microsoft.com/office/drawing/2014/main" id="{EC858876-8708-4D58-80CD-D34400B69442}"/>
                  </a:ext>
                </a:extLst>
              </p:cNvPr>
              <p:cNvGrpSpPr>
                <a:grpSpLocks/>
              </p:cNvGrpSpPr>
              <p:nvPr/>
            </p:nvGrpSpPr>
            <p:grpSpPr bwMode="auto">
              <a:xfrm flipV="1">
                <a:off x="3686" y="243"/>
                <a:ext cx="177" cy="66"/>
                <a:chOff x="2848" y="848"/>
                <a:chExt cx="140" cy="98"/>
              </a:xfrm>
            </p:grpSpPr>
            <p:sp>
              <p:nvSpPr>
                <p:cNvPr id="72868" name="Line 125">
                  <a:extLst>
                    <a:ext uri="{FF2B5EF4-FFF2-40B4-BE49-F238E27FC236}">
                      <a16:creationId xmlns:a16="http://schemas.microsoft.com/office/drawing/2014/main" id="{7925804E-9BBB-4F7E-AAAE-FE515C3F299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69" name="Line 126">
                  <a:extLst>
                    <a:ext uri="{FF2B5EF4-FFF2-40B4-BE49-F238E27FC236}">
                      <a16:creationId xmlns:a16="http://schemas.microsoft.com/office/drawing/2014/main" id="{C27E80E4-91DE-41EF-8814-69095CC5EAE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70" name="Line 127">
                  <a:extLst>
                    <a:ext uri="{FF2B5EF4-FFF2-40B4-BE49-F238E27FC236}">
                      <a16:creationId xmlns:a16="http://schemas.microsoft.com/office/drawing/2014/main" id="{892B2FAD-0366-4BB3-97EE-C16BECD88B1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2761" name="Group 128">
              <a:extLst>
                <a:ext uri="{FF2B5EF4-FFF2-40B4-BE49-F238E27FC236}">
                  <a16:creationId xmlns:a16="http://schemas.microsoft.com/office/drawing/2014/main" id="{EA5A448C-DD7B-4DCA-9264-C0D304A5833B}"/>
                </a:ext>
              </a:extLst>
            </p:cNvPr>
            <p:cNvGrpSpPr>
              <a:grpSpLocks/>
            </p:cNvGrpSpPr>
            <p:nvPr/>
          </p:nvGrpSpPr>
          <p:grpSpPr bwMode="auto">
            <a:xfrm>
              <a:off x="7962900" y="2343183"/>
              <a:ext cx="501650" cy="233363"/>
              <a:chOff x="3600" y="219"/>
              <a:chExt cx="360" cy="175"/>
            </a:xfrm>
          </p:grpSpPr>
          <p:sp>
            <p:nvSpPr>
              <p:cNvPr id="72848" name="Oval 129">
                <a:extLst>
                  <a:ext uri="{FF2B5EF4-FFF2-40B4-BE49-F238E27FC236}">
                    <a16:creationId xmlns:a16="http://schemas.microsoft.com/office/drawing/2014/main" id="{453301A8-7FEF-43B2-9C4E-9A5C696EF88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49" name="Line 130">
                <a:extLst>
                  <a:ext uri="{FF2B5EF4-FFF2-40B4-BE49-F238E27FC236}">
                    <a16:creationId xmlns:a16="http://schemas.microsoft.com/office/drawing/2014/main" id="{B89A6075-135B-4CA6-A984-AA8F3B6FE69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50" name="Line 131">
                <a:extLst>
                  <a:ext uri="{FF2B5EF4-FFF2-40B4-BE49-F238E27FC236}">
                    <a16:creationId xmlns:a16="http://schemas.microsoft.com/office/drawing/2014/main" id="{0BCE321C-05EF-4F0F-BFE5-5094D485453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51" name="Rectangle 132">
                <a:extLst>
                  <a:ext uri="{FF2B5EF4-FFF2-40B4-BE49-F238E27FC236}">
                    <a16:creationId xmlns:a16="http://schemas.microsoft.com/office/drawing/2014/main" id="{61ED112D-5275-469C-9DE7-D21562AFCEE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852" name="Oval 133">
                <a:extLst>
                  <a:ext uri="{FF2B5EF4-FFF2-40B4-BE49-F238E27FC236}">
                    <a16:creationId xmlns:a16="http://schemas.microsoft.com/office/drawing/2014/main" id="{D86D6B5D-A655-4220-904E-907F0B129D7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853" name="Group 134">
                <a:extLst>
                  <a:ext uri="{FF2B5EF4-FFF2-40B4-BE49-F238E27FC236}">
                    <a16:creationId xmlns:a16="http://schemas.microsoft.com/office/drawing/2014/main" id="{2BC1B9E7-4A9C-462A-A65A-B5B80278622F}"/>
                  </a:ext>
                </a:extLst>
              </p:cNvPr>
              <p:cNvGrpSpPr>
                <a:grpSpLocks/>
              </p:cNvGrpSpPr>
              <p:nvPr/>
            </p:nvGrpSpPr>
            <p:grpSpPr bwMode="auto">
              <a:xfrm>
                <a:off x="3686" y="244"/>
                <a:ext cx="177" cy="66"/>
                <a:chOff x="2848" y="848"/>
                <a:chExt cx="140" cy="98"/>
              </a:xfrm>
            </p:grpSpPr>
            <p:sp>
              <p:nvSpPr>
                <p:cNvPr id="72858" name="Line 135">
                  <a:extLst>
                    <a:ext uri="{FF2B5EF4-FFF2-40B4-BE49-F238E27FC236}">
                      <a16:creationId xmlns:a16="http://schemas.microsoft.com/office/drawing/2014/main" id="{72AC5257-44B2-4564-9811-74064D5F606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59" name="Line 136">
                  <a:extLst>
                    <a:ext uri="{FF2B5EF4-FFF2-40B4-BE49-F238E27FC236}">
                      <a16:creationId xmlns:a16="http://schemas.microsoft.com/office/drawing/2014/main" id="{6112D592-B41D-4D8C-BD80-53E8C688F18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60" name="Line 137">
                  <a:extLst>
                    <a:ext uri="{FF2B5EF4-FFF2-40B4-BE49-F238E27FC236}">
                      <a16:creationId xmlns:a16="http://schemas.microsoft.com/office/drawing/2014/main" id="{991E4F16-DB46-4306-AC62-B1F82D8A827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854" name="Group 138">
                <a:extLst>
                  <a:ext uri="{FF2B5EF4-FFF2-40B4-BE49-F238E27FC236}">
                    <a16:creationId xmlns:a16="http://schemas.microsoft.com/office/drawing/2014/main" id="{7079A816-7795-4978-8319-CA703E1C6344}"/>
                  </a:ext>
                </a:extLst>
              </p:cNvPr>
              <p:cNvGrpSpPr>
                <a:grpSpLocks/>
              </p:cNvGrpSpPr>
              <p:nvPr/>
            </p:nvGrpSpPr>
            <p:grpSpPr bwMode="auto">
              <a:xfrm flipV="1">
                <a:off x="3686" y="243"/>
                <a:ext cx="177" cy="66"/>
                <a:chOff x="2848" y="848"/>
                <a:chExt cx="140" cy="98"/>
              </a:xfrm>
            </p:grpSpPr>
            <p:sp>
              <p:nvSpPr>
                <p:cNvPr id="72855" name="Line 139">
                  <a:extLst>
                    <a:ext uri="{FF2B5EF4-FFF2-40B4-BE49-F238E27FC236}">
                      <a16:creationId xmlns:a16="http://schemas.microsoft.com/office/drawing/2014/main" id="{F9E43C0D-9C84-470E-830D-69B68F0BCFD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56" name="Line 140">
                  <a:extLst>
                    <a:ext uri="{FF2B5EF4-FFF2-40B4-BE49-F238E27FC236}">
                      <a16:creationId xmlns:a16="http://schemas.microsoft.com/office/drawing/2014/main" id="{12ACA357-7F77-4EAC-ACBA-76830AF7CD1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57" name="Line 141">
                  <a:extLst>
                    <a:ext uri="{FF2B5EF4-FFF2-40B4-BE49-F238E27FC236}">
                      <a16:creationId xmlns:a16="http://schemas.microsoft.com/office/drawing/2014/main" id="{63A2EA6D-9CAA-4E4C-A7C6-8BBD829F134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2762" name="Group 142">
              <a:extLst>
                <a:ext uri="{FF2B5EF4-FFF2-40B4-BE49-F238E27FC236}">
                  <a16:creationId xmlns:a16="http://schemas.microsoft.com/office/drawing/2014/main" id="{B39DF75E-E845-42B7-B64B-2E703046FC2F}"/>
                </a:ext>
              </a:extLst>
            </p:cNvPr>
            <p:cNvGrpSpPr>
              <a:grpSpLocks/>
            </p:cNvGrpSpPr>
            <p:nvPr/>
          </p:nvGrpSpPr>
          <p:grpSpPr bwMode="auto">
            <a:xfrm>
              <a:off x="7980362" y="3000408"/>
              <a:ext cx="501650" cy="233363"/>
              <a:chOff x="3600" y="219"/>
              <a:chExt cx="360" cy="175"/>
            </a:xfrm>
          </p:grpSpPr>
          <p:sp>
            <p:nvSpPr>
              <p:cNvPr id="72835" name="Oval 143">
                <a:extLst>
                  <a:ext uri="{FF2B5EF4-FFF2-40B4-BE49-F238E27FC236}">
                    <a16:creationId xmlns:a16="http://schemas.microsoft.com/office/drawing/2014/main" id="{B3949176-5AFD-46D6-A1F4-1C51E388D1F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36" name="Line 144">
                <a:extLst>
                  <a:ext uri="{FF2B5EF4-FFF2-40B4-BE49-F238E27FC236}">
                    <a16:creationId xmlns:a16="http://schemas.microsoft.com/office/drawing/2014/main" id="{FAA3A357-308D-43B8-917D-E337C4A53A8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37" name="Line 145">
                <a:extLst>
                  <a:ext uri="{FF2B5EF4-FFF2-40B4-BE49-F238E27FC236}">
                    <a16:creationId xmlns:a16="http://schemas.microsoft.com/office/drawing/2014/main" id="{285E8F1A-CFD2-4FF6-A100-0069F0D467E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38" name="Rectangle 146">
                <a:extLst>
                  <a:ext uri="{FF2B5EF4-FFF2-40B4-BE49-F238E27FC236}">
                    <a16:creationId xmlns:a16="http://schemas.microsoft.com/office/drawing/2014/main" id="{3684EA8D-F4C1-4D75-8CA8-629C1677809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839" name="Oval 147">
                <a:extLst>
                  <a:ext uri="{FF2B5EF4-FFF2-40B4-BE49-F238E27FC236}">
                    <a16:creationId xmlns:a16="http://schemas.microsoft.com/office/drawing/2014/main" id="{7EB9BB9D-7E25-4CBC-BEBF-DA8C944A775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840" name="Group 148">
                <a:extLst>
                  <a:ext uri="{FF2B5EF4-FFF2-40B4-BE49-F238E27FC236}">
                    <a16:creationId xmlns:a16="http://schemas.microsoft.com/office/drawing/2014/main" id="{5526D3B9-B84C-4CD6-B6AE-927BA376290D}"/>
                  </a:ext>
                </a:extLst>
              </p:cNvPr>
              <p:cNvGrpSpPr>
                <a:grpSpLocks/>
              </p:cNvGrpSpPr>
              <p:nvPr/>
            </p:nvGrpSpPr>
            <p:grpSpPr bwMode="auto">
              <a:xfrm>
                <a:off x="3686" y="244"/>
                <a:ext cx="177" cy="66"/>
                <a:chOff x="2848" y="848"/>
                <a:chExt cx="140" cy="98"/>
              </a:xfrm>
            </p:grpSpPr>
            <p:sp>
              <p:nvSpPr>
                <p:cNvPr id="72845" name="Line 149">
                  <a:extLst>
                    <a:ext uri="{FF2B5EF4-FFF2-40B4-BE49-F238E27FC236}">
                      <a16:creationId xmlns:a16="http://schemas.microsoft.com/office/drawing/2014/main" id="{281E2B5F-D0C4-41E4-8A1D-6A4A1CF4096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46" name="Line 150">
                  <a:extLst>
                    <a:ext uri="{FF2B5EF4-FFF2-40B4-BE49-F238E27FC236}">
                      <a16:creationId xmlns:a16="http://schemas.microsoft.com/office/drawing/2014/main" id="{12A95395-7A3C-4778-A299-2FE220C83BC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47" name="Line 151">
                  <a:extLst>
                    <a:ext uri="{FF2B5EF4-FFF2-40B4-BE49-F238E27FC236}">
                      <a16:creationId xmlns:a16="http://schemas.microsoft.com/office/drawing/2014/main" id="{17268159-C81C-44BD-983E-A02436C79B1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841" name="Group 152">
                <a:extLst>
                  <a:ext uri="{FF2B5EF4-FFF2-40B4-BE49-F238E27FC236}">
                    <a16:creationId xmlns:a16="http://schemas.microsoft.com/office/drawing/2014/main" id="{2049E8BC-87F1-4065-BF87-7550B5ADB790}"/>
                  </a:ext>
                </a:extLst>
              </p:cNvPr>
              <p:cNvGrpSpPr>
                <a:grpSpLocks/>
              </p:cNvGrpSpPr>
              <p:nvPr/>
            </p:nvGrpSpPr>
            <p:grpSpPr bwMode="auto">
              <a:xfrm flipV="1">
                <a:off x="3686" y="243"/>
                <a:ext cx="177" cy="66"/>
                <a:chOff x="2848" y="848"/>
                <a:chExt cx="140" cy="98"/>
              </a:xfrm>
            </p:grpSpPr>
            <p:sp>
              <p:nvSpPr>
                <p:cNvPr id="72842" name="Line 153">
                  <a:extLst>
                    <a:ext uri="{FF2B5EF4-FFF2-40B4-BE49-F238E27FC236}">
                      <a16:creationId xmlns:a16="http://schemas.microsoft.com/office/drawing/2014/main" id="{E0D64EF6-7CE7-4BB7-9DE9-83A19F4AFCD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43" name="Line 154">
                  <a:extLst>
                    <a:ext uri="{FF2B5EF4-FFF2-40B4-BE49-F238E27FC236}">
                      <a16:creationId xmlns:a16="http://schemas.microsoft.com/office/drawing/2014/main" id="{9C0D7E31-DBBA-4B2B-A01A-B75D74F4770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44" name="Line 155">
                  <a:extLst>
                    <a:ext uri="{FF2B5EF4-FFF2-40B4-BE49-F238E27FC236}">
                      <a16:creationId xmlns:a16="http://schemas.microsoft.com/office/drawing/2014/main" id="{04216696-D446-434C-B801-26E34096BEE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2763" name="Group 156">
              <a:extLst>
                <a:ext uri="{FF2B5EF4-FFF2-40B4-BE49-F238E27FC236}">
                  <a16:creationId xmlns:a16="http://schemas.microsoft.com/office/drawing/2014/main" id="{3ACD9EF3-E2A1-4CF4-A872-8C4D19626762}"/>
                </a:ext>
              </a:extLst>
            </p:cNvPr>
            <p:cNvGrpSpPr>
              <a:grpSpLocks/>
            </p:cNvGrpSpPr>
            <p:nvPr/>
          </p:nvGrpSpPr>
          <p:grpSpPr bwMode="auto">
            <a:xfrm>
              <a:off x="8950325" y="2551146"/>
              <a:ext cx="500062" cy="233362"/>
              <a:chOff x="3600" y="219"/>
              <a:chExt cx="360" cy="175"/>
            </a:xfrm>
          </p:grpSpPr>
          <p:sp>
            <p:nvSpPr>
              <p:cNvPr id="72822" name="Oval 157">
                <a:extLst>
                  <a:ext uri="{FF2B5EF4-FFF2-40B4-BE49-F238E27FC236}">
                    <a16:creationId xmlns:a16="http://schemas.microsoft.com/office/drawing/2014/main" id="{68169659-8E32-44A3-821C-94539D5EE1B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23" name="Line 158">
                <a:extLst>
                  <a:ext uri="{FF2B5EF4-FFF2-40B4-BE49-F238E27FC236}">
                    <a16:creationId xmlns:a16="http://schemas.microsoft.com/office/drawing/2014/main" id="{F5458EB1-5B6F-4CDA-949C-927A7D3878F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24" name="Line 159">
                <a:extLst>
                  <a:ext uri="{FF2B5EF4-FFF2-40B4-BE49-F238E27FC236}">
                    <a16:creationId xmlns:a16="http://schemas.microsoft.com/office/drawing/2014/main" id="{D9EDB4CC-0151-4B26-B6C0-DFFD60E739E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25" name="Rectangle 160">
                <a:extLst>
                  <a:ext uri="{FF2B5EF4-FFF2-40B4-BE49-F238E27FC236}">
                    <a16:creationId xmlns:a16="http://schemas.microsoft.com/office/drawing/2014/main" id="{D10BCABD-5FA8-409A-83F0-DB245911938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826" name="Oval 161">
                <a:extLst>
                  <a:ext uri="{FF2B5EF4-FFF2-40B4-BE49-F238E27FC236}">
                    <a16:creationId xmlns:a16="http://schemas.microsoft.com/office/drawing/2014/main" id="{347385D2-2FF6-481A-8BD4-10B906C94B9B}"/>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827" name="Group 162">
                <a:extLst>
                  <a:ext uri="{FF2B5EF4-FFF2-40B4-BE49-F238E27FC236}">
                    <a16:creationId xmlns:a16="http://schemas.microsoft.com/office/drawing/2014/main" id="{C590845C-DB64-4A67-9E04-5EE547419862}"/>
                  </a:ext>
                </a:extLst>
              </p:cNvPr>
              <p:cNvGrpSpPr>
                <a:grpSpLocks/>
              </p:cNvGrpSpPr>
              <p:nvPr/>
            </p:nvGrpSpPr>
            <p:grpSpPr bwMode="auto">
              <a:xfrm>
                <a:off x="3686" y="244"/>
                <a:ext cx="177" cy="66"/>
                <a:chOff x="2848" y="848"/>
                <a:chExt cx="140" cy="98"/>
              </a:xfrm>
            </p:grpSpPr>
            <p:sp>
              <p:nvSpPr>
                <p:cNvPr id="72832" name="Line 163">
                  <a:extLst>
                    <a:ext uri="{FF2B5EF4-FFF2-40B4-BE49-F238E27FC236}">
                      <a16:creationId xmlns:a16="http://schemas.microsoft.com/office/drawing/2014/main" id="{E4D8B1FF-B7A3-4068-A27E-0805DF42739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33" name="Line 164">
                  <a:extLst>
                    <a:ext uri="{FF2B5EF4-FFF2-40B4-BE49-F238E27FC236}">
                      <a16:creationId xmlns:a16="http://schemas.microsoft.com/office/drawing/2014/main" id="{64E5517E-6197-4DAC-A841-07C5E5BF458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34" name="Line 165">
                  <a:extLst>
                    <a:ext uri="{FF2B5EF4-FFF2-40B4-BE49-F238E27FC236}">
                      <a16:creationId xmlns:a16="http://schemas.microsoft.com/office/drawing/2014/main" id="{2FFB5B9F-BA25-4BD9-A6F9-9DC2D209A43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828" name="Group 166">
                <a:extLst>
                  <a:ext uri="{FF2B5EF4-FFF2-40B4-BE49-F238E27FC236}">
                    <a16:creationId xmlns:a16="http://schemas.microsoft.com/office/drawing/2014/main" id="{2AF0D31C-F271-40E8-9571-F8164AAA82EC}"/>
                  </a:ext>
                </a:extLst>
              </p:cNvPr>
              <p:cNvGrpSpPr>
                <a:grpSpLocks/>
              </p:cNvGrpSpPr>
              <p:nvPr/>
            </p:nvGrpSpPr>
            <p:grpSpPr bwMode="auto">
              <a:xfrm flipV="1">
                <a:off x="3686" y="243"/>
                <a:ext cx="177" cy="66"/>
                <a:chOff x="2848" y="848"/>
                <a:chExt cx="140" cy="98"/>
              </a:xfrm>
            </p:grpSpPr>
            <p:sp>
              <p:nvSpPr>
                <p:cNvPr id="72829" name="Line 167">
                  <a:extLst>
                    <a:ext uri="{FF2B5EF4-FFF2-40B4-BE49-F238E27FC236}">
                      <a16:creationId xmlns:a16="http://schemas.microsoft.com/office/drawing/2014/main" id="{EED2AEBE-53C3-46F4-B384-C031BEA0B78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30" name="Line 168">
                  <a:extLst>
                    <a:ext uri="{FF2B5EF4-FFF2-40B4-BE49-F238E27FC236}">
                      <a16:creationId xmlns:a16="http://schemas.microsoft.com/office/drawing/2014/main" id="{82B170F9-009B-4249-B7C6-2E22C748F91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31" name="Line 169">
                  <a:extLst>
                    <a:ext uri="{FF2B5EF4-FFF2-40B4-BE49-F238E27FC236}">
                      <a16:creationId xmlns:a16="http://schemas.microsoft.com/office/drawing/2014/main" id="{6BBE84A2-8519-40F7-B475-D04E412B989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2764" name="Group 170">
              <a:extLst>
                <a:ext uri="{FF2B5EF4-FFF2-40B4-BE49-F238E27FC236}">
                  <a16:creationId xmlns:a16="http://schemas.microsoft.com/office/drawing/2014/main" id="{5A832CEF-9164-4C8A-9A0B-60FF27CF10BE}"/>
                </a:ext>
              </a:extLst>
            </p:cNvPr>
            <p:cNvGrpSpPr>
              <a:grpSpLocks/>
            </p:cNvGrpSpPr>
            <p:nvPr/>
          </p:nvGrpSpPr>
          <p:grpSpPr bwMode="auto">
            <a:xfrm>
              <a:off x="8756650" y="3448083"/>
              <a:ext cx="501650" cy="233363"/>
              <a:chOff x="3600" y="219"/>
              <a:chExt cx="360" cy="175"/>
            </a:xfrm>
          </p:grpSpPr>
          <p:sp>
            <p:nvSpPr>
              <p:cNvPr id="72809" name="Oval 171">
                <a:extLst>
                  <a:ext uri="{FF2B5EF4-FFF2-40B4-BE49-F238E27FC236}">
                    <a16:creationId xmlns:a16="http://schemas.microsoft.com/office/drawing/2014/main" id="{B6DB2429-A8ED-4F9F-A222-A8A3D9A2741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810" name="Line 172">
                <a:extLst>
                  <a:ext uri="{FF2B5EF4-FFF2-40B4-BE49-F238E27FC236}">
                    <a16:creationId xmlns:a16="http://schemas.microsoft.com/office/drawing/2014/main" id="{984C3189-F380-44D0-8FA2-FF5D63C03E6D}"/>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11" name="Line 173">
                <a:extLst>
                  <a:ext uri="{FF2B5EF4-FFF2-40B4-BE49-F238E27FC236}">
                    <a16:creationId xmlns:a16="http://schemas.microsoft.com/office/drawing/2014/main" id="{02247A74-47A7-47CC-9893-AE39CD4D17E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12" name="Rectangle 174">
                <a:extLst>
                  <a:ext uri="{FF2B5EF4-FFF2-40B4-BE49-F238E27FC236}">
                    <a16:creationId xmlns:a16="http://schemas.microsoft.com/office/drawing/2014/main" id="{E763CADF-D982-4CF7-86BF-E9B0619FDEE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813" name="Oval 175">
                <a:extLst>
                  <a:ext uri="{FF2B5EF4-FFF2-40B4-BE49-F238E27FC236}">
                    <a16:creationId xmlns:a16="http://schemas.microsoft.com/office/drawing/2014/main" id="{2AE74768-D59E-4321-B7E5-124F2CC07171}"/>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814" name="Group 176">
                <a:extLst>
                  <a:ext uri="{FF2B5EF4-FFF2-40B4-BE49-F238E27FC236}">
                    <a16:creationId xmlns:a16="http://schemas.microsoft.com/office/drawing/2014/main" id="{2AF8D6D0-AB44-4FC4-A965-133BAAFD56BF}"/>
                  </a:ext>
                </a:extLst>
              </p:cNvPr>
              <p:cNvGrpSpPr>
                <a:grpSpLocks/>
              </p:cNvGrpSpPr>
              <p:nvPr/>
            </p:nvGrpSpPr>
            <p:grpSpPr bwMode="auto">
              <a:xfrm>
                <a:off x="3686" y="244"/>
                <a:ext cx="177" cy="66"/>
                <a:chOff x="2848" y="848"/>
                <a:chExt cx="140" cy="98"/>
              </a:xfrm>
            </p:grpSpPr>
            <p:sp>
              <p:nvSpPr>
                <p:cNvPr id="72819" name="Line 177">
                  <a:extLst>
                    <a:ext uri="{FF2B5EF4-FFF2-40B4-BE49-F238E27FC236}">
                      <a16:creationId xmlns:a16="http://schemas.microsoft.com/office/drawing/2014/main" id="{58F1EC58-AEF2-4287-ACB3-4E61BBBA0F8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20" name="Line 178">
                  <a:extLst>
                    <a:ext uri="{FF2B5EF4-FFF2-40B4-BE49-F238E27FC236}">
                      <a16:creationId xmlns:a16="http://schemas.microsoft.com/office/drawing/2014/main" id="{42940E6A-C088-44B4-A9B3-74B240C51E6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21" name="Line 179">
                  <a:extLst>
                    <a:ext uri="{FF2B5EF4-FFF2-40B4-BE49-F238E27FC236}">
                      <a16:creationId xmlns:a16="http://schemas.microsoft.com/office/drawing/2014/main" id="{CF83BD17-7A4F-4762-96B6-1BE4D9809E4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815" name="Group 180">
                <a:extLst>
                  <a:ext uri="{FF2B5EF4-FFF2-40B4-BE49-F238E27FC236}">
                    <a16:creationId xmlns:a16="http://schemas.microsoft.com/office/drawing/2014/main" id="{3767506A-68FA-48BF-8F4F-6CF2D03438B9}"/>
                  </a:ext>
                </a:extLst>
              </p:cNvPr>
              <p:cNvGrpSpPr>
                <a:grpSpLocks/>
              </p:cNvGrpSpPr>
              <p:nvPr/>
            </p:nvGrpSpPr>
            <p:grpSpPr bwMode="auto">
              <a:xfrm flipV="1">
                <a:off x="3686" y="243"/>
                <a:ext cx="177" cy="66"/>
                <a:chOff x="2848" y="848"/>
                <a:chExt cx="140" cy="98"/>
              </a:xfrm>
            </p:grpSpPr>
            <p:sp>
              <p:nvSpPr>
                <p:cNvPr id="72816" name="Line 181">
                  <a:extLst>
                    <a:ext uri="{FF2B5EF4-FFF2-40B4-BE49-F238E27FC236}">
                      <a16:creationId xmlns:a16="http://schemas.microsoft.com/office/drawing/2014/main" id="{D3C74DE4-1C55-491A-8CA0-7DE5E2169A0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17" name="Line 182">
                  <a:extLst>
                    <a:ext uri="{FF2B5EF4-FFF2-40B4-BE49-F238E27FC236}">
                      <a16:creationId xmlns:a16="http://schemas.microsoft.com/office/drawing/2014/main" id="{540D9F03-3484-498B-9104-5106F2029BA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18" name="Line 183">
                  <a:extLst>
                    <a:ext uri="{FF2B5EF4-FFF2-40B4-BE49-F238E27FC236}">
                      <a16:creationId xmlns:a16="http://schemas.microsoft.com/office/drawing/2014/main" id="{087ADF1D-A636-4C89-BAB3-B224E76235A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2765" name="Group 184">
              <a:extLst>
                <a:ext uri="{FF2B5EF4-FFF2-40B4-BE49-F238E27FC236}">
                  <a16:creationId xmlns:a16="http://schemas.microsoft.com/office/drawing/2014/main" id="{425DED90-F33E-4753-B96E-61DBC0C0A387}"/>
                </a:ext>
              </a:extLst>
            </p:cNvPr>
            <p:cNvGrpSpPr>
              <a:grpSpLocks/>
            </p:cNvGrpSpPr>
            <p:nvPr/>
          </p:nvGrpSpPr>
          <p:grpSpPr bwMode="auto">
            <a:xfrm>
              <a:off x="8423275" y="4032283"/>
              <a:ext cx="501650" cy="234950"/>
              <a:chOff x="3600" y="219"/>
              <a:chExt cx="360" cy="175"/>
            </a:xfrm>
          </p:grpSpPr>
          <p:sp>
            <p:nvSpPr>
              <p:cNvPr id="72796" name="Oval 185">
                <a:extLst>
                  <a:ext uri="{FF2B5EF4-FFF2-40B4-BE49-F238E27FC236}">
                    <a16:creationId xmlns:a16="http://schemas.microsoft.com/office/drawing/2014/main" id="{3E17984A-028A-42E2-82F7-0C778113F43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797" name="Line 186">
                <a:extLst>
                  <a:ext uri="{FF2B5EF4-FFF2-40B4-BE49-F238E27FC236}">
                    <a16:creationId xmlns:a16="http://schemas.microsoft.com/office/drawing/2014/main" id="{457ED36E-FBE9-4173-8876-088105A5928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98" name="Line 187">
                <a:extLst>
                  <a:ext uri="{FF2B5EF4-FFF2-40B4-BE49-F238E27FC236}">
                    <a16:creationId xmlns:a16="http://schemas.microsoft.com/office/drawing/2014/main" id="{9F2BEE6F-FE82-4862-AF8F-0D7A4CC7808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99" name="Rectangle 188">
                <a:extLst>
                  <a:ext uri="{FF2B5EF4-FFF2-40B4-BE49-F238E27FC236}">
                    <a16:creationId xmlns:a16="http://schemas.microsoft.com/office/drawing/2014/main" id="{E714C35C-BB97-480E-8576-5E4C01BF278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800" name="Oval 189">
                <a:extLst>
                  <a:ext uri="{FF2B5EF4-FFF2-40B4-BE49-F238E27FC236}">
                    <a16:creationId xmlns:a16="http://schemas.microsoft.com/office/drawing/2014/main" id="{55ADB56B-DE95-4A19-84B3-5174FB0E05A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801" name="Group 190">
                <a:extLst>
                  <a:ext uri="{FF2B5EF4-FFF2-40B4-BE49-F238E27FC236}">
                    <a16:creationId xmlns:a16="http://schemas.microsoft.com/office/drawing/2014/main" id="{A1A204C3-ABD6-4132-ABD8-6357C7706475}"/>
                  </a:ext>
                </a:extLst>
              </p:cNvPr>
              <p:cNvGrpSpPr>
                <a:grpSpLocks/>
              </p:cNvGrpSpPr>
              <p:nvPr/>
            </p:nvGrpSpPr>
            <p:grpSpPr bwMode="auto">
              <a:xfrm>
                <a:off x="3686" y="244"/>
                <a:ext cx="177" cy="66"/>
                <a:chOff x="2848" y="848"/>
                <a:chExt cx="140" cy="98"/>
              </a:xfrm>
            </p:grpSpPr>
            <p:sp>
              <p:nvSpPr>
                <p:cNvPr id="72806" name="Line 191">
                  <a:extLst>
                    <a:ext uri="{FF2B5EF4-FFF2-40B4-BE49-F238E27FC236}">
                      <a16:creationId xmlns:a16="http://schemas.microsoft.com/office/drawing/2014/main" id="{39450E2B-85E6-45E9-B136-AE4D11646E0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07" name="Line 192">
                  <a:extLst>
                    <a:ext uri="{FF2B5EF4-FFF2-40B4-BE49-F238E27FC236}">
                      <a16:creationId xmlns:a16="http://schemas.microsoft.com/office/drawing/2014/main" id="{31A0E621-93B0-47BA-9DA2-658864A35CD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08" name="Line 193">
                  <a:extLst>
                    <a:ext uri="{FF2B5EF4-FFF2-40B4-BE49-F238E27FC236}">
                      <a16:creationId xmlns:a16="http://schemas.microsoft.com/office/drawing/2014/main" id="{99013B7F-4FC3-48A0-BBD5-A8CF259C6DC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802" name="Group 194">
                <a:extLst>
                  <a:ext uri="{FF2B5EF4-FFF2-40B4-BE49-F238E27FC236}">
                    <a16:creationId xmlns:a16="http://schemas.microsoft.com/office/drawing/2014/main" id="{8DA8C97C-5256-4FAC-A705-8B01FAA03297}"/>
                  </a:ext>
                </a:extLst>
              </p:cNvPr>
              <p:cNvGrpSpPr>
                <a:grpSpLocks/>
              </p:cNvGrpSpPr>
              <p:nvPr/>
            </p:nvGrpSpPr>
            <p:grpSpPr bwMode="auto">
              <a:xfrm flipV="1">
                <a:off x="3686" y="243"/>
                <a:ext cx="177" cy="66"/>
                <a:chOff x="2848" y="848"/>
                <a:chExt cx="140" cy="98"/>
              </a:xfrm>
            </p:grpSpPr>
            <p:sp>
              <p:nvSpPr>
                <p:cNvPr id="72803" name="Line 195">
                  <a:extLst>
                    <a:ext uri="{FF2B5EF4-FFF2-40B4-BE49-F238E27FC236}">
                      <a16:creationId xmlns:a16="http://schemas.microsoft.com/office/drawing/2014/main" id="{12C09BEF-6428-4AFB-A5C1-5D16D743E88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04" name="Line 196">
                  <a:extLst>
                    <a:ext uri="{FF2B5EF4-FFF2-40B4-BE49-F238E27FC236}">
                      <a16:creationId xmlns:a16="http://schemas.microsoft.com/office/drawing/2014/main" id="{3BC45808-B47B-4594-805D-6E54ADDCEFC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805" name="Line 197">
                  <a:extLst>
                    <a:ext uri="{FF2B5EF4-FFF2-40B4-BE49-F238E27FC236}">
                      <a16:creationId xmlns:a16="http://schemas.microsoft.com/office/drawing/2014/main" id="{2313D3A2-D540-4645-965A-2D12E5468B9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2766" name="Group 198">
              <a:extLst>
                <a:ext uri="{FF2B5EF4-FFF2-40B4-BE49-F238E27FC236}">
                  <a16:creationId xmlns:a16="http://schemas.microsoft.com/office/drawing/2014/main" id="{5CFAB64E-2AFC-4350-910C-2A37C93E09FC}"/>
                </a:ext>
              </a:extLst>
            </p:cNvPr>
            <p:cNvGrpSpPr>
              <a:grpSpLocks/>
            </p:cNvGrpSpPr>
            <p:nvPr/>
          </p:nvGrpSpPr>
          <p:grpSpPr bwMode="auto">
            <a:xfrm>
              <a:off x="7813675" y="4521233"/>
              <a:ext cx="500062" cy="233363"/>
              <a:chOff x="3600" y="219"/>
              <a:chExt cx="360" cy="175"/>
            </a:xfrm>
          </p:grpSpPr>
          <p:sp>
            <p:nvSpPr>
              <p:cNvPr id="72783" name="Oval 199">
                <a:extLst>
                  <a:ext uri="{FF2B5EF4-FFF2-40B4-BE49-F238E27FC236}">
                    <a16:creationId xmlns:a16="http://schemas.microsoft.com/office/drawing/2014/main" id="{FD297E02-1FA1-4B28-9FAD-B89DCEDE45F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784" name="Line 200">
                <a:extLst>
                  <a:ext uri="{FF2B5EF4-FFF2-40B4-BE49-F238E27FC236}">
                    <a16:creationId xmlns:a16="http://schemas.microsoft.com/office/drawing/2014/main" id="{D56CE0B2-0A59-4EC8-BC3C-C5B9142DBDD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85" name="Line 201">
                <a:extLst>
                  <a:ext uri="{FF2B5EF4-FFF2-40B4-BE49-F238E27FC236}">
                    <a16:creationId xmlns:a16="http://schemas.microsoft.com/office/drawing/2014/main" id="{A1ACA03C-ECF6-41F1-951D-EE4971261F3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86" name="Rectangle 202">
                <a:extLst>
                  <a:ext uri="{FF2B5EF4-FFF2-40B4-BE49-F238E27FC236}">
                    <a16:creationId xmlns:a16="http://schemas.microsoft.com/office/drawing/2014/main" id="{B9DF96F2-FC40-4F23-A5C5-82CE9675A09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787" name="Oval 203">
                <a:extLst>
                  <a:ext uri="{FF2B5EF4-FFF2-40B4-BE49-F238E27FC236}">
                    <a16:creationId xmlns:a16="http://schemas.microsoft.com/office/drawing/2014/main" id="{FC0478F0-444F-4538-AD27-705B66C5AD9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788" name="Group 204">
                <a:extLst>
                  <a:ext uri="{FF2B5EF4-FFF2-40B4-BE49-F238E27FC236}">
                    <a16:creationId xmlns:a16="http://schemas.microsoft.com/office/drawing/2014/main" id="{AB132F0F-5BA3-473B-9F1C-9A8BD65BB5AE}"/>
                  </a:ext>
                </a:extLst>
              </p:cNvPr>
              <p:cNvGrpSpPr>
                <a:grpSpLocks/>
              </p:cNvGrpSpPr>
              <p:nvPr/>
            </p:nvGrpSpPr>
            <p:grpSpPr bwMode="auto">
              <a:xfrm>
                <a:off x="3686" y="244"/>
                <a:ext cx="177" cy="66"/>
                <a:chOff x="2848" y="848"/>
                <a:chExt cx="140" cy="98"/>
              </a:xfrm>
            </p:grpSpPr>
            <p:sp>
              <p:nvSpPr>
                <p:cNvPr id="72793" name="Line 205">
                  <a:extLst>
                    <a:ext uri="{FF2B5EF4-FFF2-40B4-BE49-F238E27FC236}">
                      <a16:creationId xmlns:a16="http://schemas.microsoft.com/office/drawing/2014/main" id="{ADDB778B-5426-4821-9FD4-99323C34076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94" name="Line 206">
                  <a:extLst>
                    <a:ext uri="{FF2B5EF4-FFF2-40B4-BE49-F238E27FC236}">
                      <a16:creationId xmlns:a16="http://schemas.microsoft.com/office/drawing/2014/main" id="{1489E9A6-9429-4D37-B158-5D3D0EED62E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95" name="Line 207">
                  <a:extLst>
                    <a:ext uri="{FF2B5EF4-FFF2-40B4-BE49-F238E27FC236}">
                      <a16:creationId xmlns:a16="http://schemas.microsoft.com/office/drawing/2014/main" id="{B6830507-552E-46A8-9FBE-FA448ED74CF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789" name="Group 208">
                <a:extLst>
                  <a:ext uri="{FF2B5EF4-FFF2-40B4-BE49-F238E27FC236}">
                    <a16:creationId xmlns:a16="http://schemas.microsoft.com/office/drawing/2014/main" id="{87AFDA93-2D76-4DB1-A28A-FFD8B759B387}"/>
                  </a:ext>
                </a:extLst>
              </p:cNvPr>
              <p:cNvGrpSpPr>
                <a:grpSpLocks/>
              </p:cNvGrpSpPr>
              <p:nvPr/>
            </p:nvGrpSpPr>
            <p:grpSpPr bwMode="auto">
              <a:xfrm flipV="1">
                <a:off x="3686" y="243"/>
                <a:ext cx="177" cy="66"/>
                <a:chOff x="2848" y="848"/>
                <a:chExt cx="140" cy="98"/>
              </a:xfrm>
            </p:grpSpPr>
            <p:sp>
              <p:nvSpPr>
                <p:cNvPr id="72790" name="Line 209">
                  <a:extLst>
                    <a:ext uri="{FF2B5EF4-FFF2-40B4-BE49-F238E27FC236}">
                      <a16:creationId xmlns:a16="http://schemas.microsoft.com/office/drawing/2014/main" id="{50A28E6E-BF47-4217-A884-B80F9F2EA87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91" name="Line 210">
                  <a:extLst>
                    <a:ext uri="{FF2B5EF4-FFF2-40B4-BE49-F238E27FC236}">
                      <a16:creationId xmlns:a16="http://schemas.microsoft.com/office/drawing/2014/main" id="{6EDFD5C1-D094-478E-82D4-3650CBF643B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92" name="Line 211">
                  <a:extLst>
                    <a:ext uri="{FF2B5EF4-FFF2-40B4-BE49-F238E27FC236}">
                      <a16:creationId xmlns:a16="http://schemas.microsoft.com/office/drawing/2014/main" id="{433F347A-9C91-4517-87B8-157FE3E9A9F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2767" name="Group 212">
              <a:extLst>
                <a:ext uri="{FF2B5EF4-FFF2-40B4-BE49-F238E27FC236}">
                  <a16:creationId xmlns:a16="http://schemas.microsoft.com/office/drawing/2014/main" id="{44A3D955-D591-49A9-AA3B-55184AE6B8B6}"/>
                </a:ext>
              </a:extLst>
            </p:cNvPr>
            <p:cNvGrpSpPr>
              <a:grpSpLocks/>
            </p:cNvGrpSpPr>
            <p:nvPr/>
          </p:nvGrpSpPr>
          <p:grpSpPr bwMode="auto">
            <a:xfrm>
              <a:off x="7010400" y="4144996"/>
              <a:ext cx="501650" cy="233362"/>
              <a:chOff x="3600" y="219"/>
              <a:chExt cx="360" cy="175"/>
            </a:xfrm>
          </p:grpSpPr>
          <p:sp>
            <p:nvSpPr>
              <p:cNvPr id="72770" name="Oval 213">
                <a:extLst>
                  <a:ext uri="{FF2B5EF4-FFF2-40B4-BE49-F238E27FC236}">
                    <a16:creationId xmlns:a16="http://schemas.microsoft.com/office/drawing/2014/main" id="{48830B84-5428-4EAA-BA3A-28DD8656D77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2771" name="Line 214">
                <a:extLst>
                  <a:ext uri="{FF2B5EF4-FFF2-40B4-BE49-F238E27FC236}">
                    <a16:creationId xmlns:a16="http://schemas.microsoft.com/office/drawing/2014/main" id="{1EAA88B8-BA9D-4BA7-BA96-D444F108D7D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72" name="Line 215">
                <a:extLst>
                  <a:ext uri="{FF2B5EF4-FFF2-40B4-BE49-F238E27FC236}">
                    <a16:creationId xmlns:a16="http://schemas.microsoft.com/office/drawing/2014/main" id="{3D57AEB4-80B6-4509-AC92-BD4289C6F17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73" name="Rectangle 216">
                <a:extLst>
                  <a:ext uri="{FF2B5EF4-FFF2-40B4-BE49-F238E27FC236}">
                    <a16:creationId xmlns:a16="http://schemas.microsoft.com/office/drawing/2014/main" id="{1CF9EE5E-7B65-4790-B6BA-FF50A08ED73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2774" name="Oval 217">
                <a:extLst>
                  <a:ext uri="{FF2B5EF4-FFF2-40B4-BE49-F238E27FC236}">
                    <a16:creationId xmlns:a16="http://schemas.microsoft.com/office/drawing/2014/main" id="{7C16D194-B542-4100-BC0E-BD28BCB549C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2775" name="Group 218">
                <a:extLst>
                  <a:ext uri="{FF2B5EF4-FFF2-40B4-BE49-F238E27FC236}">
                    <a16:creationId xmlns:a16="http://schemas.microsoft.com/office/drawing/2014/main" id="{4BBFD6B5-DBF7-41A2-88C1-F750662AB32F}"/>
                  </a:ext>
                </a:extLst>
              </p:cNvPr>
              <p:cNvGrpSpPr>
                <a:grpSpLocks/>
              </p:cNvGrpSpPr>
              <p:nvPr/>
            </p:nvGrpSpPr>
            <p:grpSpPr bwMode="auto">
              <a:xfrm>
                <a:off x="3686" y="244"/>
                <a:ext cx="177" cy="66"/>
                <a:chOff x="2848" y="848"/>
                <a:chExt cx="140" cy="98"/>
              </a:xfrm>
            </p:grpSpPr>
            <p:sp>
              <p:nvSpPr>
                <p:cNvPr id="72780" name="Line 219">
                  <a:extLst>
                    <a:ext uri="{FF2B5EF4-FFF2-40B4-BE49-F238E27FC236}">
                      <a16:creationId xmlns:a16="http://schemas.microsoft.com/office/drawing/2014/main" id="{BE187870-3292-4AEB-AB3A-C0F3FF8DA40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81" name="Line 220">
                  <a:extLst>
                    <a:ext uri="{FF2B5EF4-FFF2-40B4-BE49-F238E27FC236}">
                      <a16:creationId xmlns:a16="http://schemas.microsoft.com/office/drawing/2014/main" id="{3FDB5B2F-5CAA-40D0-ABFD-256C82DDA37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82" name="Line 221">
                  <a:extLst>
                    <a:ext uri="{FF2B5EF4-FFF2-40B4-BE49-F238E27FC236}">
                      <a16:creationId xmlns:a16="http://schemas.microsoft.com/office/drawing/2014/main" id="{7730D12C-F573-406C-AA79-BC5AB506A9E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2776" name="Group 222">
                <a:extLst>
                  <a:ext uri="{FF2B5EF4-FFF2-40B4-BE49-F238E27FC236}">
                    <a16:creationId xmlns:a16="http://schemas.microsoft.com/office/drawing/2014/main" id="{2AEB5938-B3B3-4B4A-9C3F-EBFA171185A0}"/>
                  </a:ext>
                </a:extLst>
              </p:cNvPr>
              <p:cNvGrpSpPr>
                <a:grpSpLocks/>
              </p:cNvGrpSpPr>
              <p:nvPr/>
            </p:nvGrpSpPr>
            <p:grpSpPr bwMode="auto">
              <a:xfrm flipV="1">
                <a:off x="3686" y="243"/>
                <a:ext cx="177" cy="66"/>
                <a:chOff x="2848" y="848"/>
                <a:chExt cx="140" cy="98"/>
              </a:xfrm>
            </p:grpSpPr>
            <p:sp>
              <p:nvSpPr>
                <p:cNvPr id="72777" name="Line 223">
                  <a:extLst>
                    <a:ext uri="{FF2B5EF4-FFF2-40B4-BE49-F238E27FC236}">
                      <a16:creationId xmlns:a16="http://schemas.microsoft.com/office/drawing/2014/main" id="{3C0B71C3-1883-4D31-B896-864AF30196B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78" name="Line 224">
                  <a:extLst>
                    <a:ext uri="{FF2B5EF4-FFF2-40B4-BE49-F238E27FC236}">
                      <a16:creationId xmlns:a16="http://schemas.microsoft.com/office/drawing/2014/main" id="{7FF08451-5ADA-4E58-832D-A814F9E5C13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79" name="Line 225">
                  <a:extLst>
                    <a:ext uri="{FF2B5EF4-FFF2-40B4-BE49-F238E27FC236}">
                      <a16:creationId xmlns:a16="http://schemas.microsoft.com/office/drawing/2014/main" id="{FD7562DE-F658-45D1-8F5D-7439BDDE421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2768" name="Freeform 226">
              <a:extLst>
                <a:ext uri="{FF2B5EF4-FFF2-40B4-BE49-F238E27FC236}">
                  <a16:creationId xmlns:a16="http://schemas.microsoft.com/office/drawing/2014/main" id="{2D517182-C3F5-4759-A72B-C336E113720D}"/>
                </a:ext>
              </a:extLst>
            </p:cNvPr>
            <p:cNvSpPr>
              <a:spLocks/>
            </p:cNvSpPr>
            <p:nvPr/>
          </p:nvSpPr>
          <p:spPr bwMode="auto">
            <a:xfrm>
              <a:off x="6437312" y="2244758"/>
              <a:ext cx="2724150" cy="2447925"/>
            </a:xfrm>
            <a:custGeom>
              <a:avLst/>
              <a:gdLst>
                <a:gd name="T0" fmla="*/ 0 w 1716"/>
                <a:gd name="T1" fmla="*/ 0 h 1542"/>
                <a:gd name="T2" fmla="*/ 2147483646 w 1716"/>
                <a:gd name="T3" fmla="*/ 2147483646 h 1542"/>
                <a:gd name="T4" fmla="*/ 2147483646 w 1716"/>
                <a:gd name="T5" fmla="*/ 2147483646 h 1542"/>
                <a:gd name="T6" fmla="*/ 2147483646 w 1716"/>
                <a:gd name="T7" fmla="*/ 2147483646 h 1542"/>
                <a:gd name="T8" fmla="*/ 2147483646 w 1716"/>
                <a:gd name="T9" fmla="*/ 2147483646 h 1542"/>
                <a:gd name="T10" fmla="*/ 0 60000 65536"/>
                <a:gd name="T11" fmla="*/ 0 60000 65536"/>
                <a:gd name="T12" fmla="*/ 0 60000 65536"/>
                <a:gd name="T13" fmla="*/ 0 60000 65536"/>
                <a:gd name="T14" fmla="*/ 0 60000 65536"/>
                <a:gd name="T15" fmla="*/ 0 w 1716"/>
                <a:gd name="T16" fmla="*/ 0 h 1542"/>
                <a:gd name="T17" fmla="*/ 1716 w 1716"/>
                <a:gd name="T18" fmla="*/ 1542 h 1542"/>
              </a:gdLst>
              <a:ahLst/>
              <a:cxnLst>
                <a:cxn ang="T10">
                  <a:pos x="T0" y="T1"/>
                </a:cxn>
                <a:cxn ang="T11">
                  <a:pos x="T2" y="T3"/>
                </a:cxn>
                <a:cxn ang="T12">
                  <a:pos x="T4" y="T5"/>
                </a:cxn>
                <a:cxn ang="T13">
                  <a:pos x="T6" y="T7"/>
                </a:cxn>
                <a:cxn ang="T14">
                  <a:pos x="T8" y="T9"/>
                </a:cxn>
              </a:cxnLst>
              <a:rect l="T15" t="T16" r="T17" b="T18"/>
              <a:pathLst>
                <a:path w="1716" h="1542">
                  <a:moveTo>
                    <a:pt x="0" y="0"/>
                  </a:moveTo>
                  <a:cubicBezTo>
                    <a:pt x="62" y="7"/>
                    <a:pt x="230" y="4"/>
                    <a:pt x="372" y="42"/>
                  </a:cubicBezTo>
                  <a:cubicBezTo>
                    <a:pt x="514" y="80"/>
                    <a:pt x="672" y="114"/>
                    <a:pt x="852" y="228"/>
                  </a:cubicBezTo>
                  <a:cubicBezTo>
                    <a:pt x="1032" y="342"/>
                    <a:pt x="1308" y="507"/>
                    <a:pt x="1452" y="726"/>
                  </a:cubicBezTo>
                  <a:cubicBezTo>
                    <a:pt x="1596" y="945"/>
                    <a:pt x="1661" y="1372"/>
                    <a:pt x="1716" y="1542"/>
                  </a:cubicBezTo>
                </a:path>
              </a:pathLst>
            </a:custGeom>
            <a:noFill/>
            <a:ln w="7620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769" name="Line 227">
              <a:extLst>
                <a:ext uri="{FF2B5EF4-FFF2-40B4-BE49-F238E27FC236}">
                  <a16:creationId xmlns:a16="http://schemas.microsoft.com/office/drawing/2014/main" id="{DE802C63-296A-4DD7-A6E2-BE405E0757E0}"/>
                </a:ext>
              </a:extLst>
            </p:cNvPr>
            <p:cNvSpPr>
              <a:spLocks noChangeShapeType="1"/>
            </p:cNvSpPr>
            <p:nvPr/>
          </p:nvSpPr>
          <p:spPr bwMode="auto">
            <a:xfrm flipV="1">
              <a:off x="7256462" y="4376771"/>
              <a:ext cx="1588" cy="2206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a:extLst>
              <a:ext uri="{FF2B5EF4-FFF2-40B4-BE49-F238E27FC236}">
                <a16:creationId xmlns:a16="http://schemas.microsoft.com/office/drawing/2014/main" id="{BF8A821C-F9D2-4807-81C6-18E3F0D35BB0}"/>
              </a:ext>
            </a:extLst>
          </p:cNvPr>
          <p:cNvSpPr>
            <a:spLocks noGrp="1"/>
          </p:cNvSpPr>
          <p:nvPr>
            <p:ph sz="half" idx="1"/>
          </p:nvPr>
        </p:nvSpPr>
        <p:spPr/>
        <p:txBody>
          <a:bodyPr/>
          <a:lstStyle/>
          <a:p>
            <a:pPr fontAlgn="base">
              <a:spcAft>
                <a:spcPct val="0"/>
              </a:spcAft>
              <a:buFont typeface="ZapfDingbats" pitchFamily="82" charset="2"/>
              <a:buNone/>
            </a:pPr>
            <a:r>
              <a:rPr lang="en-US" altLang="en-US" i="1" u="sng">
                <a:solidFill>
                  <a:srgbClr val="FF0000"/>
                </a:solidFill>
              </a:rPr>
              <a:t>Goal:</a:t>
            </a:r>
            <a:r>
              <a:rPr lang="en-US" altLang="en-US" sz="2400"/>
              <a:t> data transfer between end sys.</a:t>
            </a:r>
          </a:p>
          <a:p>
            <a:pPr fontAlgn="base">
              <a:spcAft>
                <a:spcPct val="0"/>
              </a:spcAft>
            </a:pPr>
            <a:r>
              <a:rPr lang="en-US" altLang="en-US" sz="2400" i="1"/>
              <a:t>handshaking:</a:t>
            </a:r>
            <a:r>
              <a:rPr lang="en-US" altLang="en-US" sz="2400"/>
              <a:t> setup (prepare for) data transfer ahead of time</a:t>
            </a:r>
          </a:p>
          <a:p>
            <a:pPr lvl="1" fontAlgn="base">
              <a:spcAft>
                <a:spcPct val="0"/>
              </a:spcAft>
            </a:pPr>
            <a:r>
              <a:rPr lang="en-US" altLang="en-US" sz="2000" i="1">
                <a:solidFill>
                  <a:srgbClr val="FF0000"/>
                </a:solidFill>
              </a:rPr>
              <a:t>set up “state”</a:t>
            </a:r>
            <a:r>
              <a:rPr lang="en-US" altLang="en-US" sz="2000"/>
              <a:t> in two communicating hosts</a:t>
            </a:r>
          </a:p>
          <a:p>
            <a:pPr fontAlgn="base">
              <a:spcAft>
                <a:spcPct val="0"/>
              </a:spcAft>
            </a:pPr>
            <a:r>
              <a:rPr lang="en-US" altLang="en-US" sz="2400"/>
              <a:t>TCP - Transmission Control Protocol </a:t>
            </a:r>
          </a:p>
          <a:p>
            <a:pPr lvl="1" fontAlgn="base">
              <a:spcAft>
                <a:spcPct val="0"/>
              </a:spcAft>
            </a:pPr>
            <a:r>
              <a:rPr lang="en-US" altLang="en-US" sz="2000"/>
              <a:t>Internet’s de-facto connection-oriented service</a:t>
            </a:r>
          </a:p>
          <a:p>
            <a:pPr lvl="1" fontAlgn="base">
              <a:spcAft>
                <a:spcPct val="0"/>
              </a:spcAft>
            </a:pPr>
            <a:endParaRPr lang="en-US" altLang="en-US" sz="2000"/>
          </a:p>
        </p:txBody>
      </p:sp>
      <p:sp>
        <p:nvSpPr>
          <p:cNvPr id="23557" name="Rectangle 4">
            <a:extLst>
              <a:ext uri="{FF2B5EF4-FFF2-40B4-BE49-F238E27FC236}">
                <a16:creationId xmlns:a16="http://schemas.microsoft.com/office/drawing/2014/main" id="{11B7DC8C-215D-49C3-B24F-079D25F1D99E}"/>
              </a:ext>
            </a:extLst>
          </p:cNvPr>
          <p:cNvSpPr>
            <a:spLocks noGrp="1" noChangeArrowheads="1"/>
          </p:cNvSpPr>
          <p:nvPr>
            <p:ph sz="half" idx="2"/>
          </p:nvPr>
        </p:nvSpPr>
        <p:spPr/>
        <p:txBody>
          <a:bodyPr>
            <a:normAutofit lnSpcReduction="10000"/>
          </a:bodyPr>
          <a:lstStyle/>
          <a:p>
            <a:pPr>
              <a:lnSpc>
                <a:spcPct val="90000"/>
              </a:lnSpc>
              <a:buFont typeface="ZapfDingbats" pitchFamily="82" charset="2"/>
              <a:buNone/>
              <a:defRPr/>
            </a:pPr>
            <a:r>
              <a:rPr lang="en-US" u="sng" dirty="0">
                <a:solidFill>
                  <a:srgbClr val="FF0000"/>
                </a:solidFill>
              </a:rPr>
              <a:t>TCP service</a:t>
            </a:r>
            <a:r>
              <a:rPr lang="en-US" sz="2400" u="sng" dirty="0">
                <a:solidFill>
                  <a:srgbClr val="FF0000"/>
                </a:solidFill>
              </a:rPr>
              <a:t>  </a:t>
            </a:r>
            <a:r>
              <a:rPr lang="en-US" sz="2400" dirty="0"/>
              <a:t>[RFC 793]</a:t>
            </a:r>
          </a:p>
          <a:p>
            <a:pPr>
              <a:lnSpc>
                <a:spcPct val="90000"/>
              </a:lnSpc>
              <a:defRPr/>
            </a:pPr>
            <a:r>
              <a:rPr lang="en-US" sz="2400" i="1" dirty="0"/>
              <a:t>reliable, in-order</a:t>
            </a:r>
            <a:r>
              <a:rPr lang="en-US" sz="2400" dirty="0"/>
              <a:t> byte-stream data transfer</a:t>
            </a:r>
          </a:p>
          <a:p>
            <a:pPr lvl="1">
              <a:lnSpc>
                <a:spcPct val="90000"/>
              </a:lnSpc>
              <a:defRPr/>
            </a:pPr>
            <a:r>
              <a:rPr lang="en-US" sz="2000" dirty="0"/>
              <a:t>dealing with loss: acknowledgements and retransmissions</a:t>
            </a:r>
          </a:p>
          <a:p>
            <a:pPr>
              <a:lnSpc>
                <a:spcPct val="90000"/>
              </a:lnSpc>
              <a:defRPr/>
            </a:pPr>
            <a:r>
              <a:rPr lang="en-US" sz="2400" i="1" dirty="0"/>
              <a:t>flow control:</a:t>
            </a:r>
            <a:r>
              <a:rPr lang="en-US" sz="2400" dirty="0"/>
              <a:t> </a:t>
            </a:r>
          </a:p>
          <a:p>
            <a:pPr lvl="1">
              <a:lnSpc>
                <a:spcPct val="90000"/>
              </a:lnSpc>
              <a:defRPr/>
            </a:pPr>
            <a:r>
              <a:rPr lang="en-US" sz="2000" dirty="0"/>
              <a:t>sender won’t overcome receiver</a:t>
            </a:r>
          </a:p>
          <a:p>
            <a:pPr>
              <a:lnSpc>
                <a:spcPct val="90000"/>
              </a:lnSpc>
              <a:defRPr/>
            </a:pPr>
            <a:r>
              <a:rPr lang="en-US" sz="2400" i="1" dirty="0"/>
              <a:t>congestion control:</a:t>
            </a:r>
            <a:r>
              <a:rPr lang="en-US" sz="2400" dirty="0"/>
              <a:t> </a:t>
            </a:r>
          </a:p>
          <a:p>
            <a:pPr lvl="1">
              <a:lnSpc>
                <a:spcPct val="90000"/>
              </a:lnSpc>
              <a:defRPr/>
            </a:pPr>
            <a:r>
              <a:rPr lang="en-US" sz="2000" dirty="0"/>
              <a:t>senders “slow down sending rate” when network congestion detected</a:t>
            </a:r>
          </a:p>
        </p:txBody>
      </p:sp>
      <p:sp>
        <p:nvSpPr>
          <p:cNvPr id="73732" name="Slide Number Placeholder 6">
            <a:extLst>
              <a:ext uri="{FF2B5EF4-FFF2-40B4-BE49-F238E27FC236}">
                <a16:creationId xmlns:a16="http://schemas.microsoft.com/office/drawing/2014/main" id="{CC880016-C7A5-4A2A-A892-501DA84B6CA8}"/>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E951D9DC-56BD-42E1-A2AA-9206896B0BE3}" type="slidenum">
              <a:rPr lang="en-US" altLang="en-US" sz="1400">
                <a:latin typeface="Times New Roman" panose="02020603050405020304" pitchFamily="18" charset="0"/>
              </a:rPr>
              <a:pPr algn="l" eaLnBrk="0" hangingPunct="0">
                <a:spcBef>
                  <a:spcPct val="0"/>
                </a:spcBef>
                <a:buFontTx/>
                <a:buNone/>
              </a:pPr>
              <a:t>40</a:t>
            </a:fld>
            <a:endParaRPr lang="en-US" altLang="en-US" sz="1400">
              <a:latin typeface="Times New Roman" panose="02020603050405020304" pitchFamily="18" charset="0"/>
            </a:endParaRPr>
          </a:p>
        </p:txBody>
      </p:sp>
      <p:sp>
        <p:nvSpPr>
          <p:cNvPr id="23555" name="Rectangle 2">
            <a:extLst>
              <a:ext uri="{FF2B5EF4-FFF2-40B4-BE49-F238E27FC236}">
                <a16:creationId xmlns:a16="http://schemas.microsoft.com/office/drawing/2014/main" id="{7463576A-AE6A-4D8E-8A92-6FF7A11EC68D}"/>
              </a:ext>
            </a:extLst>
          </p:cNvPr>
          <p:cNvSpPr>
            <a:spLocks noGrp="1" noChangeArrowheads="1"/>
          </p:cNvSpPr>
          <p:nvPr>
            <p:ph type="title" idx="4294967295"/>
          </p:nvPr>
        </p:nvSpPr>
        <p:spPr>
          <a:xfrm>
            <a:off x="0" y="228600"/>
            <a:ext cx="8458200" cy="1143000"/>
          </a:xfrm>
        </p:spPr>
        <p:txBody>
          <a:bodyPr/>
          <a:lstStyle/>
          <a:p>
            <a:pPr>
              <a:defRPr/>
            </a:pPr>
            <a:r>
              <a:rPr lang="en-US" sz="3200" dirty="0"/>
              <a:t>Network edge: connection-oriented service</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037EC0B5-C28B-45D3-A703-C842E0EE013F}"/>
              </a:ext>
            </a:extLst>
          </p:cNvPr>
          <p:cNvSpPr>
            <a:spLocks noGrp="1"/>
          </p:cNvSpPr>
          <p:nvPr>
            <p:ph sz="half" idx="1"/>
          </p:nvPr>
        </p:nvSpPr>
        <p:spPr/>
        <p:txBody>
          <a:bodyPr/>
          <a:lstStyle/>
          <a:p>
            <a:pPr fontAlgn="base">
              <a:spcAft>
                <a:spcPct val="0"/>
              </a:spcAft>
              <a:buFont typeface="ZapfDingbats" pitchFamily="82" charset="2"/>
              <a:buNone/>
            </a:pPr>
            <a:r>
              <a:rPr lang="en-US" altLang="en-US" i="1" u="sng">
                <a:solidFill>
                  <a:srgbClr val="FF0000"/>
                </a:solidFill>
              </a:rPr>
              <a:t>Goal:</a:t>
            </a:r>
            <a:r>
              <a:rPr lang="en-US" altLang="en-US" sz="2400"/>
              <a:t> data transfer between end systems</a:t>
            </a:r>
          </a:p>
          <a:p>
            <a:pPr lvl="1" fontAlgn="base">
              <a:spcAft>
                <a:spcPct val="0"/>
              </a:spcAft>
            </a:pPr>
            <a:r>
              <a:rPr lang="en-US" altLang="en-US" sz="2000"/>
              <a:t>same as before!</a:t>
            </a:r>
          </a:p>
          <a:p>
            <a:pPr fontAlgn="base">
              <a:spcAft>
                <a:spcPct val="0"/>
              </a:spcAft>
            </a:pPr>
            <a:r>
              <a:rPr lang="en-US" altLang="en-US" sz="2400">
                <a:solidFill>
                  <a:srgbClr val="FF0000"/>
                </a:solidFill>
              </a:rPr>
              <a:t>UDP</a:t>
            </a:r>
            <a:r>
              <a:rPr lang="en-US" altLang="en-US" sz="2400"/>
              <a:t> - User Datagram Protocol [RFC 768]: Internet’s connectionless service</a:t>
            </a:r>
          </a:p>
          <a:p>
            <a:pPr lvl="1" fontAlgn="base">
              <a:spcAft>
                <a:spcPct val="0"/>
              </a:spcAft>
            </a:pPr>
            <a:r>
              <a:rPr lang="en-US" altLang="en-US"/>
              <a:t>unreliable data transfer</a:t>
            </a:r>
          </a:p>
          <a:p>
            <a:pPr lvl="1" fontAlgn="base">
              <a:spcAft>
                <a:spcPct val="0"/>
              </a:spcAft>
            </a:pPr>
            <a:r>
              <a:rPr lang="en-US" altLang="en-US"/>
              <a:t>no flow control</a:t>
            </a:r>
          </a:p>
          <a:p>
            <a:pPr lvl="1" fontAlgn="base">
              <a:spcAft>
                <a:spcPct val="0"/>
              </a:spcAft>
            </a:pPr>
            <a:r>
              <a:rPr lang="en-US" altLang="en-US"/>
              <a:t>no congestion control</a:t>
            </a:r>
          </a:p>
        </p:txBody>
      </p:sp>
      <p:sp>
        <p:nvSpPr>
          <p:cNvPr id="74755" name="Rectangle 4">
            <a:extLst>
              <a:ext uri="{FF2B5EF4-FFF2-40B4-BE49-F238E27FC236}">
                <a16:creationId xmlns:a16="http://schemas.microsoft.com/office/drawing/2014/main" id="{C7E3B889-F6ED-4714-BC36-C95750174D62}"/>
              </a:ext>
            </a:extLst>
          </p:cNvPr>
          <p:cNvSpPr>
            <a:spLocks noGrp="1"/>
          </p:cNvSpPr>
          <p:nvPr>
            <p:ph sz="half" idx="2"/>
          </p:nvPr>
        </p:nvSpPr>
        <p:spPr/>
        <p:txBody>
          <a:bodyPr/>
          <a:lstStyle/>
          <a:p>
            <a:pPr fontAlgn="base">
              <a:spcAft>
                <a:spcPct val="0"/>
              </a:spcAft>
              <a:buFont typeface="ZapfDingbats" pitchFamily="82" charset="2"/>
              <a:buNone/>
            </a:pPr>
            <a:r>
              <a:rPr lang="en-US" altLang="en-US" u="sng">
                <a:solidFill>
                  <a:srgbClr val="FF0000"/>
                </a:solidFill>
              </a:rPr>
              <a:t>App’s using TCP:</a:t>
            </a:r>
            <a:r>
              <a:rPr lang="en-US" altLang="en-US" sz="2400" i="1"/>
              <a:t> </a:t>
            </a:r>
          </a:p>
          <a:p>
            <a:pPr fontAlgn="base">
              <a:spcAft>
                <a:spcPct val="0"/>
              </a:spcAft>
            </a:pPr>
            <a:r>
              <a:rPr lang="en-US" altLang="en-US" sz="2400"/>
              <a:t>HTTP (WWW), FTP (file transfer), Telnet (remote login), SMTP (email)</a:t>
            </a:r>
          </a:p>
          <a:p>
            <a:pPr fontAlgn="base">
              <a:spcAft>
                <a:spcPct val="0"/>
              </a:spcAft>
              <a:buFont typeface="ZapfDingbats" pitchFamily="82" charset="2"/>
              <a:buNone/>
            </a:pPr>
            <a:endParaRPr lang="en-US" altLang="en-US" sz="2400"/>
          </a:p>
          <a:p>
            <a:pPr fontAlgn="base">
              <a:spcAft>
                <a:spcPct val="0"/>
              </a:spcAft>
              <a:buFont typeface="ZapfDingbats" pitchFamily="82" charset="2"/>
              <a:buNone/>
            </a:pPr>
            <a:r>
              <a:rPr lang="en-US" altLang="en-US" u="sng">
                <a:solidFill>
                  <a:srgbClr val="FF0000"/>
                </a:solidFill>
              </a:rPr>
              <a:t>App’s using UDP:</a:t>
            </a:r>
            <a:endParaRPr lang="en-US" altLang="en-US">
              <a:solidFill>
                <a:srgbClr val="FF0000"/>
              </a:solidFill>
            </a:endParaRPr>
          </a:p>
          <a:p>
            <a:pPr fontAlgn="base">
              <a:spcAft>
                <a:spcPct val="0"/>
              </a:spcAft>
            </a:pPr>
            <a:r>
              <a:rPr lang="en-US" altLang="en-US" sz="2400"/>
              <a:t>streaming media, teleconferencing, Internet telephony</a:t>
            </a:r>
          </a:p>
        </p:txBody>
      </p:sp>
      <p:sp>
        <p:nvSpPr>
          <p:cNvPr id="74756" name="Slide Number Placeholder 6">
            <a:extLst>
              <a:ext uri="{FF2B5EF4-FFF2-40B4-BE49-F238E27FC236}">
                <a16:creationId xmlns:a16="http://schemas.microsoft.com/office/drawing/2014/main" id="{2DE1FBD1-B9E2-432E-8A3D-960338B65B16}"/>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9ADB2286-0483-4D0B-AEAC-5FC0A3E45291}" type="slidenum">
              <a:rPr lang="en-US" altLang="en-US" sz="1400">
                <a:latin typeface="Times New Roman" panose="02020603050405020304" pitchFamily="18" charset="0"/>
              </a:rPr>
              <a:pPr algn="l" eaLnBrk="0" hangingPunct="0">
                <a:spcBef>
                  <a:spcPct val="0"/>
                </a:spcBef>
                <a:buFontTx/>
                <a:buNone/>
              </a:pPr>
              <a:t>41</a:t>
            </a:fld>
            <a:endParaRPr lang="en-US" altLang="en-US" sz="1400">
              <a:latin typeface="Times New Roman" panose="02020603050405020304" pitchFamily="18" charset="0"/>
            </a:endParaRPr>
          </a:p>
        </p:txBody>
      </p:sp>
      <p:sp>
        <p:nvSpPr>
          <p:cNvPr id="24579" name="Rectangle 2">
            <a:extLst>
              <a:ext uri="{FF2B5EF4-FFF2-40B4-BE49-F238E27FC236}">
                <a16:creationId xmlns:a16="http://schemas.microsoft.com/office/drawing/2014/main" id="{AB3EB4D8-298B-46A6-A4B3-1622D16040BB}"/>
              </a:ext>
            </a:extLst>
          </p:cNvPr>
          <p:cNvSpPr>
            <a:spLocks noGrp="1" noChangeArrowheads="1"/>
          </p:cNvSpPr>
          <p:nvPr>
            <p:ph type="title" idx="4294967295"/>
          </p:nvPr>
        </p:nvSpPr>
        <p:spPr>
          <a:xfrm>
            <a:off x="0" y="241300"/>
            <a:ext cx="8458200" cy="1143000"/>
          </a:xfrm>
        </p:spPr>
        <p:txBody>
          <a:bodyPr/>
          <a:lstStyle/>
          <a:p>
            <a:pPr>
              <a:defRPr/>
            </a:pPr>
            <a:r>
              <a:rPr lang="en-US" sz="3200" dirty="0"/>
              <a:t>Network edge: connectionless service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0F0FAA1A-0806-4C14-9813-3F4E25AAEEFE}"/>
              </a:ext>
            </a:extLst>
          </p:cNvPr>
          <p:cNvSpPr>
            <a:spLocks noGrp="1"/>
          </p:cNvSpPr>
          <p:nvPr>
            <p:ph sz="half" idx="1"/>
          </p:nvPr>
        </p:nvSpPr>
        <p:spPr/>
        <p:txBody>
          <a:bodyPr/>
          <a:lstStyle/>
          <a:p>
            <a:pPr fontAlgn="base">
              <a:spcAft>
                <a:spcPct val="0"/>
              </a:spcAft>
              <a:buFont typeface="Arial" pitchFamily="34" charset="0"/>
              <a:buChar char="•"/>
            </a:pPr>
            <a:r>
              <a:rPr lang="en-US" altLang="en-US" sz="2400"/>
              <a:t>mesh of interconnected routers</a:t>
            </a:r>
          </a:p>
          <a:p>
            <a:pPr fontAlgn="base">
              <a:spcAft>
                <a:spcPct val="0"/>
              </a:spcAft>
              <a:buFont typeface="Arial" pitchFamily="34" charset="0"/>
              <a:buChar char="•"/>
            </a:pPr>
            <a:r>
              <a:rPr lang="en-US" altLang="en-US" sz="2400" i="1" u="sng">
                <a:solidFill>
                  <a:srgbClr val="FF0000"/>
                </a:solidFill>
              </a:rPr>
              <a:t>the</a:t>
            </a:r>
            <a:r>
              <a:rPr lang="en-US" altLang="en-US" sz="2400">
                <a:solidFill>
                  <a:srgbClr val="FF0000"/>
                </a:solidFill>
              </a:rPr>
              <a:t> fundamental question:</a:t>
            </a:r>
            <a:r>
              <a:rPr lang="en-US" altLang="en-US" sz="2400"/>
              <a:t> how is data transferred through net?</a:t>
            </a:r>
          </a:p>
          <a:p>
            <a:pPr lvl="1" fontAlgn="base">
              <a:spcAft>
                <a:spcPct val="0"/>
              </a:spcAft>
            </a:pPr>
            <a:r>
              <a:rPr lang="en-US" altLang="en-US">
                <a:solidFill>
                  <a:srgbClr val="FF0000"/>
                </a:solidFill>
              </a:rPr>
              <a:t>circuit switching:</a:t>
            </a:r>
            <a:r>
              <a:rPr lang="en-US" altLang="en-US"/>
              <a:t> dedicated circuit per call: telephone net</a:t>
            </a:r>
          </a:p>
          <a:p>
            <a:pPr lvl="1" fontAlgn="base">
              <a:spcAft>
                <a:spcPct val="0"/>
              </a:spcAft>
            </a:pPr>
            <a:r>
              <a:rPr lang="en-US" altLang="en-US">
                <a:solidFill>
                  <a:srgbClr val="FF0000"/>
                </a:solidFill>
              </a:rPr>
              <a:t>packet-switching:</a:t>
            </a:r>
            <a:r>
              <a:rPr lang="en-US" altLang="en-US"/>
              <a:t> data sent thru net in discrete “chunks”</a:t>
            </a:r>
            <a:endParaRPr lang="en-US" altLang="en-US" sz="2000"/>
          </a:p>
        </p:txBody>
      </p:sp>
      <p:sp>
        <p:nvSpPr>
          <p:cNvPr id="75779" name="Content Placeholder 2">
            <a:extLst>
              <a:ext uri="{FF2B5EF4-FFF2-40B4-BE49-F238E27FC236}">
                <a16:creationId xmlns:a16="http://schemas.microsoft.com/office/drawing/2014/main" id="{8AA80F1E-8D1C-4FC7-AA02-662BCE05AE6E}"/>
              </a:ext>
            </a:extLst>
          </p:cNvPr>
          <p:cNvSpPr>
            <a:spLocks noGrp="1"/>
          </p:cNvSpPr>
          <p:nvPr>
            <p:ph sz="half" idx="2"/>
          </p:nvPr>
        </p:nvSpPr>
        <p:spPr/>
        <p:txBody>
          <a:bodyPr/>
          <a:lstStyle/>
          <a:p>
            <a:pPr fontAlgn="base">
              <a:spcAft>
                <a:spcPct val="0"/>
              </a:spcAft>
            </a:pPr>
            <a:endParaRPr lang="en-US" altLang="en-US"/>
          </a:p>
        </p:txBody>
      </p:sp>
      <p:sp>
        <p:nvSpPr>
          <p:cNvPr id="75780" name="Slide Number Placeholder 6">
            <a:extLst>
              <a:ext uri="{FF2B5EF4-FFF2-40B4-BE49-F238E27FC236}">
                <a16:creationId xmlns:a16="http://schemas.microsoft.com/office/drawing/2014/main" id="{46D85FB4-69F0-4B42-A9D8-DE012C11889E}"/>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4B7495B4-8421-455C-89C9-12BD4CF1C0D7}" type="slidenum">
              <a:rPr lang="en-US" altLang="en-US" sz="1400">
                <a:latin typeface="Times New Roman" panose="02020603050405020304" pitchFamily="18" charset="0"/>
              </a:rPr>
              <a:pPr algn="l" eaLnBrk="0" hangingPunct="0">
                <a:spcBef>
                  <a:spcPct val="0"/>
                </a:spcBef>
                <a:buFontTx/>
                <a:buNone/>
              </a:pPr>
              <a:t>42</a:t>
            </a:fld>
            <a:endParaRPr lang="en-US" altLang="en-US" sz="1400">
              <a:latin typeface="Times New Roman" panose="02020603050405020304" pitchFamily="18" charset="0"/>
            </a:endParaRPr>
          </a:p>
        </p:txBody>
      </p:sp>
      <p:sp>
        <p:nvSpPr>
          <p:cNvPr id="7188" name="Rectangle 2">
            <a:extLst>
              <a:ext uri="{FF2B5EF4-FFF2-40B4-BE49-F238E27FC236}">
                <a16:creationId xmlns:a16="http://schemas.microsoft.com/office/drawing/2014/main" id="{3E86EEE7-CF92-4D98-A50E-2A0D99E1E838}"/>
              </a:ext>
            </a:extLst>
          </p:cNvPr>
          <p:cNvSpPr>
            <a:spLocks noGrp="1" noChangeArrowheads="1"/>
          </p:cNvSpPr>
          <p:nvPr>
            <p:ph type="title" idx="4294967295"/>
          </p:nvPr>
        </p:nvSpPr>
        <p:spPr>
          <a:xfrm>
            <a:off x="0" y="274638"/>
            <a:ext cx="8229600" cy="1143000"/>
          </a:xfrm>
        </p:spPr>
        <p:txBody>
          <a:bodyPr/>
          <a:lstStyle/>
          <a:p>
            <a:pPr>
              <a:defRPr/>
            </a:pPr>
            <a:r>
              <a:rPr lang="en-US"/>
              <a:t>The Network Core</a:t>
            </a:r>
          </a:p>
        </p:txBody>
      </p:sp>
      <p:sp>
        <p:nvSpPr>
          <p:cNvPr id="75782" name="Freeform 6">
            <a:extLst>
              <a:ext uri="{FF2B5EF4-FFF2-40B4-BE49-F238E27FC236}">
                <a16:creationId xmlns:a16="http://schemas.microsoft.com/office/drawing/2014/main" id="{B53C514E-F602-43EA-8DB4-62CDFE9D96F3}"/>
              </a:ext>
            </a:extLst>
          </p:cNvPr>
          <p:cNvSpPr>
            <a:spLocks/>
          </p:cNvSpPr>
          <p:nvPr/>
        </p:nvSpPr>
        <p:spPr bwMode="auto">
          <a:xfrm>
            <a:off x="6769100" y="2193925"/>
            <a:ext cx="1798638" cy="167481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783" name="Freeform 7">
            <a:extLst>
              <a:ext uri="{FF2B5EF4-FFF2-40B4-BE49-F238E27FC236}">
                <a16:creationId xmlns:a16="http://schemas.microsoft.com/office/drawing/2014/main" id="{BC0A9EBE-D471-4437-8248-6387F864EE45}"/>
              </a:ext>
            </a:extLst>
          </p:cNvPr>
          <p:cNvSpPr>
            <a:spLocks/>
          </p:cNvSpPr>
          <p:nvPr/>
        </p:nvSpPr>
        <p:spPr bwMode="auto">
          <a:xfrm>
            <a:off x="4889500" y="2051050"/>
            <a:ext cx="1866900" cy="1589088"/>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784" name="Freeform 8">
            <a:extLst>
              <a:ext uri="{FF2B5EF4-FFF2-40B4-BE49-F238E27FC236}">
                <a16:creationId xmlns:a16="http://schemas.microsoft.com/office/drawing/2014/main" id="{0E082466-34B2-468A-A79B-CDBE3EA3C280}"/>
              </a:ext>
            </a:extLst>
          </p:cNvPr>
          <p:cNvSpPr>
            <a:spLocks/>
          </p:cNvSpPr>
          <p:nvPr/>
        </p:nvSpPr>
        <p:spPr bwMode="auto">
          <a:xfrm>
            <a:off x="5257800" y="3502025"/>
            <a:ext cx="2974975" cy="22193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785" name="Group 9">
            <a:extLst>
              <a:ext uri="{FF2B5EF4-FFF2-40B4-BE49-F238E27FC236}">
                <a16:creationId xmlns:a16="http://schemas.microsoft.com/office/drawing/2014/main" id="{3B7FDD40-FFA0-4496-8DE9-FBD073053C90}"/>
              </a:ext>
            </a:extLst>
          </p:cNvPr>
          <p:cNvGrpSpPr>
            <a:grpSpLocks/>
          </p:cNvGrpSpPr>
          <p:nvPr/>
        </p:nvGrpSpPr>
        <p:grpSpPr bwMode="auto">
          <a:xfrm>
            <a:off x="5006975" y="2185988"/>
            <a:ext cx="733425" cy="319087"/>
            <a:chOff x="3552" y="246"/>
            <a:chExt cx="527" cy="248"/>
          </a:xfrm>
        </p:grpSpPr>
        <p:graphicFrame>
          <p:nvGraphicFramePr>
            <p:cNvPr id="76015" name="Object 10">
              <a:extLst>
                <a:ext uri="{FF2B5EF4-FFF2-40B4-BE49-F238E27FC236}">
                  <a16:creationId xmlns:a16="http://schemas.microsoft.com/office/drawing/2014/main" id="{4F91E5C6-FE51-49A4-A962-3EACDCDED6F7}"/>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016" name="Object 11">
              <a:extLst>
                <a:ext uri="{FF2B5EF4-FFF2-40B4-BE49-F238E27FC236}">
                  <a16:creationId xmlns:a16="http://schemas.microsoft.com/office/drawing/2014/main" id="{8D2FC8B4-4BA0-4F0C-87CD-10A7737805DF}"/>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017" name="Line 12">
              <a:extLst>
                <a:ext uri="{FF2B5EF4-FFF2-40B4-BE49-F238E27FC236}">
                  <a16:creationId xmlns:a16="http://schemas.microsoft.com/office/drawing/2014/main" id="{5188CB7C-2CFF-43CA-AAB6-EDE600FB0AAF}"/>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786" name="Group 13">
            <a:extLst>
              <a:ext uri="{FF2B5EF4-FFF2-40B4-BE49-F238E27FC236}">
                <a16:creationId xmlns:a16="http://schemas.microsoft.com/office/drawing/2014/main" id="{514BD0E0-3C5B-413E-84D2-FB6E5FACC16C}"/>
              </a:ext>
            </a:extLst>
          </p:cNvPr>
          <p:cNvGrpSpPr>
            <a:grpSpLocks/>
          </p:cNvGrpSpPr>
          <p:nvPr/>
        </p:nvGrpSpPr>
        <p:grpSpPr bwMode="auto">
          <a:xfrm>
            <a:off x="5006975" y="2781300"/>
            <a:ext cx="733425" cy="319088"/>
            <a:chOff x="3552" y="246"/>
            <a:chExt cx="527" cy="248"/>
          </a:xfrm>
        </p:grpSpPr>
        <p:graphicFrame>
          <p:nvGraphicFramePr>
            <p:cNvPr id="76012" name="Object 14">
              <a:extLst>
                <a:ext uri="{FF2B5EF4-FFF2-40B4-BE49-F238E27FC236}">
                  <a16:creationId xmlns:a16="http://schemas.microsoft.com/office/drawing/2014/main" id="{1F7D6EF5-2456-4624-907C-B0758AE452F3}"/>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013" name="Object 15">
              <a:extLst>
                <a:ext uri="{FF2B5EF4-FFF2-40B4-BE49-F238E27FC236}">
                  <a16:creationId xmlns:a16="http://schemas.microsoft.com/office/drawing/2014/main" id="{A6CC5293-527D-4F25-BE5A-86AA75F0069D}"/>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014" name="Line 16">
              <a:extLst>
                <a:ext uri="{FF2B5EF4-FFF2-40B4-BE49-F238E27FC236}">
                  <a16:creationId xmlns:a16="http://schemas.microsoft.com/office/drawing/2014/main" id="{927E7DAD-DFF5-47CF-A371-F2A4CED7C34E}"/>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787" name="Group 17">
            <a:extLst>
              <a:ext uri="{FF2B5EF4-FFF2-40B4-BE49-F238E27FC236}">
                <a16:creationId xmlns:a16="http://schemas.microsoft.com/office/drawing/2014/main" id="{D05443A0-1E94-4067-8946-CE91A5910F1A}"/>
              </a:ext>
            </a:extLst>
          </p:cNvPr>
          <p:cNvGrpSpPr>
            <a:grpSpLocks/>
          </p:cNvGrpSpPr>
          <p:nvPr/>
        </p:nvGrpSpPr>
        <p:grpSpPr bwMode="auto">
          <a:xfrm>
            <a:off x="5383213" y="2568575"/>
            <a:ext cx="69850" cy="214313"/>
            <a:chOff x="3842" y="406"/>
            <a:chExt cx="51" cy="167"/>
          </a:xfrm>
        </p:grpSpPr>
        <p:sp>
          <p:nvSpPr>
            <p:cNvPr id="76009" name="Oval 18">
              <a:extLst>
                <a:ext uri="{FF2B5EF4-FFF2-40B4-BE49-F238E27FC236}">
                  <a16:creationId xmlns:a16="http://schemas.microsoft.com/office/drawing/2014/main" id="{A1166A43-FAF1-409A-A0B4-D72A1AC1DEAD}"/>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10" name="Oval 19">
              <a:extLst>
                <a:ext uri="{FF2B5EF4-FFF2-40B4-BE49-F238E27FC236}">
                  <a16:creationId xmlns:a16="http://schemas.microsoft.com/office/drawing/2014/main" id="{F7FC32CE-87CA-4CD3-AEA2-ABE508070C78}"/>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11" name="Oval 20">
              <a:extLst>
                <a:ext uri="{FF2B5EF4-FFF2-40B4-BE49-F238E27FC236}">
                  <a16:creationId xmlns:a16="http://schemas.microsoft.com/office/drawing/2014/main" id="{9E3F5085-46C4-432E-8561-69A71ABDE734}"/>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5788" name="Group 21">
            <a:extLst>
              <a:ext uri="{FF2B5EF4-FFF2-40B4-BE49-F238E27FC236}">
                <a16:creationId xmlns:a16="http://schemas.microsoft.com/office/drawing/2014/main" id="{232A9A1D-C6D6-4A29-AE25-A13A472866EF}"/>
              </a:ext>
            </a:extLst>
          </p:cNvPr>
          <p:cNvGrpSpPr>
            <a:grpSpLocks/>
          </p:cNvGrpSpPr>
          <p:nvPr/>
        </p:nvGrpSpPr>
        <p:grpSpPr bwMode="auto">
          <a:xfrm>
            <a:off x="5853113" y="3071813"/>
            <a:ext cx="209550" cy="395287"/>
            <a:chOff x="4180" y="783"/>
            <a:chExt cx="150" cy="307"/>
          </a:xfrm>
        </p:grpSpPr>
        <p:sp>
          <p:nvSpPr>
            <p:cNvPr id="76001" name="AutoShape 22">
              <a:extLst>
                <a:ext uri="{FF2B5EF4-FFF2-40B4-BE49-F238E27FC236}">
                  <a16:creationId xmlns:a16="http://schemas.microsoft.com/office/drawing/2014/main" id="{52F0C804-B106-485F-87C7-6E619DF36E24}"/>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02" name="Rectangle 23">
              <a:extLst>
                <a:ext uri="{FF2B5EF4-FFF2-40B4-BE49-F238E27FC236}">
                  <a16:creationId xmlns:a16="http://schemas.microsoft.com/office/drawing/2014/main" id="{1698E0C5-0AC3-4038-8CE9-F2B3409DD453}"/>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03" name="Rectangle 24">
              <a:extLst>
                <a:ext uri="{FF2B5EF4-FFF2-40B4-BE49-F238E27FC236}">
                  <a16:creationId xmlns:a16="http://schemas.microsoft.com/office/drawing/2014/main" id="{0A406B97-0558-415B-BE4A-8D576D285C59}"/>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04" name="AutoShape 25">
              <a:extLst>
                <a:ext uri="{FF2B5EF4-FFF2-40B4-BE49-F238E27FC236}">
                  <a16:creationId xmlns:a16="http://schemas.microsoft.com/office/drawing/2014/main" id="{FD889E25-3B5E-42E7-8A4B-400B43FEFD1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05" name="Line 26">
              <a:extLst>
                <a:ext uri="{FF2B5EF4-FFF2-40B4-BE49-F238E27FC236}">
                  <a16:creationId xmlns:a16="http://schemas.microsoft.com/office/drawing/2014/main" id="{EF7D4802-AA98-4F68-9E0A-B90E439E20FC}"/>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006" name="Line 27">
              <a:extLst>
                <a:ext uri="{FF2B5EF4-FFF2-40B4-BE49-F238E27FC236}">
                  <a16:creationId xmlns:a16="http://schemas.microsoft.com/office/drawing/2014/main" id="{6865301C-84DD-4FBE-86DB-27E006515ED2}"/>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007" name="Rectangle 28">
              <a:extLst>
                <a:ext uri="{FF2B5EF4-FFF2-40B4-BE49-F238E27FC236}">
                  <a16:creationId xmlns:a16="http://schemas.microsoft.com/office/drawing/2014/main" id="{D4FAF8B2-7C2F-43C9-B550-2A5999F73751}"/>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08" name="Rectangle 29">
              <a:extLst>
                <a:ext uri="{FF2B5EF4-FFF2-40B4-BE49-F238E27FC236}">
                  <a16:creationId xmlns:a16="http://schemas.microsoft.com/office/drawing/2014/main" id="{823AEA0F-4BA9-4BC8-B77E-F573FCE18BA6}"/>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5789" name="Group 30">
            <a:extLst>
              <a:ext uri="{FF2B5EF4-FFF2-40B4-BE49-F238E27FC236}">
                <a16:creationId xmlns:a16="http://schemas.microsoft.com/office/drawing/2014/main" id="{9CB6CF3D-CD6A-45ED-B42B-4F80A630F26B}"/>
              </a:ext>
            </a:extLst>
          </p:cNvPr>
          <p:cNvGrpSpPr>
            <a:grpSpLocks/>
          </p:cNvGrpSpPr>
          <p:nvPr/>
        </p:nvGrpSpPr>
        <p:grpSpPr bwMode="auto">
          <a:xfrm rot="-5400000">
            <a:off x="6165850" y="3149600"/>
            <a:ext cx="80963" cy="233363"/>
            <a:chOff x="3842" y="406"/>
            <a:chExt cx="51" cy="167"/>
          </a:xfrm>
        </p:grpSpPr>
        <p:sp>
          <p:nvSpPr>
            <p:cNvPr id="75998" name="Oval 31">
              <a:extLst>
                <a:ext uri="{FF2B5EF4-FFF2-40B4-BE49-F238E27FC236}">
                  <a16:creationId xmlns:a16="http://schemas.microsoft.com/office/drawing/2014/main" id="{E8944AE7-5B09-487A-ABDD-82F4755C4493}"/>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99" name="Oval 32">
              <a:extLst>
                <a:ext uri="{FF2B5EF4-FFF2-40B4-BE49-F238E27FC236}">
                  <a16:creationId xmlns:a16="http://schemas.microsoft.com/office/drawing/2014/main" id="{9603AC72-388E-4312-99E0-32E8700D4D88}"/>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000" name="Oval 33">
              <a:extLst>
                <a:ext uri="{FF2B5EF4-FFF2-40B4-BE49-F238E27FC236}">
                  <a16:creationId xmlns:a16="http://schemas.microsoft.com/office/drawing/2014/main" id="{C7AC0F13-54F7-4866-9991-7086B0D499BA}"/>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5790" name="Line 34">
            <a:extLst>
              <a:ext uri="{FF2B5EF4-FFF2-40B4-BE49-F238E27FC236}">
                <a16:creationId xmlns:a16="http://schemas.microsoft.com/office/drawing/2014/main" id="{5289BA2F-8CE1-4623-B83E-000182D25E6D}"/>
              </a:ext>
            </a:extLst>
          </p:cNvPr>
          <p:cNvSpPr>
            <a:spLocks noChangeShapeType="1"/>
          </p:cNvSpPr>
          <p:nvPr/>
        </p:nvSpPr>
        <p:spPr bwMode="auto">
          <a:xfrm>
            <a:off x="5989638" y="2979738"/>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791" name="Line 35">
            <a:extLst>
              <a:ext uri="{FF2B5EF4-FFF2-40B4-BE49-F238E27FC236}">
                <a16:creationId xmlns:a16="http://schemas.microsoft.com/office/drawing/2014/main" id="{33057509-3DFD-40F3-A7CD-A65276315C8D}"/>
              </a:ext>
            </a:extLst>
          </p:cNvPr>
          <p:cNvSpPr>
            <a:spLocks noChangeShapeType="1"/>
          </p:cNvSpPr>
          <p:nvPr/>
        </p:nvSpPr>
        <p:spPr bwMode="auto">
          <a:xfrm>
            <a:off x="5992813" y="2976563"/>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792" name="Line 36">
            <a:extLst>
              <a:ext uri="{FF2B5EF4-FFF2-40B4-BE49-F238E27FC236}">
                <a16:creationId xmlns:a16="http://schemas.microsoft.com/office/drawing/2014/main" id="{67B858B5-B4A7-4B4C-A646-59E844F827B8}"/>
              </a:ext>
            </a:extLst>
          </p:cNvPr>
          <p:cNvSpPr>
            <a:spLocks noChangeShapeType="1"/>
          </p:cNvSpPr>
          <p:nvPr/>
        </p:nvSpPr>
        <p:spPr bwMode="auto">
          <a:xfrm>
            <a:off x="6488113" y="2974975"/>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793" name="Line 37">
            <a:extLst>
              <a:ext uri="{FF2B5EF4-FFF2-40B4-BE49-F238E27FC236}">
                <a16:creationId xmlns:a16="http://schemas.microsoft.com/office/drawing/2014/main" id="{A3D77F6B-FF56-4372-9992-F0AA522A62E0}"/>
              </a:ext>
            </a:extLst>
          </p:cNvPr>
          <p:cNvSpPr>
            <a:spLocks noChangeShapeType="1"/>
          </p:cNvSpPr>
          <p:nvPr/>
        </p:nvSpPr>
        <p:spPr bwMode="auto">
          <a:xfrm>
            <a:off x="5689600" y="2439988"/>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794" name="Line 38">
            <a:extLst>
              <a:ext uri="{FF2B5EF4-FFF2-40B4-BE49-F238E27FC236}">
                <a16:creationId xmlns:a16="http://schemas.microsoft.com/office/drawing/2014/main" id="{C4FC58C0-BEDC-489D-B57C-94B97C5D02EC}"/>
              </a:ext>
            </a:extLst>
          </p:cNvPr>
          <p:cNvSpPr>
            <a:spLocks noChangeShapeType="1"/>
          </p:cNvSpPr>
          <p:nvPr/>
        </p:nvSpPr>
        <p:spPr bwMode="auto">
          <a:xfrm flipV="1">
            <a:off x="5702300" y="2725738"/>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795" name="Line 39">
            <a:extLst>
              <a:ext uri="{FF2B5EF4-FFF2-40B4-BE49-F238E27FC236}">
                <a16:creationId xmlns:a16="http://schemas.microsoft.com/office/drawing/2014/main" id="{2041D517-8D84-4C44-9F20-8BCA06047BAD}"/>
              </a:ext>
            </a:extLst>
          </p:cNvPr>
          <p:cNvSpPr>
            <a:spLocks noChangeShapeType="1"/>
          </p:cNvSpPr>
          <p:nvPr/>
        </p:nvSpPr>
        <p:spPr bwMode="auto">
          <a:xfrm flipV="1">
            <a:off x="6229350" y="2811463"/>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5796" name="Group 40">
            <a:extLst>
              <a:ext uri="{FF2B5EF4-FFF2-40B4-BE49-F238E27FC236}">
                <a16:creationId xmlns:a16="http://schemas.microsoft.com/office/drawing/2014/main" id="{214C1808-E80F-4588-A6A6-264476479915}"/>
              </a:ext>
            </a:extLst>
          </p:cNvPr>
          <p:cNvGrpSpPr>
            <a:grpSpLocks/>
          </p:cNvGrpSpPr>
          <p:nvPr/>
        </p:nvGrpSpPr>
        <p:grpSpPr bwMode="auto">
          <a:xfrm>
            <a:off x="6348413" y="3049588"/>
            <a:ext cx="209550" cy="395287"/>
            <a:chOff x="4180" y="783"/>
            <a:chExt cx="150" cy="307"/>
          </a:xfrm>
        </p:grpSpPr>
        <p:sp>
          <p:nvSpPr>
            <p:cNvPr id="75990" name="AutoShape 41">
              <a:extLst>
                <a:ext uri="{FF2B5EF4-FFF2-40B4-BE49-F238E27FC236}">
                  <a16:creationId xmlns:a16="http://schemas.microsoft.com/office/drawing/2014/main" id="{F0DEA764-F782-4DD3-B234-2939799140A2}"/>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91" name="Rectangle 42">
              <a:extLst>
                <a:ext uri="{FF2B5EF4-FFF2-40B4-BE49-F238E27FC236}">
                  <a16:creationId xmlns:a16="http://schemas.microsoft.com/office/drawing/2014/main" id="{0B3C6F84-C18F-44D7-B243-C87978FC5CB9}"/>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92" name="Rectangle 43">
              <a:extLst>
                <a:ext uri="{FF2B5EF4-FFF2-40B4-BE49-F238E27FC236}">
                  <a16:creationId xmlns:a16="http://schemas.microsoft.com/office/drawing/2014/main" id="{EBD2F6BA-FEDF-4D6D-ABAD-972E64A6706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93" name="AutoShape 44">
              <a:extLst>
                <a:ext uri="{FF2B5EF4-FFF2-40B4-BE49-F238E27FC236}">
                  <a16:creationId xmlns:a16="http://schemas.microsoft.com/office/drawing/2014/main" id="{540D1916-9B95-4D22-A910-3DB3FCFA27F5}"/>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94" name="Line 45">
              <a:extLst>
                <a:ext uri="{FF2B5EF4-FFF2-40B4-BE49-F238E27FC236}">
                  <a16:creationId xmlns:a16="http://schemas.microsoft.com/office/drawing/2014/main" id="{C0C582D3-4928-4644-B618-59DB7FE043FD}"/>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95" name="Line 46">
              <a:extLst>
                <a:ext uri="{FF2B5EF4-FFF2-40B4-BE49-F238E27FC236}">
                  <a16:creationId xmlns:a16="http://schemas.microsoft.com/office/drawing/2014/main" id="{F7AB5807-0C92-415A-8E21-DE8117E0996E}"/>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96" name="Rectangle 47">
              <a:extLst>
                <a:ext uri="{FF2B5EF4-FFF2-40B4-BE49-F238E27FC236}">
                  <a16:creationId xmlns:a16="http://schemas.microsoft.com/office/drawing/2014/main" id="{09B5C0B8-A6EA-4005-AABD-9CBA2FC4C615}"/>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97" name="Rectangle 48">
              <a:extLst>
                <a:ext uri="{FF2B5EF4-FFF2-40B4-BE49-F238E27FC236}">
                  <a16:creationId xmlns:a16="http://schemas.microsoft.com/office/drawing/2014/main" id="{F2A1AE72-E16C-400C-8D4B-78B5DB64FFA9}"/>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5797" name="Group 49">
            <a:extLst>
              <a:ext uri="{FF2B5EF4-FFF2-40B4-BE49-F238E27FC236}">
                <a16:creationId xmlns:a16="http://schemas.microsoft.com/office/drawing/2014/main" id="{A5A53CD4-7F4E-4F51-BD6B-651B9154D259}"/>
              </a:ext>
            </a:extLst>
          </p:cNvPr>
          <p:cNvGrpSpPr>
            <a:grpSpLocks/>
          </p:cNvGrpSpPr>
          <p:nvPr/>
        </p:nvGrpSpPr>
        <p:grpSpPr bwMode="auto">
          <a:xfrm>
            <a:off x="5391150" y="3668713"/>
            <a:ext cx="479425" cy="925512"/>
            <a:chOff x="3314" y="1248"/>
            <a:chExt cx="344" cy="694"/>
          </a:xfrm>
        </p:grpSpPr>
        <p:graphicFrame>
          <p:nvGraphicFramePr>
            <p:cNvPr id="75981" name="Object 50">
              <a:extLst>
                <a:ext uri="{FF2B5EF4-FFF2-40B4-BE49-F238E27FC236}">
                  <a16:creationId xmlns:a16="http://schemas.microsoft.com/office/drawing/2014/main" id="{AF34279D-ED71-4071-853B-8D6E028380CC}"/>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982" name="Line 51">
              <a:extLst>
                <a:ext uri="{FF2B5EF4-FFF2-40B4-BE49-F238E27FC236}">
                  <a16:creationId xmlns:a16="http://schemas.microsoft.com/office/drawing/2014/main" id="{80229EC7-5C32-424B-A2FE-9E76BC5ACBE5}"/>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5983" name="Object 52">
              <a:extLst>
                <a:ext uri="{FF2B5EF4-FFF2-40B4-BE49-F238E27FC236}">
                  <a16:creationId xmlns:a16="http://schemas.microsoft.com/office/drawing/2014/main" id="{00922D72-3AF5-42AF-8C97-D06729772DA1}"/>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984" name="Line 53">
              <a:extLst>
                <a:ext uri="{FF2B5EF4-FFF2-40B4-BE49-F238E27FC236}">
                  <a16:creationId xmlns:a16="http://schemas.microsoft.com/office/drawing/2014/main" id="{C50C8046-1C5D-4E6E-8AE0-C51C39383CE5}"/>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5985" name="Group 54">
              <a:extLst>
                <a:ext uri="{FF2B5EF4-FFF2-40B4-BE49-F238E27FC236}">
                  <a16:creationId xmlns:a16="http://schemas.microsoft.com/office/drawing/2014/main" id="{BC751E10-E32D-43B1-8CDB-B6E8902BAE6C}"/>
                </a:ext>
              </a:extLst>
            </p:cNvPr>
            <p:cNvGrpSpPr>
              <a:grpSpLocks/>
            </p:cNvGrpSpPr>
            <p:nvPr/>
          </p:nvGrpSpPr>
          <p:grpSpPr bwMode="auto">
            <a:xfrm>
              <a:off x="3404" y="1504"/>
              <a:ext cx="51" cy="167"/>
              <a:chOff x="3842" y="406"/>
              <a:chExt cx="51" cy="167"/>
            </a:xfrm>
          </p:grpSpPr>
          <p:sp>
            <p:nvSpPr>
              <p:cNvPr id="75987" name="Oval 55">
                <a:extLst>
                  <a:ext uri="{FF2B5EF4-FFF2-40B4-BE49-F238E27FC236}">
                    <a16:creationId xmlns:a16="http://schemas.microsoft.com/office/drawing/2014/main" id="{41E85722-C6FE-4589-BF43-6A9E1B7D567D}"/>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88" name="Oval 56">
                <a:extLst>
                  <a:ext uri="{FF2B5EF4-FFF2-40B4-BE49-F238E27FC236}">
                    <a16:creationId xmlns:a16="http://schemas.microsoft.com/office/drawing/2014/main" id="{C4AEA641-EC82-4027-B937-F24A38FBBE89}"/>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89" name="Oval 57">
                <a:extLst>
                  <a:ext uri="{FF2B5EF4-FFF2-40B4-BE49-F238E27FC236}">
                    <a16:creationId xmlns:a16="http://schemas.microsoft.com/office/drawing/2014/main" id="{98E4146C-D030-4531-8673-169D2CF16AC1}"/>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5986" name="Line 58">
              <a:extLst>
                <a:ext uri="{FF2B5EF4-FFF2-40B4-BE49-F238E27FC236}">
                  <a16:creationId xmlns:a16="http://schemas.microsoft.com/office/drawing/2014/main" id="{5F86A0C1-7641-46A7-81F9-6EBEAE9CE61D}"/>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75798" name="Object 59">
            <a:extLst>
              <a:ext uri="{FF2B5EF4-FFF2-40B4-BE49-F238E27FC236}">
                <a16:creationId xmlns:a16="http://schemas.microsoft.com/office/drawing/2014/main" id="{5842CBED-1A1A-4280-A32C-AAC022351F46}"/>
              </a:ext>
            </a:extLst>
          </p:cNvPr>
          <p:cNvGraphicFramePr>
            <a:graphicFrameLocks noChangeAspect="1"/>
          </p:cNvGraphicFramePr>
          <p:nvPr/>
        </p:nvGraphicFramePr>
        <p:xfrm>
          <a:off x="6259513" y="4678363"/>
          <a:ext cx="417512" cy="331787"/>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9513" y="4678363"/>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9" name="Object 60">
            <a:extLst>
              <a:ext uri="{FF2B5EF4-FFF2-40B4-BE49-F238E27FC236}">
                <a16:creationId xmlns:a16="http://schemas.microsoft.com/office/drawing/2014/main" id="{AECA316E-0371-49FE-9C5D-895E7697EC26}"/>
              </a:ext>
            </a:extLst>
          </p:cNvPr>
          <p:cNvGraphicFramePr>
            <a:graphicFrameLocks noChangeAspect="1"/>
          </p:cNvGraphicFramePr>
          <p:nvPr/>
        </p:nvGraphicFramePr>
        <p:xfrm>
          <a:off x="5645150" y="4667250"/>
          <a:ext cx="415925" cy="330200"/>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5150" y="4667250"/>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00" name="Oval 61">
            <a:extLst>
              <a:ext uri="{FF2B5EF4-FFF2-40B4-BE49-F238E27FC236}">
                <a16:creationId xmlns:a16="http://schemas.microsoft.com/office/drawing/2014/main" id="{6E0E457B-9866-41DD-9C3B-4F3D6881A4DB}"/>
              </a:ext>
            </a:extLst>
          </p:cNvPr>
          <p:cNvSpPr>
            <a:spLocks noChangeArrowheads="1"/>
          </p:cNvSpPr>
          <p:nvPr/>
        </p:nvSpPr>
        <p:spPr bwMode="auto">
          <a:xfrm rot="-5400000">
            <a:off x="6061869" y="4771231"/>
            <a:ext cx="63500"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801" name="Oval 62">
            <a:extLst>
              <a:ext uri="{FF2B5EF4-FFF2-40B4-BE49-F238E27FC236}">
                <a16:creationId xmlns:a16="http://schemas.microsoft.com/office/drawing/2014/main" id="{80E36680-2F74-4936-B8AE-1D292D2FC71E}"/>
              </a:ext>
            </a:extLst>
          </p:cNvPr>
          <p:cNvSpPr>
            <a:spLocks noChangeArrowheads="1"/>
          </p:cNvSpPr>
          <p:nvPr/>
        </p:nvSpPr>
        <p:spPr bwMode="auto">
          <a:xfrm rot="-5400000">
            <a:off x="6146801" y="4768850"/>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802" name="Oval 63">
            <a:extLst>
              <a:ext uri="{FF2B5EF4-FFF2-40B4-BE49-F238E27FC236}">
                <a16:creationId xmlns:a16="http://schemas.microsoft.com/office/drawing/2014/main" id="{59F67880-6B3B-41B4-9B96-C5D2D670D68B}"/>
              </a:ext>
            </a:extLst>
          </p:cNvPr>
          <p:cNvSpPr>
            <a:spLocks noChangeArrowheads="1"/>
          </p:cNvSpPr>
          <p:nvPr/>
        </p:nvSpPr>
        <p:spPr bwMode="auto">
          <a:xfrm rot="-5400000">
            <a:off x="6224587" y="4773613"/>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803" name="Line 64">
            <a:extLst>
              <a:ext uri="{FF2B5EF4-FFF2-40B4-BE49-F238E27FC236}">
                <a16:creationId xmlns:a16="http://schemas.microsoft.com/office/drawing/2014/main" id="{95932E62-2683-46D6-91FA-DB9A48A65A1B}"/>
              </a:ext>
            </a:extLst>
          </p:cNvPr>
          <p:cNvSpPr>
            <a:spLocks noChangeShapeType="1"/>
          </p:cNvSpPr>
          <p:nvPr/>
        </p:nvSpPr>
        <p:spPr bwMode="auto">
          <a:xfrm rot="-5400000">
            <a:off x="6484144" y="4653757"/>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04" name="Line 65">
            <a:extLst>
              <a:ext uri="{FF2B5EF4-FFF2-40B4-BE49-F238E27FC236}">
                <a16:creationId xmlns:a16="http://schemas.microsoft.com/office/drawing/2014/main" id="{1720A62F-F13C-4CD5-A462-499A1598A100}"/>
              </a:ext>
            </a:extLst>
          </p:cNvPr>
          <p:cNvSpPr>
            <a:spLocks noChangeShapeType="1"/>
          </p:cNvSpPr>
          <p:nvPr/>
        </p:nvSpPr>
        <p:spPr bwMode="auto">
          <a:xfrm rot="5400000" flipH="1">
            <a:off x="5857875" y="4645025"/>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05" name="Line 66">
            <a:extLst>
              <a:ext uri="{FF2B5EF4-FFF2-40B4-BE49-F238E27FC236}">
                <a16:creationId xmlns:a16="http://schemas.microsoft.com/office/drawing/2014/main" id="{9BBF15D2-8D4C-40DD-9E89-58C56B01C79F}"/>
              </a:ext>
            </a:extLst>
          </p:cNvPr>
          <p:cNvSpPr>
            <a:spLocks noChangeShapeType="1"/>
          </p:cNvSpPr>
          <p:nvPr/>
        </p:nvSpPr>
        <p:spPr bwMode="auto">
          <a:xfrm rot="16200000" flipV="1">
            <a:off x="6204744" y="4306094"/>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06" name="Line 67">
            <a:extLst>
              <a:ext uri="{FF2B5EF4-FFF2-40B4-BE49-F238E27FC236}">
                <a16:creationId xmlns:a16="http://schemas.microsoft.com/office/drawing/2014/main" id="{677CA63C-E20D-467B-8F84-629DFF6B7ED4}"/>
              </a:ext>
            </a:extLst>
          </p:cNvPr>
          <p:cNvSpPr>
            <a:spLocks noChangeShapeType="1"/>
          </p:cNvSpPr>
          <p:nvPr/>
        </p:nvSpPr>
        <p:spPr bwMode="auto">
          <a:xfrm flipV="1">
            <a:off x="5870575" y="4244975"/>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07" name="Line 68">
            <a:extLst>
              <a:ext uri="{FF2B5EF4-FFF2-40B4-BE49-F238E27FC236}">
                <a16:creationId xmlns:a16="http://schemas.microsoft.com/office/drawing/2014/main" id="{7A555E28-F65D-4F97-8790-E50D73A449AF}"/>
              </a:ext>
            </a:extLst>
          </p:cNvPr>
          <p:cNvSpPr>
            <a:spLocks noChangeShapeType="1"/>
          </p:cNvSpPr>
          <p:nvPr/>
        </p:nvSpPr>
        <p:spPr bwMode="auto">
          <a:xfrm>
            <a:off x="6472238" y="4291013"/>
            <a:ext cx="303212" cy="3857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08" name="Line 69">
            <a:extLst>
              <a:ext uri="{FF2B5EF4-FFF2-40B4-BE49-F238E27FC236}">
                <a16:creationId xmlns:a16="http://schemas.microsoft.com/office/drawing/2014/main" id="{A3AB120C-CA15-40C6-AE50-0DDBBEAAA2B8}"/>
              </a:ext>
            </a:extLst>
          </p:cNvPr>
          <p:cNvSpPr>
            <a:spLocks noChangeShapeType="1"/>
          </p:cNvSpPr>
          <p:nvPr/>
        </p:nvSpPr>
        <p:spPr bwMode="auto">
          <a:xfrm flipH="1">
            <a:off x="7267575" y="4287838"/>
            <a:ext cx="279400" cy="3921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5809" name="Object 70">
            <a:extLst>
              <a:ext uri="{FF2B5EF4-FFF2-40B4-BE49-F238E27FC236}">
                <a16:creationId xmlns:a16="http://schemas.microsoft.com/office/drawing/2014/main" id="{5A4B9781-0EF8-4DC9-8A6F-43EABCB172F6}"/>
              </a:ext>
            </a:extLst>
          </p:cNvPr>
          <p:cNvGraphicFramePr>
            <a:graphicFrameLocks noChangeAspect="1"/>
          </p:cNvGraphicFramePr>
          <p:nvPr/>
        </p:nvGraphicFramePr>
        <p:xfrm>
          <a:off x="7445375" y="3840163"/>
          <a:ext cx="203200" cy="241300"/>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7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45375" y="3840163"/>
                        <a:ext cx="2032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0" name="Object 71">
            <a:extLst>
              <a:ext uri="{FF2B5EF4-FFF2-40B4-BE49-F238E27FC236}">
                <a16:creationId xmlns:a16="http://schemas.microsoft.com/office/drawing/2014/main" id="{EAC06C8E-57EC-4435-AE3D-59DD244F8D25}"/>
              </a:ext>
            </a:extLst>
          </p:cNvPr>
          <p:cNvGraphicFramePr>
            <a:graphicFrameLocks noChangeAspect="1"/>
          </p:cNvGraphicFramePr>
          <p:nvPr/>
        </p:nvGraphicFramePr>
        <p:xfrm>
          <a:off x="6108700" y="3921125"/>
          <a:ext cx="203200" cy="239713"/>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7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08700" y="3921125"/>
                        <a:ext cx="203200"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11" name="Freeform 72">
            <a:extLst>
              <a:ext uri="{FF2B5EF4-FFF2-40B4-BE49-F238E27FC236}">
                <a16:creationId xmlns:a16="http://schemas.microsoft.com/office/drawing/2014/main" id="{C4DBF8E5-E41C-4120-A487-18E3E8B8762E}"/>
              </a:ext>
            </a:extLst>
          </p:cNvPr>
          <p:cNvSpPr>
            <a:spLocks/>
          </p:cNvSpPr>
          <p:nvPr/>
        </p:nvSpPr>
        <p:spPr bwMode="auto">
          <a:xfrm>
            <a:off x="6189663" y="3695700"/>
            <a:ext cx="1354137" cy="304800"/>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381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5812" name="Group 73">
            <a:extLst>
              <a:ext uri="{FF2B5EF4-FFF2-40B4-BE49-F238E27FC236}">
                <a16:creationId xmlns:a16="http://schemas.microsoft.com/office/drawing/2014/main" id="{F1F9E988-04AB-4952-8ABA-F4CAED56C16D}"/>
              </a:ext>
            </a:extLst>
          </p:cNvPr>
          <p:cNvGrpSpPr>
            <a:grpSpLocks/>
          </p:cNvGrpSpPr>
          <p:nvPr/>
        </p:nvGrpSpPr>
        <p:grpSpPr bwMode="auto">
          <a:xfrm>
            <a:off x="6456363" y="5118100"/>
            <a:ext cx="406400" cy="427038"/>
            <a:chOff x="2870" y="1518"/>
            <a:chExt cx="292" cy="320"/>
          </a:xfrm>
        </p:grpSpPr>
        <p:graphicFrame>
          <p:nvGraphicFramePr>
            <p:cNvPr id="75979" name="Object 74">
              <a:extLst>
                <a:ext uri="{FF2B5EF4-FFF2-40B4-BE49-F238E27FC236}">
                  <a16:creationId xmlns:a16="http://schemas.microsoft.com/office/drawing/2014/main" id="{0D7BDB5F-F808-41ED-AE09-EFE8D9A4C02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7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980" name="Object 75">
              <a:extLst>
                <a:ext uri="{FF2B5EF4-FFF2-40B4-BE49-F238E27FC236}">
                  <a16:creationId xmlns:a16="http://schemas.microsoft.com/office/drawing/2014/main" id="{3C2E7985-B97C-4042-AFA6-A553B28AD8C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7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5813" name="Group 76">
            <a:extLst>
              <a:ext uri="{FF2B5EF4-FFF2-40B4-BE49-F238E27FC236}">
                <a16:creationId xmlns:a16="http://schemas.microsoft.com/office/drawing/2014/main" id="{4DFBBFC2-B85B-417D-874F-32E73A6F0A36}"/>
              </a:ext>
            </a:extLst>
          </p:cNvPr>
          <p:cNvGrpSpPr>
            <a:grpSpLocks/>
          </p:cNvGrpSpPr>
          <p:nvPr/>
        </p:nvGrpSpPr>
        <p:grpSpPr bwMode="auto">
          <a:xfrm>
            <a:off x="7234238" y="5149850"/>
            <a:ext cx="406400" cy="427038"/>
            <a:chOff x="2870" y="1518"/>
            <a:chExt cx="292" cy="320"/>
          </a:xfrm>
        </p:grpSpPr>
        <p:graphicFrame>
          <p:nvGraphicFramePr>
            <p:cNvPr id="75977" name="Object 77">
              <a:extLst>
                <a:ext uri="{FF2B5EF4-FFF2-40B4-BE49-F238E27FC236}">
                  <a16:creationId xmlns:a16="http://schemas.microsoft.com/office/drawing/2014/main" id="{B19F4CFD-4381-4E51-8512-1011E20DDBF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7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978" name="Object 78">
              <a:extLst>
                <a:ext uri="{FF2B5EF4-FFF2-40B4-BE49-F238E27FC236}">
                  <a16:creationId xmlns:a16="http://schemas.microsoft.com/office/drawing/2014/main" id="{E0C71C29-609E-4CBE-838B-3C0469ACCC4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7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5814" name="Group 79">
            <a:extLst>
              <a:ext uri="{FF2B5EF4-FFF2-40B4-BE49-F238E27FC236}">
                <a16:creationId xmlns:a16="http://schemas.microsoft.com/office/drawing/2014/main" id="{71F797C8-66E2-456F-9924-B70AEBE5C0B7}"/>
              </a:ext>
            </a:extLst>
          </p:cNvPr>
          <p:cNvGrpSpPr>
            <a:grpSpLocks/>
          </p:cNvGrpSpPr>
          <p:nvPr/>
        </p:nvGrpSpPr>
        <p:grpSpPr bwMode="auto">
          <a:xfrm>
            <a:off x="6819900" y="4865688"/>
            <a:ext cx="379413" cy="376237"/>
            <a:chOff x="4733" y="2082"/>
            <a:chExt cx="272" cy="282"/>
          </a:xfrm>
        </p:grpSpPr>
        <p:graphicFrame>
          <p:nvGraphicFramePr>
            <p:cNvPr id="75975" name="Object 80">
              <a:extLst>
                <a:ext uri="{FF2B5EF4-FFF2-40B4-BE49-F238E27FC236}">
                  <a16:creationId xmlns:a16="http://schemas.microsoft.com/office/drawing/2014/main" id="{4A3B51BE-F2C3-409B-B69E-BB4ACBC9ADC2}"/>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8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976" name="Rectangle 81">
              <a:extLst>
                <a:ext uri="{FF2B5EF4-FFF2-40B4-BE49-F238E27FC236}">
                  <a16:creationId xmlns:a16="http://schemas.microsoft.com/office/drawing/2014/main" id="{DF4B617F-5092-4BDD-B084-D7F3DA2F67C4}"/>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5815" name="Line 82">
            <a:extLst>
              <a:ext uri="{FF2B5EF4-FFF2-40B4-BE49-F238E27FC236}">
                <a16:creationId xmlns:a16="http://schemas.microsoft.com/office/drawing/2014/main" id="{92B95B72-32F2-4B1E-976F-8AC7436D3AF9}"/>
              </a:ext>
            </a:extLst>
          </p:cNvPr>
          <p:cNvSpPr>
            <a:spLocks noChangeShapeType="1"/>
          </p:cNvSpPr>
          <p:nvPr/>
        </p:nvSpPr>
        <p:spPr bwMode="auto">
          <a:xfrm>
            <a:off x="7126288" y="476885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5816" name="Group 83">
            <a:extLst>
              <a:ext uri="{FF2B5EF4-FFF2-40B4-BE49-F238E27FC236}">
                <a16:creationId xmlns:a16="http://schemas.microsoft.com/office/drawing/2014/main" id="{F5F9B9ED-F83F-403B-96E0-32CED9CED562}"/>
              </a:ext>
            </a:extLst>
          </p:cNvPr>
          <p:cNvGrpSpPr>
            <a:grpSpLocks/>
          </p:cNvGrpSpPr>
          <p:nvPr/>
        </p:nvGrpSpPr>
        <p:grpSpPr bwMode="auto">
          <a:xfrm>
            <a:off x="7847013" y="4192588"/>
            <a:ext cx="207962" cy="409575"/>
            <a:chOff x="4180" y="783"/>
            <a:chExt cx="150" cy="307"/>
          </a:xfrm>
        </p:grpSpPr>
        <p:sp>
          <p:nvSpPr>
            <p:cNvPr id="75967" name="AutoShape 84">
              <a:extLst>
                <a:ext uri="{FF2B5EF4-FFF2-40B4-BE49-F238E27FC236}">
                  <a16:creationId xmlns:a16="http://schemas.microsoft.com/office/drawing/2014/main" id="{A8295347-4C16-4F5C-B61A-0061770C3064}"/>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68" name="Rectangle 85">
              <a:extLst>
                <a:ext uri="{FF2B5EF4-FFF2-40B4-BE49-F238E27FC236}">
                  <a16:creationId xmlns:a16="http://schemas.microsoft.com/office/drawing/2014/main" id="{9CEF8E41-72DB-482B-980E-3B2A10299B09}"/>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69" name="Rectangle 86">
              <a:extLst>
                <a:ext uri="{FF2B5EF4-FFF2-40B4-BE49-F238E27FC236}">
                  <a16:creationId xmlns:a16="http://schemas.microsoft.com/office/drawing/2014/main" id="{0A92C574-6924-4AD2-A369-5FB6388C981A}"/>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70" name="AutoShape 87">
              <a:extLst>
                <a:ext uri="{FF2B5EF4-FFF2-40B4-BE49-F238E27FC236}">
                  <a16:creationId xmlns:a16="http://schemas.microsoft.com/office/drawing/2014/main" id="{E2C2F025-B855-462E-9B6F-F3112FF22B2D}"/>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71" name="Line 88">
              <a:extLst>
                <a:ext uri="{FF2B5EF4-FFF2-40B4-BE49-F238E27FC236}">
                  <a16:creationId xmlns:a16="http://schemas.microsoft.com/office/drawing/2014/main" id="{F31DAC95-9DF9-4A9B-8F70-D1055A6A709F}"/>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72" name="Line 89">
              <a:extLst>
                <a:ext uri="{FF2B5EF4-FFF2-40B4-BE49-F238E27FC236}">
                  <a16:creationId xmlns:a16="http://schemas.microsoft.com/office/drawing/2014/main" id="{B6A09FAC-4075-4FB4-8B27-374A7684E6DA}"/>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73" name="Rectangle 90">
              <a:extLst>
                <a:ext uri="{FF2B5EF4-FFF2-40B4-BE49-F238E27FC236}">
                  <a16:creationId xmlns:a16="http://schemas.microsoft.com/office/drawing/2014/main" id="{A273217E-F71F-4627-A231-01524F8317F3}"/>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74" name="Rectangle 91">
              <a:extLst>
                <a:ext uri="{FF2B5EF4-FFF2-40B4-BE49-F238E27FC236}">
                  <a16:creationId xmlns:a16="http://schemas.microsoft.com/office/drawing/2014/main" id="{35D77965-1816-4D5D-9EF3-AC59AB19DAB9}"/>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5817" name="Group 92">
            <a:extLst>
              <a:ext uri="{FF2B5EF4-FFF2-40B4-BE49-F238E27FC236}">
                <a16:creationId xmlns:a16="http://schemas.microsoft.com/office/drawing/2014/main" id="{FA54CAD1-84F1-475C-ADA7-3B7C59273FCB}"/>
              </a:ext>
            </a:extLst>
          </p:cNvPr>
          <p:cNvGrpSpPr>
            <a:grpSpLocks/>
          </p:cNvGrpSpPr>
          <p:nvPr/>
        </p:nvGrpSpPr>
        <p:grpSpPr bwMode="auto">
          <a:xfrm>
            <a:off x="7834313" y="4637088"/>
            <a:ext cx="207962" cy="409575"/>
            <a:chOff x="4180" y="783"/>
            <a:chExt cx="150" cy="307"/>
          </a:xfrm>
        </p:grpSpPr>
        <p:sp>
          <p:nvSpPr>
            <p:cNvPr id="75959" name="AutoShape 93">
              <a:extLst>
                <a:ext uri="{FF2B5EF4-FFF2-40B4-BE49-F238E27FC236}">
                  <a16:creationId xmlns:a16="http://schemas.microsoft.com/office/drawing/2014/main" id="{7CF17C92-83D6-49E9-B662-6ACF8F98AF12}"/>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60" name="Rectangle 94">
              <a:extLst>
                <a:ext uri="{FF2B5EF4-FFF2-40B4-BE49-F238E27FC236}">
                  <a16:creationId xmlns:a16="http://schemas.microsoft.com/office/drawing/2014/main" id="{A34D4F7E-19E6-4EB7-A9E0-84C2F7E9B4E6}"/>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61" name="Rectangle 95">
              <a:extLst>
                <a:ext uri="{FF2B5EF4-FFF2-40B4-BE49-F238E27FC236}">
                  <a16:creationId xmlns:a16="http://schemas.microsoft.com/office/drawing/2014/main" id="{D205232A-6547-4DF4-81FB-27E29E73FD1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62" name="AutoShape 96">
              <a:extLst>
                <a:ext uri="{FF2B5EF4-FFF2-40B4-BE49-F238E27FC236}">
                  <a16:creationId xmlns:a16="http://schemas.microsoft.com/office/drawing/2014/main" id="{33C40E01-1AF4-4905-B4FD-08BD9FD554EB}"/>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63" name="Line 97">
              <a:extLst>
                <a:ext uri="{FF2B5EF4-FFF2-40B4-BE49-F238E27FC236}">
                  <a16:creationId xmlns:a16="http://schemas.microsoft.com/office/drawing/2014/main" id="{3E57095D-8065-4A78-A8F2-FD83F6767B98}"/>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64" name="Line 98">
              <a:extLst>
                <a:ext uri="{FF2B5EF4-FFF2-40B4-BE49-F238E27FC236}">
                  <a16:creationId xmlns:a16="http://schemas.microsoft.com/office/drawing/2014/main" id="{9A0DC488-B661-4906-A821-33F5C4EE5E98}"/>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65" name="Rectangle 99">
              <a:extLst>
                <a:ext uri="{FF2B5EF4-FFF2-40B4-BE49-F238E27FC236}">
                  <a16:creationId xmlns:a16="http://schemas.microsoft.com/office/drawing/2014/main" id="{36E1F8CF-92FD-47FD-BDB0-FB58EF8D62FE}"/>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66" name="Rectangle 100">
              <a:extLst>
                <a:ext uri="{FF2B5EF4-FFF2-40B4-BE49-F238E27FC236}">
                  <a16:creationId xmlns:a16="http://schemas.microsoft.com/office/drawing/2014/main" id="{F3125DA6-693C-49D1-84A5-1E522842E070}"/>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5818" name="Line 101">
            <a:extLst>
              <a:ext uri="{FF2B5EF4-FFF2-40B4-BE49-F238E27FC236}">
                <a16:creationId xmlns:a16="http://schemas.microsoft.com/office/drawing/2014/main" id="{71902608-C7FA-4A28-A841-5C182CB727F6}"/>
              </a:ext>
            </a:extLst>
          </p:cNvPr>
          <p:cNvSpPr>
            <a:spLocks noChangeShapeType="1"/>
          </p:cNvSpPr>
          <p:nvPr/>
        </p:nvSpPr>
        <p:spPr bwMode="auto">
          <a:xfrm rot="5400000" flipH="1">
            <a:off x="7460456" y="4566444"/>
            <a:ext cx="611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19" name="Line 102">
            <a:extLst>
              <a:ext uri="{FF2B5EF4-FFF2-40B4-BE49-F238E27FC236}">
                <a16:creationId xmlns:a16="http://schemas.microsoft.com/office/drawing/2014/main" id="{2445AFFE-99EF-4B89-8BAE-AFD4621EC9DA}"/>
              </a:ext>
            </a:extLst>
          </p:cNvPr>
          <p:cNvSpPr>
            <a:spLocks noChangeShapeType="1"/>
          </p:cNvSpPr>
          <p:nvPr/>
        </p:nvSpPr>
        <p:spPr bwMode="auto">
          <a:xfrm rot="-5400000">
            <a:off x="7814469" y="4818856"/>
            <a:ext cx="0" cy="103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0" name="Line 103">
            <a:extLst>
              <a:ext uri="{FF2B5EF4-FFF2-40B4-BE49-F238E27FC236}">
                <a16:creationId xmlns:a16="http://schemas.microsoft.com/office/drawing/2014/main" id="{28CB3641-E239-4FCE-A099-7F487CB1D0F0}"/>
              </a:ext>
            </a:extLst>
          </p:cNvPr>
          <p:cNvSpPr>
            <a:spLocks noChangeShapeType="1"/>
          </p:cNvSpPr>
          <p:nvPr/>
        </p:nvSpPr>
        <p:spPr bwMode="auto">
          <a:xfrm rot="-5400000">
            <a:off x="7804150" y="4349750"/>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1" name="Line 104">
            <a:extLst>
              <a:ext uri="{FF2B5EF4-FFF2-40B4-BE49-F238E27FC236}">
                <a16:creationId xmlns:a16="http://schemas.microsoft.com/office/drawing/2014/main" id="{2C6B0A35-6B72-4503-93A2-D01E902D87F3}"/>
              </a:ext>
            </a:extLst>
          </p:cNvPr>
          <p:cNvSpPr>
            <a:spLocks noChangeShapeType="1"/>
          </p:cNvSpPr>
          <p:nvPr/>
        </p:nvSpPr>
        <p:spPr bwMode="auto">
          <a:xfrm flipV="1">
            <a:off x="6483350" y="2490788"/>
            <a:ext cx="458788" cy="2079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2" name="Line 105">
            <a:extLst>
              <a:ext uri="{FF2B5EF4-FFF2-40B4-BE49-F238E27FC236}">
                <a16:creationId xmlns:a16="http://schemas.microsoft.com/office/drawing/2014/main" id="{5182CF89-9559-4FEA-945C-67172E0FBCEF}"/>
              </a:ext>
            </a:extLst>
          </p:cNvPr>
          <p:cNvSpPr>
            <a:spLocks noChangeShapeType="1"/>
          </p:cNvSpPr>
          <p:nvPr/>
        </p:nvSpPr>
        <p:spPr bwMode="auto">
          <a:xfrm>
            <a:off x="7418388" y="2474913"/>
            <a:ext cx="485775" cy="2079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3" name="Line 106">
            <a:extLst>
              <a:ext uri="{FF2B5EF4-FFF2-40B4-BE49-F238E27FC236}">
                <a16:creationId xmlns:a16="http://schemas.microsoft.com/office/drawing/2014/main" id="{D6DBDDA3-694D-4DA1-AA25-4F10CB8A90FB}"/>
              </a:ext>
            </a:extLst>
          </p:cNvPr>
          <p:cNvSpPr>
            <a:spLocks noChangeShapeType="1"/>
          </p:cNvSpPr>
          <p:nvPr/>
        </p:nvSpPr>
        <p:spPr bwMode="auto">
          <a:xfrm flipH="1">
            <a:off x="7937500" y="2811463"/>
            <a:ext cx="241300" cy="68103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4" name="Line 107">
            <a:extLst>
              <a:ext uri="{FF2B5EF4-FFF2-40B4-BE49-F238E27FC236}">
                <a16:creationId xmlns:a16="http://schemas.microsoft.com/office/drawing/2014/main" id="{56720325-9EA8-40F5-A2D1-1DF50342B858}"/>
              </a:ext>
            </a:extLst>
          </p:cNvPr>
          <p:cNvSpPr>
            <a:spLocks noChangeShapeType="1"/>
          </p:cNvSpPr>
          <p:nvPr/>
        </p:nvSpPr>
        <p:spPr bwMode="auto">
          <a:xfrm>
            <a:off x="7167563" y="2587625"/>
            <a:ext cx="0" cy="431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5" name="Line 108">
            <a:extLst>
              <a:ext uri="{FF2B5EF4-FFF2-40B4-BE49-F238E27FC236}">
                <a16:creationId xmlns:a16="http://schemas.microsoft.com/office/drawing/2014/main" id="{EBC80B19-1163-42FF-80BA-8D1709B0BB72}"/>
              </a:ext>
            </a:extLst>
          </p:cNvPr>
          <p:cNvSpPr>
            <a:spLocks noChangeShapeType="1"/>
          </p:cNvSpPr>
          <p:nvPr/>
        </p:nvSpPr>
        <p:spPr bwMode="auto">
          <a:xfrm>
            <a:off x="7192963" y="3235325"/>
            <a:ext cx="534987" cy="3683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6" name="Line 109">
            <a:extLst>
              <a:ext uri="{FF2B5EF4-FFF2-40B4-BE49-F238E27FC236}">
                <a16:creationId xmlns:a16="http://schemas.microsoft.com/office/drawing/2014/main" id="{6514DE95-98EE-4011-B418-75960F73CCB7}"/>
              </a:ext>
            </a:extLst>
          </p:cNvPr>
          <p:cNvSpPr>
            <a:spLocks noChangeShapeType="1"/>
          </p:cNvSpPr>
          <p:nvPr/>
        </p:nvSpPr>
        <p:spPr bwMode="auto">
          <a:xfrm flipH="1">
            <a:off x="7653338" y="3700463"/>
            <a:ext cx="266700" cy="3603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7" name="Line 110">
            <a:extLst>
              <a:ext uri="{FF2B5EF4-FFF2-40B4-BE49-F238E27FC236}">
                <a16:creationId xmlns:a16="http://schemas.microsoft.com/office/drawing/2014/main" id="{23D1F3FC-8EEC-4169-808B-4B15ECEFFA86}"/>
              </a:ext>
            </a:extLst>
          </p:cNvPr>
          <p:cNvSpPr>
            <a:spLocks noChangeShapeType="1"/>
          </p:cNvSpPr>
          <p:nvPr/>
        </p:nvSpPr>
        <p:spPr bwMode="auto">
          <a:xfrm flipH="1">
            <a:off x="7426325" y="2779713"/>
            <a:ext cx="560388" cy="384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8" name="Line 111">
            <a:extLst>
              <a:ext uri="{FF2B5EF4-FFF2-40B4-BE49-F238E27FC236}">
                <a16:creationId xmlns:a16="http://schemas.microsoft.com/office/drawing/2014/main" id="{C183ECA2-4EB6-44F7-9093-F2ED40A4932F}"/>
              </a:ext>
            </a:extLst>
          </p:cNvPr>
          <p:cNvSpPr>
            <a:spLocks noChangeShapeType="1"/>
          </p:cNvSpPr>
          <p:nvPr/>
        </p:nvSpPr>
        <p:spPr bwMode="auto">
          <a:xfrm flipH="1">
            <a:off x="7435850" y="2219325"/>
            <a:ext cx="350838" cy="255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29" name="Line 112">
            <a:extLst>
              <a:ext uri="{FF2B5EF4-FFF2-40B4-BE49-F238E27FC236}">
                <a16:creationId xmlns:a16="http://schemas.microsoft.com/office/drawing/2014/main" id="{E7D52C0B-85FB-439D-9CEE-41EDA4DF3489}"/>
              </a:ext>
            </a:extLst>
          </p:cNvPr>
          <p:cNvSpPr>
            <a:spLocks noChangeShapeType="1"/>
          </p:cNvSpPr>
          <p:nvPr/>
        </p:nvSpPr>
        <p:spPr bwMode="auto">
          <a:xfrm flipH="1">
            <a:off x="8153400" y="2395538"/>
            <a:ext cx="201613" cy="1762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5830" name="Group 113">
            <a:extLst>
              <a:ext uri="{FF2B5EF4-FFF2-40B4-BE49-F238E27FC236}">
                <a16:creationId xmlns:a16="http://schemas.microsoft.com/office/drawing/2014/main" id="{5DA74D6C-2025-4BDA-9B04-F2984CAEFE18}"/>
              </a:ext>
            </a:extLst>
          </p:cNvPr>
          <p:cNvGrpSpPr>
            <a:grpSpLocks/>
          </p:cNvGrpSpPr>
          <p:nvPr/>
        </p:nvGrpSpPr>
        <p:grpSpPr bwMode="auto">
          <a:xfrm>
            <a:off x="7221538" y="4043363"/>
            <a:ext cx="671512" cy="387350"/>
            <a:chOff x="3955" y="387"/>
            <a:chExt cx="423" cy="244"/>
          </a:xfrm>
        </p:grpSpPr>
        <p:sp>
          <p:nvSpPr>
            <p:cNvPr id="75944" name="Freeform 114">
              <a:extLst>
                <a:ext uri="{FF2B5EF4-FFF2-40B4-BE49-F238E27FC236}">
                  <a16:creationId xmlns:a16="http://schemas.microsoft.com/office/drawing/2014/main" id="{80597DE4-E97A-4CD1-9712-89EB7005E90C}"/>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945" name="Group 115">
              <a:extLst>
                <a:ext uri="{FF2B5EF4-FFF2-40B4-BE49-F238E27FC236}">
                  <a16:creationId xmlns:a16="http://schemas.microsoft.com/office/drawing/2014/main" id="{C0924C6B-6777-4F61-8717-54C9256B0746}"/>
                </a:ext>
              </a:extLst>
            </p:cNvPr>
            <p:cNvGrpSpPr>
              <a:grpSpLocks/>
            </p:cNvGrpSpPr>
            <p:nvPr/>
          </p:nvGrpSpPr>
          <p:grpSpPr bwMode="auto">
            <a:xfrm>
              <a:off x="4002" y="442"/>
              <a:ext cx="316" cy="147"/>
              <a:chOff x="3600" y="219"/>
              <a:chExt cx="360" cy="175"/>
            </a:xfrm>
          </p:grpSpPr>
          <p:sp>
            <p:nvSpPr>
              <p:cNvPr id="75946" name="Oval 116">
                <a:extLst>
                  <a:ext uri="{FF2B5EF4-FFF2-40B4-BE49-F238E27FC236}">
                    <a16:creationId xmlns:a16="http://schemas.microsoft.com/office/drawing/2014/main" id="{089EFD0C-43E1-4ED9-A388-956A91A37FD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47" name="Line 117">
                <a:extLst>
                  <a:ext uri="{FF2B5EF4-FFF2-40B4-BE49-F238E27FC236}">
                    <a16:creationId xmlns:a16="http://schemas.microsoft.com/office/drawing/2014/main" id="{2A0E5EF2-193D-42CB-AA08-F6DD6072F01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48" name="Line 118">
                <a:extLst>
                  <a:ext uri="{FF2B5EF4-FFF2-40B4-BE49-F238E27FC236}">
                    <a16:creationId xmlns:a16="http://schemas.microsoft.com/office/drawing/2014/main" id="{87ADAE76-DFFA-424A-BCD2-27AF558BC56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49" name="Rectangle 119">
                <a:extLst>
                  <a:ext uri="{FF2B5EF4-FFF2-40B4-BE49-F238E27FC236}">
                    <a16:creationId xmlns:a16="http://schemas.microsoft.com/office/drawing/2014/main" id="{CE37C3FD-9F7E-4435-8D81-745928DCD4A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950" name="Oval 120">
                <a:extLst>
                  <a:ext uri="{FF2B5EF4-FFF2-40B4-BE49-F238E27FC236}">
                    <a16:creationId xmlns:a16="http://schemas.microsoft.com/office/drawing/2014/main" id="{DC97F368-C49D-4C0F-BE6A-E755790B41BB}"/>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951" name="Group 121">
                <a:extLst>
                  <a:ext uri="{FF2B5EF4-FFF2-40B4-BE49-F238E27FC236}">
                    <a16:creationId xmlns:a16="http://schemas.microsoft.com/office/drawing/2014/main" id="{FA7DCEC9-9F3D-4330-82C9-42B0E57706A6}"/>
                  </a:ext>
                </a:extLst>
              </p:cNvPr>
              <p:cNvGrpSpPr>
                <a:grpSpLocks/>
              </p:cNvGrpSpPr>
              <p:nvPr/>
            </p:nvGrpSpPr>
            <p:grpSpPr bwMode="auto">
              <a:xfrm>
                <a:off x="3686" y="244"/>
                <a:ext cx="177" cy="66"/>
                <a:chOff x="2848" y="848"/>
                <a:chExt cx="140" cy="98"/>
              </a:xfrm>
            </p:grpSpPr>
            <p:sp>
              <p:nvSpPr>
                <p:cNvPr id="75956" name="Line 122">
                  <a:extLst>
                    <a:ext uri="{FF2B5EF4-FFF2-40B4-BE49-F238E27FC236}">
                      <a16:creationId xmlns:a16="http://schemas.microsoft.com/office/drawing/2014/main" id="{991E4CB9-A525-47D4-AA44-ED1CD8A68C6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57" name="Line 123">
                  <a:extLst>
                    <a:ext uri="{FF2B5EF4-FFF2-40B4-BE49-F238E27FC236}">
                      <a16:creationId xmlns:a16="http://schemas.microsoft.com/office/drawing/2014/main" id="{1738A733-1D8A-44FF-B184-30F2F76CD26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58" name="Line 124">
                  <a:extLst>
                    <a:ext uri="{FF2B5EF4-FFF2-40B4-BE49-F238E27FC236}">
                      <a16:creationId xmlns:a16="http://schemas.microsoft.com/office/drawing/2014/main" id="{FEF36D78-582B-4AEC-AD9B-9F46A623B66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952" name="Group 125">
                <a:extLst>
                  <a:ext uri="{FF2B5EF4-FFF2-40B4-BE49-F238E27FC236}">
                    <a16:creationId xmlns:a16="http://schemas.microsoft.com/office/drawing/2014/main" id="{628BFB74-90A8-4688-B391-0D66FD193F99}"/>
                  </a:ext>
                </a:extLst>
              </p:cNvPr>
              <p:cNvGrpSpPr>
                <a:grpSpLocks/>
              </p:cNvGrpSpPr>
              <p:nvPr/>
            </p:nvGrpSpPr>
            <p:grpSpPr bwMode="auto">
              <a:xfrm flipV="1">
                <a:off x="3686" y="243"/>
                <a:ext cx="177" cy="66"/>
                <a:chOff x="2848" y="848"/>
                <a:chExt cx="140" cy="98"/>
              </a:xfrm>
            </p:grpSpPr>
            <p:sp>
              <p:nvSpPr>
                <p:cNvPr id="75953" name="Line 126">
                  <a:extLst>
                    <a:ext uri="{FF2B5EF4-FFF2-40B4-BE49-F238E27FC236}">
                      <a16:creationId xmlns:a16="http://schemas.microsoft.com/office/drawing/2014/main" id="{84C43F26-05CA-4AF1-89D4-14A7C9A4432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54" name="Line 127">
                  <a:extLst>
                    <a:ext uri="{FF2B5EF4-FFF2-40B4-BE49-F238E27FC236}">
                      <a16:creationId xmlns:a16="http://schemas.microsoft.com/office/drawing/2014/main" id="{D0208BC7-4636-4BB3-8E74-85F36ADD2B2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55" name="Line 128">
                  <a:extLst>
                    <a:ext uri="{FF2B5EF4-FFF2-40B4-BE49-F238E27FC236}">
                      <a16:creationId xmlns:a16="http://schemas.microsoft.com/office/drawing/2014/main" id="{5E8B7AEC-C69B-4A0E-A1FB-34A5AF5D894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75831" name="Group 129">
            <a:extLst>
              <a:ext uri="{FF2B5EF4-FFF2-40B4-BE49-F238E27FC236}">
                <a16:creationId xmlns:a16="http://schemas.microsoft.com/office/drawing/2014/main" id="{5F73B881-3C3F-4161-9DFB-DA09390D64D6}"/>
              </a:ext>
            </a:extLst>
          </p:cNvPr>
          <p:cNvGrpSpPr>
            <a:grpSpLocks/>
          </p:cNvGrpSpPr>
          <p:nvPr/>
        </p:nvGrpSpPr>
        <p:grpSpPr bwMode="auto">
          <a:xfrm>
            <a:off x="7573963" y="3386138"/>
            <a:ext cx="671512" cy="387350"/>
            <a:chOff x="3955" y="387"/>
            <a:chExt cx="423" cy="244"/>
          </a:xfrm>
        </p:grpSpPr>
        <p:sp>
          <p:nvSpPr>
            <p:cNvPr id="75929" name="Freeform 130">
              <a:extLst>
                <a:ext uri="{FF2B5EF4-FFF2-40B4-BE49-F238E27FC236}">
                  <a16:creationId xmlns:a16="http://schemas.microsoft.com/office/drawing/2014/main" id="{25AAD419-7E79-426E-9CFB-F8EC3D02ED21}"/>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930" name="Group 131">
              <a:extLst>
                <a:ext uri="{FF2B5EF4-FFF2-40B4-BE49-F238E27FC236}">
                  <a16:creationId xmlns:a16="http://schemas.microsoft.com/office/drawing/2014/main" id="{DC4A22C5-EEA2-43E3-8A01-954ADA58358E}"/>
                </a:ext>
              </a:extLst>
            </p:cNvPr>
            <p:cNvGrpSpPr>
              <a:grpSpLocks/>
            </p:cNvGrpSpPr>
            <p:nvPr/>
          </p:nvGrpSpPr>
          <p:grpSpPr bwMode="auto">
            <a:xfrm>
              <a:off x="4002" y="442"/>
              <a:ext cx="316" cy="147"/>
              <a:chOff x="3600" y="219"/>
              <a:chExt cx="360" cy="175"/>
            </a:xfrm>
          </p:grpSpPr>
          <p:sp>
            <p:nvSpPr>
              <p:cNvPr id="75931" name="Oval 132">
                <a:extLst>
                  <a:ext uri="{FF2B5EF4-FFF2-40B4-BE49-F238E27FC236}">
                    <a16:creationId xmlns:a16="http://schemas.microsoft.com/office/drawing/2014/main" id="{EF6FAF63-520F-4752-A644-21C07C570E0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32" name="Line 133">
                <a:extLst>
                  <a:ext uri="{FF2B5EF4-FFF2-40B4-BE49-F238E27FC236}">
                    <a16:creationId xmlns:a16="http://schemas.microsoft.com/office/drawing/2014/main" id="{BAFA840C-57B2-499D-8C27-A5483E542B4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3" name="Line 134">
                <a:extLst>
                  <a:ext uri="{FF2B5EF4-FFF2-40B4-BE49-F238E27FC236}">
                    <a16:creationId xmlns:a16="http://schemas.microsoft.com/office/drawing/2014/main" id="{3849BA9E-B9FF-4D26-AECC-4B6BC1D4B199}"/>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4" name="Rectangle 135">
                <a:extLst>
                  <a:ext uri="{FF2B5EF4-FFF2-40B4-BE49-F238E27FC236}">
                    <a16:creationId xmlns:a16="http://schemas.microsoft.com/office/drawing/2014/main" id="{54E8CFEC-3CC6-427E-82E4-29F2F1D2898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935" name="Oval 136">
                <a:extLst>
                  <a:ext uri="{FF2B5EF4-FFF2-40B4-BE49-F238E27FC236}">
                    <a16:creationId xmlns:a16="http://schemas.microsoft.com/office/drawing/2014/main" id="{7E930A51-7AD7-4076-BA3D-3D84FEED4D9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936" name="Group 137">
                <a:extLst>
                  <a:ext uri="{FF2B5EF4-FFF2-40B4-BE49-F238E27FC236}">
                    <a16:creationId xmlns:a16="http://schemas.microsoft.com/office/drawing/2014/main" id="{C3BE3221-18D3-4F1C-9C5F-45E3C20E022C}"/>
                  </a:ext>
                </a:extLst>
              </p:cNvPr>
              <p:cNvGrpSpPr>
                <a:grpSpLocks/>
              </p:cNvGrpSpPr>
              <p:nvPr/>
            </p:nvGrpSpPr>
            <p:grpSpPr bwMode="auto">
              <a:xfrm>
                <a:off x="3686" y="244"/>
                <a:ext cx="177" cy="66"/>
                <a:chOff x="2848" y="848"/>
                <a:chExt cx="140" cy="98"/>
              </a:xfrm>
            </p:grpSpPr>
            <p:sp>
              <p:nvSpPr>
                <p:cNvPr id="75941" name="Line 138">
                  <a:extLst>
                    <a:ext uri="{FF2B5EF4-FFF2-40B4-BE49-F238E27FC236}">
                      <a16:creationId xmlns:a16="http://schemas.microsoft.com/office/drawing/2014/main" id="{A8EED504-897F-4568-A574-FFF9A9D3879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42" name="Line 139">
                  <a:extLst>
                    <a:ext uri="{FF2B5EF4-FFF2-40B4-BE49-F238E27FC236}">
                      <a16:creationId xmlns:a16="http://schemas.microsoft.com/office/drawing/2014/main" id="{8F0E0BB0-1C33-4040-866F-96D631B8506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43" name="Line 140">
                  <a:extLst>
                    <a:ext uri="{FF2B5EF4-FFF2-40B4-BE49-F238E27FC236}">
                      <a16:creationId xmlns:a16="http://schemas.microsoft.com/office/drawing/2014/main" id="{3CCDEB41-6EB5-4228-8765-EE0897B28F3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937" name="Group 141">
                <a:extLst>
                  <a:ext uri="{FF2B5EF4-FFF2-40B4-BE49-F238E27FC236}">
                    <a16:creationId xmlns:a16="http://schemas.microsoft.com/office/drawing/2014/main" id="{4C800E35-DF22-4B30-9211-192C41C0200A}"/>
                  </a:ext>
                </a:extLst>
              </p:cNvPr>
              <p:cNvGrpSpPr>
                <a:grpSpLocks/>
              </p:cNvGrpSpPr>
              <p:nvPr/>
            </p:nvGrpSpPr>
            <p:grpSpPr bwMode="auto">
              <a:xfrm flipV="1">
                <a:off x="3686" y="243"/>
                <a:ext cx="177" cy="66"/>
                <a:chOff x="2848" y="848"/>
                <a:chExt cx="140" cy="98"/>
              </a:xfrm>
            </p:grpSpPr>
            <p:sp>
              <p:nvSpPr>
                <p:cNvPr id="75938" name="Line 142">
                  <a:extLst>
                    <a:ext uri="{FF2B5EF4-FFF2-40B4-BE49-F238E27FC236}">
                      <a16:creationId xmlns:a16="http://schemas.microsoft.com/office/drawing/2014/main" id="{80ADC539-C73D-4AB9-A45A-31F13C701A5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9" name="Line 143">
                  <a:extLst>
                    <a:ext uri="{FF2B5EF4-FFF2-40B4-BE49-F238E27FC236}">
                      <a16:creationId xmlns:a16="http://schemas.microsoft.com/office/drawing/2014/main" id="{7E131CD5-EBDA-4846-8E1D-774D86800FB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40" name="Line 144">
                  <a:extLst>
                    <a:ext uri="{FF2B5EF4-FFF2-40B4-BE49-F238E27FC236}">
                      <a16:creationId xmlns:a16="http://schemas.microsoft.com/office/drawing/2014/main" id="{3F656646-E26A-43BE-9009-DEDCA1B6FF2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75832" name="Group 145">
            <a:extLst>
              <a:ext uri="{FF2B5EF4-FFF2-40B4-BE49-F238E27FC236}">
                <a16:creationId xmlns:a16="http://schemas.microsoft.com/office/drawing/2014/main" id="{A41C1C9B-26A9-4E0E-B418-47807DFDFF48}"/>
              </a:ext>
            </a:extLst>
          </p:cNvPr>
          <p:cNvGrpSpPr>
            <a:grpSpLocks/>
          </p:cNvGrpSpPr>
          <p:nvPr/>
        </p:nvGrpSpPr>
        <p:grpSpPr bwMode="auto">
          <a:xfrm>
            <a:off x="6926263" y="2938463"/>
            <a:ext cx="671512" cy="387350"/>
            <a:chOff x="3955" y="387"/>
            <a:chExt cx="423" cy="244"/>
          </a:xfrm>
        </p:grpSpPr>
        <p:sp>
          <p:nvSpPr>
            <p:cNvPr id="75914" name="Freeform 146">
              <a:extLst>
                <a:ext uri="{FF2B5EF4-FFF2-40B4-BE49-F238E27FC236}">
                  <a16:creationId xmlns:a16="http://schemas.microsoft.com/office/drawing/2014/main" id="{66655499-FC02-40F2-B6B3-82BAA40A84D2}"/>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915" name="Group 147">
              <a:extLst>
                <a:ext uri="{FF2B5EF4-FFF2-40B4-BE49-F238E27FC236}">
                  <a16:creationId xmlns:a16="http://schemas.microsoft.com/office/drawing/2014/main" id="{A4743BF9-452F-4048-8981-E63B4CCBF15D}"/>
                </a:ext>
              </a:extLst>
            </p:cNvPr>
            <p:cNvGrpSpPr>
              <a:grpSpLocks/>
            </p:cNvGrpSpPr>
            <p:nvPr/>
          </p:nvGrpSpPr>
          <p:grpSpPr bwMode="auto">
            <a:xfrm>
              <a:off x="4002" y="442"/>
              <a:ext cx="316" cy="147"/>
              <a:chOff x="3600" y="219"/>
              <a:chExt cx="360" cy="175"/>
            </a:xfrm>
          </p:grpSpPr>
          <p:sp>
            <p:nvSpPr>
              <p:cNvPr id="75916" name="Oval 148">
                <a:extLst>
                  <a:ext uri="{FF2B5EF4-FFF2-40B4-BE49-F238E27FC236}">
                    <a16:creationId xmlns:a16="http://schemas.microsoft.com/office/drawing/2014/main" id="{D8E38EEF-1EE5-4644-8D8C-89DC047EE3A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17" name="Line 149">
                <a:extLst>
                  <a:ext uri="{FF2B5EF4-FFF2-40B4-BE49-F238E27FC236}">
                    <a16:creationId xmlns:a16="http://schemas.microsoft.com/office/drawing/2014/main" id="{EDA67C3B-4707-4CB1-8D21-039CA7E0CD8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8" name="Line 150">
                <a:extLst>
                  <a:ext uri="{FF2B5EF4-FFF2-40B4-BE49-F238E27FC236}">
                    <a16:creationId xmlns:a16="http://schemas.microsoft.com/office/drawing/2014/main" id="{86716D41-DC5C-4627-9566-65CBC4EBF28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9" name="Rectangle 151">
                <a:extLst>
                  <a:ext uri="{FF2B5EF4-FFF2-40B4-BE49-F238E27FC236}">
                    <a16:creationId xmlns:a16="http://schemas.microsoft.com/office/drawing/2014/main" id="{8171D2A1-2B1B-4743-ACFE-4F3CBD8FB1A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920" name="Oval 152">
                <a:extLst>
                  <a:ext uri="{FF2B5EF4-FFF2-40B4-BE49-F238E27FC236}">
                    <a16:creationId xmlns:a16="http://schemas.microsoft.com/office/drawing/2014/main" id="{031C4AE7-44F9-4134-9A10-EC891871281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921" name="Group 153">
                <a:extLst>
                  <a:ext uri="{FF2B5EF4-FFF2-40B4-BE49-F238E27FC236}">
                    <a16:creationId xmlns:a16="http://schemas.microsoft.com/office/drawing/2014/main" id="{301F254F-B56D-4123-9F73-A1129ED631AF}"/>
                  </a:ext>
                </a:extLst>
              </p:cNvPr>
              <p:cNvGrpSpPr>
                <a:grpSpLocks/>
              </p:cNvGrpSpPr>
              <p:nvPr/>
            </p:nvGrpSpPr>
            <p:grpSpPr bwMode="auto">
              <a:xfrm>
                <a:off x="3686" y="244"/>
                <a:ext cx="177" cy="66"/>
                <a:chOff x="2848" y="848"/>
                <a:chExt cx="140" cy="98"/>
              </a:xfrm>
            </p:grpSpPr>
            <p:sp>
              <p:nvSpPr>
                <p:cNvPr id="75926" name="Line 154">
                  <a:extLst>
                    <a:ext uri="{FF2B5EF4-FFF2-40B4-BE49-F238E27FC236}">
                      <a16:creationId xmlns:a16="http://schemas.microsoft.com/office/drawing/2014/main" id="{1CD083FC-1533-4890-83E6-A9236316B3E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7" name="Line 155">
                  <a:extLst>
                    <a:ext uri="{FF2B5EF4-FFF2-40B4-BE49-F238E27FC236}">
                      <a16:creationId xmlns:a16="http://schemas.microsoft.com/office/drawing/2014/main" id="{60CE4F0A-8DCE-44A3-B5C0-B3FA9B21E08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8" name="Line 156">
                  <a:extLst>
                    <a:ext uri="{FF2B5EF4-FFF2-40B4-BE49-F238E27FC236}">
                      <a16:creationId xmlns:a16="http://schemas.microsoft.com/office/drawing/2014/main" id="{5F0E6E6A-4100-427A-A23B-5251FBB7740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922" name="Group 157">
                <a:extLst>
                  <a:ext uri="{FF2B5EF4-FFF2-40B4-BE49-F238E27FC236}">
                    <a16:creationId xmlns:a16="http://schemas.microsoft.com/office/drawing/2014/main" id="{22AC0467-35A0-4270-B698-51C395F4C6CD}"/>
                  </a:ext>
                </a:extLst>
              </p:cNvPr>
              <p:cNvGrpSpPr>
                <a:grpSpLocks/>
              </p:cNvGrpSpPr>
              <p:nvPr/>
            </p:nvGrpSpPr>
            <p:grpSpPr bwMode="auto">
              <a:xfrm flipV="1">
                <a:off x="3686" y="243"/>
                <a:ext cx="177" cy="66"/>
                <a:chOff x="2848" y="848"/>
                <a:chExt cx="140" cy="98"/>
              </a:xfrm>
            </p:grpSpPr>
            <p:sp>
              <p:nvSpPr>
                <p:cNvPr id="75923" name="Line 158">
                  <a:extLst>
                    <a:ext uri="{FF2B5EF4-FFF2-40B4-BE49-F238E27FC236}">
                      <a16:creationId xmlns:a16="http://schemas.microsoft.com/office/drawing/2014/main" id="{6BFD9D10-7EC2-412B-9015-DF150018C53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4" name="Line 159">
                  <a:extLst>
                    <a:ext uri="{FF2B5EF4-FFF2-40B4-BE49-F238E27FC236}">
                      <a16:creationId xmlns:a16="http://schemas.microsoft.com/office/drawing/2014/main" id="{DF9E5BCD-330D-4D02-ACF6-360AB814565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5" name="Line 160">
                  <a:extLst>
                    <a:ext uri="{FF2B5EF4-FFF2-40B4-BE49-F238E27FC236}">
                      <a16:creationId xmlns:a16="http://schemas.microsoft.com/office/drawing/2014/main" id="{F4F65C03-0EE9-4E44-BFDB-43524025B4B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75833" name="Group 161">
            <a:extLst>
              <a:ext uri="{FF2B5EF4-FFF2-40B4-BE49-F238E27FC236}">
                <a16:creationId xmlns:a16="http://schemas.microsoft.com/office/drawing/2014/main" id="{00A7D8BF-6BE0-48EF-8145-13BC1008B5EE}"/>
              </a:ext>
            </a:extLst>
          </p:cNvPr>
          <p:cNvGrpSpPr>
            <a:grpSpLocks/>
          </p:cNvGrpSpPr>
          <p:nvPr/>
        </p:nvGrpSpPr>
        <p:grpSpPr bwMode="auto">
          <a:xfrm>
            <a:off x="7745413" y="2462213"/>
            <a:ext cx="671512" cy="387350"/>
            <a:chOff x="3955" y="387"/>
            <a:chExt cx="423" cy="244"/>
          </a:xfrm>
        </p:grpSpPr>
        <p:sp>
          <p:nvSpPr>
            <p:cNvPr id="75899" name="Freeform 162">
              <a:extLst>
                <a:ext uri="{FF2B5EF4-FFF2-40B4-BE49-F238E27FC236}">
                  <a16:creationId xmlns:a16="http://schemas.microsoft.com/office/drawing/2014/main" id="{0F9AABFD-7ECC-485E-B6F8-4072557B0FC4}"/>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900" name="Group 163">
              <a:extLst>
                <a:ext uri="{FF2B5EF4-FFF2-40B4-BE49-F238E27FC236}">
                  <a16:creationId xmlns:a16="http://schemas.microsoft.com/office/drawing/2014/main" id="{5189AAEF-E228-4706-A225-4A170DBC252F}"/>
                </a:ext>
              </a:extLst>
            </p:cNvPr>
            <p:cNvGrpSpPr>
              <a:grpSpLocks/>
            </p:cNvGrpSpPr>
            <p:nvPr/>
          </p:nvGrpSpPr>
          <p:grpSpPr bwMode="auto">
            <a:xfrm>
              <a:off x="4002" y="442"/>
              <a:ext cx="316" cy="147"/>
              <a:chOff x="3600" y="219"/>
              <a:chExt cx="360" cy="175"/>
            </a:xfrm>
          </p:grpSpPr>
          <p:sp>
            <p:nvSpPr>
              <p:cNvPr id="75901" name="Oval 164">
                <a:extLst>
                  <a:ext uri="{FF2B5EF4-FFF2-40B4-BE49-F238E27FC236}">
                    <a16:creationId xmlns:a16="http://schemas.microsoft.com/office/drawing/2014/main" id="{DCF7DE85-55EB-4563-A8DF-30D09C6063A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902" name="Line 165">
                <a:extLst>
                  <a:ext uri="{FF2B5EF4-FFF2-40B4-BE49-F238E27FC236}">
                    <a16:creationId xmlns:a16="http://schemas.microsoft.com/office/drawing/2014/main" id="{F3B30B3C-1C40-4243-B69F-40DCF4AFF72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3" name="Line 166">
                <a:extLst>
                  <a:ext uri="{FF2B5EF4-FFF2-40B4-BE49-F238E27FC236}">
                    <a16:creationId xmlns:a16="http://schemas.microsoft.com/office/drawing/2014/main" id="{AE5936C5-15D9-4845-A76F-D771B7FAB5C6}"/>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4" name="Rectangle 167">
                <a:extLst>
                  <a:ext uri="{FF2B5EF4-FFF2-40B4-BE49-F238E27FC236}">
                    <a16:creationId xmlns:a16="http://schemas.microsoft.com/office/drawing/2014/main" id="{A140820A-A706-43CE-88B0-4A5D9B9A9B5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905" name="Oval 168">
                <a:extLst>
                  <a:ext uri="{FF2B5EF4-FFF2-40B4-BE49-F238E27FC236}">
                    <a16:creationId xmlns:a16="http://schemas.microsoft.com/office/drawing/2014/main" id="{A0D39DDD-D4C0-49DE-8D30-0A27D43C5C9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906" name="Group 169">
                <a:extLst>
                  <a:ext uri="{FF2B5EF4-FFF2-40B4-BE49-F238E27FC236}">
                    <a16:creationId xmlns:a16="http://schemas.microsoft.com/office/drawing/2014/main" id="{659036FB-B38F-404B-9078-8FF6508D54BE}"/>
                  </a:ext>
                </a:extLst>
              </p:cNvPr>
              <p:cNvGrpSpPr>
                <a:grpSpLocks/>
              </p:cNvGrpSpPr>
              <p:nvPr/>
            </p:nvGrpSpPr>
            <p:grpSpPr bwMode="auto">
              <a:xfrm>
                <a:off x="3686" y="244"/>
                <a:ext cx="177" cy="66"/>
                <a:chOff x="2848" y="848"/>
                <a:chExt cx="140" cy="98"/>
              </a:xfrm>
            </p:grpSpPr>
            <p:sp>
              <p:nvSpPr>
                <p:cNvPr id="75911" name="Line 170">
                  <a:extLst>
                    <a:ext uri="{FF2B5EF4-FFF2-40B4-BE49-F238E27FC236}">
                      <a16:creationId xmlns:a16="http://schemas.microsoft.com/office/drawing/2014/main" id="{FD4290F2-7FFC-455B-BED7-653D502F207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2" name="Line 171">
                  <a:extLst>
                    <a:ext uri="{FF2B5EF4-FFF2-40B4-BE49-F238E27FC236}">
                      <a16:creationId xmlns:a16="http://schemas.microsoft.com/office/drawing/2014/main" id="{FBC4F497-207D-4707-8F14-932DD60FF2E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3" name="Line 172">
                  <a:extLst>
                    <a:ext uri="{FF2B5EF4-FFF2-40B4-BE49-F238E27FC236}">
                      <a16:creationId xmlns:a16="http://schemas.microsoft.com/office/drawing/2014/main" id="{AF74A76A-C13A-47F4-9B00-1B77C3CCD84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907" name="Group 173">
                <a:extLst>
                  <a:ext uri="{FF2B5EF4-FFF2-40B4-BE49-F238E27FC236}">
                    <a16:creationId xmlns:a16="http://schemas.microsoft.com/office/drawing/2014/main" id="{2BF951AE-0D57-4807-8B01-7D0128CC01B8}"/>
                  </a:ext>
                </a:extLst>
              </p:cNvPr>
              <p:cNvGrpSpPr>
                <a:grpSpLocks/>
              </p:cNvGrpSpPr>
              <p:nvPr/>
            </p:nvGrpSpPr>
            <p:grpSpPr bwMode="auto">
              <a:xfrm flipV="1">
                <a:off x="3686" y="243"/>
                <a:ext cx="177" cy="66"/>
                <a:chOff x="2848" y="848"/>
                <a:chExt cx="140" cy="98"/>
              </a:xfrm>
            </p:grpSpPr>
            <p:sp>
              <p:nvSpPr>
                <p:cNvPr id="75908" name="Line 174">
                  <a:extLst>
                    <a:ext uri="{FF2B5EF4-FFF2-40B4-BE49-F238E27FC236}">
                      <a16:creationId xmlns:a16="http://schemas.microsoft.com/office/drawing/2014/main" id="{8A1248A2-BB43-4E5C-AD6F-B7B7A38F962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9" name="Line 175">
                  <a:extLst>
                    <a:ext uri="{FF2B5EF4-FFF2-40B4-BE49-F238E27FC236}">
                      <a16:creationId xmlns:a16="http://schemas.microsoft.com/office/drawing/2014/main" id="{05AFA2F5-2DDC-4A6A-AB5D-2D709BA94FD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0" name="Line 176">
                  <a:extLst>
                    <a:ext uri="{FF2B5EF4-FFF2-40B4-BE49-F238E27FC236}">
                      <a16:creationId xmlns:a16="http://schemas.microsoft.com/office/drawing/2014/main" id="{DCC153AA-B704-4054-9F52-5350AA1FFFB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75834" name="Group 177">
            <a:extLst>
              <a:ext uri="{FF2B5EF4-FFF2-40B4-BE49-F238E27FC236}">
                <a16:creationId xmlns:a16="http://schemas.microsoft.com/office/drawing/2014/main" id="{882592BB-E7D3-4434-B39C-AE30B636100D}"/>
              </a:ext>
            </a:extLst>
          </p:cNvPr>
          <p:cNvGrpSpPr>
            <a:grpSpLocks/>
          </p:cNvGrpSpPr>
          <p:nvPr/>
        </p:nvGrpSpPr>
        <p:grpSpPr bwMode="auto">
          <a:xfrm>
            <a:off x="6840538" y="2262188"/>
            <a:ext cx="671512" cy="387350"/>
            <a:chOff x="3955" y="387"/>
            <a:chExt cx="423" cy="244"/>
          </a:xfrm>
        </p:grpSpPr>
        <p:sp>
          <p:nvSpPr>
            <p:cNvPr id="75884" name="Freeform 178">
              <a:extLst>
                <a:ext uri="{FF2B5EF4-FFF2-40B4-BE49-F238E27FC236}">
                  <a16:creationId xmlns:a16="http://schemas.microsoft.com/office/drawing/2014/main" id="{100EA7D4-4166-423E-94E5-6CE9B4AA961F}"/>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885" name="Group 179">
              <a:extLst>
                <a:ext uri="{FF2B5EF4-FFF2-40B4-BE49-F238E27FC236}">
                  <a16:creationId xmlns:a16="http://schemas.microsoft.com/office/drawing/2014/main" id="{50E8AF0A-7229-4F35-977D-419E2D4B71B4}"/>
                </a:ext>
              </a:extLst>
            </p:cNvPr>
            <p:cNvGrpSpPr>
              <a:grpSpLocks/>
            </p:cNvGrpSpPr>
            <p:nvPr/>
          </p:nvGrpSpPr>
          <p:grpSpPr bwMode="auto">
            <a:xfrm>
              <a:off x="4002" y="442"/>
              <a:ext cx="316" cy="147"/>
              <a:chOff x="3600" y="219"/>
              <a:chExt cx="360" cy="175"/>
            </a:xfrm>
          </p:grpSpPr>
          <p:sp>
            <p:nvSpPr>
              <p:cNvPr id="75886" name="Oval 180">
                <a:extLst>
                  <a:ext uri="{FF2B5EF4-FFF2-40B4-BE49-F238E27FC236}">
                    <a16:creationId xmlns:a16="http://schemas.microsoft.com/office/drawing/2014/main" id="{AE339D20-EC2B-45AB-8F5A-700D6255E60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887" name="Line 181">
                <a:extLst>
                  <a:ext uri="{FF2B5EF4-FFF2-40B4-BE49-F238E27FC236}">
                    <a16:creationId xmlns:a16="http://schemas.microsoft.com/office/drawing/2014/main" id="{FD70CD34-091D-43DB-9A1F-D4AE0D41614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8" name="Line 182">
                <a:extLst>
                  <a:ext uri="{FF2B5EF4-FFF2-40B4-BE49-F238E27FC236}">
                    <a16:creationId xmlns:a16="http://schemas.microsoft.com/office/drawing/2014/main" id="{C74DBF5B-99B5-4039-BB50-8B032E376CA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9" name="Rectangle 183">
                <a:extLst>
                  <a:ext uri="{FF2B5EF4-FFF2-40B4-BE49-F238E27FC236}">
                    <a16:creationId xmlns:a16="http://schemas.microsoft.com/office/drawing/2014/main" id="{8EE5E27B-7850-42B7-A09B-19875AE54BF9}"/>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890" name="Oval 184">
                <a:extLst>
                  <a:ext uri="{FF2B5EF4-FFF2-40B4-BE49-F238E27FC236}">
                    <a16:creationId xmlns:a16="http://schemas.microsoft.com/office/drawing/2014/main" id="{A63F87EC-462F-426E-8BC4-68874C0DBE3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891" name="Group 185">
                <a:extLst>
                  <a:ext uri="{FF2B5EF4-FFF2-40B4-BE49-F238E27FC236}">
                    <a16:creationId xmlns:a16="http://schemas.microsoft.com/office/drawing/2014/main" id="{2B7BE399-FB98-4467-A2A4-B96EB3BBAB8E}"/>
                  </a:ext>
                </a:extLst>
              </p:cNvPr>
              <p:cNvGrpSpPr>
                <a:grpSpLocks/>
              </p:cNvGrpSpPr>
              <p:nvPr/>
            </p:nvGrpSpPr>
            <p:grpSpPr bwMode="auto">
              <a:xfrm>
                <a:off x="3686" y="244"/>
                <a:ext cx="177" cy="66"/>
                <a:chOff x="2848" y="848"/>
                <a:chExt cx="140" cy="98"/>
              </a:xfrm>
            </p:grpSpPr>
            <p:sp>
              <p:nvSpPr>
                <p:cNvPr id="75896" name="Line 186">
                  <a:extLst>
                    <a:ext uri="{FF2B5EF4-FFF2-40B4-BE49-F238E27FC236}">
                      <a16:creationId xmlns:a16="http://schemas.microsoft.com/office/drawing/2014/main" id="{C8ACCBD4-FBD9-4B61-9660-ECFFBCDAE07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7" name="Line 187">
                  <a:extLst>
                    <a:ext uri="{FF2B5EF4-FFF2-40B4-BE49-F238E27FC236}">
                      <a16:creationId xmlns:a16="http://schemas.microsoft.com/office/drawing/2014/main" id="{0C35D213-3729-43A2-A3D3-8ACAEC5819D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8" name="Line 188">
                  <a:extLst>
                    <a:ext uri="{FF2B5EF4-FFF2-40B4-BE49-F238E27FC236}">
                      <a16:creationId xmlns:a16="http://schemas.microsoft.com/office/drawing/2014/main" id="{1E23FEB9-F480-4D75-8463-76B3C33D31B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92" name="Group 189">
                <a:extLst>
                  <a:ext uri="{FF2B5EF4-FFF2-40B4-BE49-F238E27FC236}">
                    <a16:creationId xmlns:a16="http://schemas.microsoft.com/office/drawing/2014/main" id="{2BC41765-0B51-45CF-8E24-19FADF4C0B9D}"/>
                  </a:ext>
                </a:extLst>
              </p:cNvPr>
              <p:cNvGrpSpPr>
                <a:grpSpLocks/>
              </p:cNvGrpSpPr>
              <p:nvPr/>
            </p:nvGrpSpPr>
            <p:grpSpPr bwMode="auto">
              <a:xfrm flipV="1">
                <a:off x="3686" y="243"/>
                <a:ext cx="177" cy="66"/>
                <a:chOff x="2848" y="848"/>
                <a:chExt cx="140" cy="98"/>
              </a:xfrm>
            </p:grpSpPr>
            <p:sp>
              <p:nvSpPr>
                <p:cNvPr id="75893" name="Line 190">
                  <a:extLst>
                    <a:ext uri="{FF2B5EF4-FFF2-40B4-BE49-F238E27FC236}">
                      <a16:creationId xmlns:a16="http://schemas.microsoft.com/office/drawing/2014/main" id="{BB9C3F3B-1974-441C-A9AE-6271C2194DA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4" name="Line 191">
                  <a:extLst>
                    <a:ext uri="{FF2B5EF4-FFF2-40B4-BE49-F238E27FC236}">
                      <a16:creationId xmlns:a16="http://schemas.microsoft.com/office/drawing/2014/main" id="{C7065698-4BFB-4BC2-8C67-E8A62201277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5" name="Line 192">
                  <a:extLst>
                    <a:ext uri="{FF2B5EF4-FFF2-40B4-BE49-F238E27FC236}">
                      <a16:creationId xmlns:a16="http://schemas.microsoft.com/office/drawing/2014/main" id="{C6A9C56D-5144-4614-9F90-AF16D8EF263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75835" name="Group 193">
            <a:extLst>
              <a:ext uri="{FF2B5EF4-FFF2-40B4-BE49-F238E27FC236}">
                <a16:creationId xmlns:a16="http://schemas.microsoft.com/office/drawing/2014/main" id="{B58CCDF1-463F-4529-B2FB-3D74D201D333}"/>
              </a:ext>
            </a:extLst>
          </p:cNvPr>
          <p:cNvGrpSpPr>
            <a:grpSpLocks/>
          </p:cNvGrpSpPr>
          <p:nvPr/>
        </p:nvGrpSpPr>
        <p:grpSpPr bwMode="auto">
          <a:xfrm>
            <a:off x="5897563" y="2471738"/>
            <a:ext cx="671512" cy="387350"/>
            <a:chOff x="3955" y="387"/>
            <a:chExt cx="423" cy="244"/>
          </a:xfrm>
        </p:grpSpPr>
        <p:sp>
          <p:nvSpPr>
            <p:cNvPr id="75869" name="Freeform 194">
              <a:extLst>
                <a:ext uri="{FF2B5EF4-FFF2-40B4-BE49-F238E27FC236}">
                  <a16:creationId xmlns:a16="http://schemas.microsoft.com/office/drawing/2014/main" id="{4A0E9DDF-49DC-40EC-A026-130BDF513F41}"/>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870" name="Group 195">
              <a:extLst>
                <a:ext uri="{FF2B5EF4-FFF2-40B4-BE49-F238E27FC236}">
                  <a16:creationId xmlns:a16="http://schemas.microsoft.com/office/drawing/2014/main" id="{8855D0BC-016F-41CD-A09F-FAF6BFE99FC6}"/>
                </a:ext>
              </a:extLst>
            </p:cNvPr>
            <p:cNvGrpSpPr>
              <a:grpSpLocks/>
            </p:cNvGrpSpPr>
            <p:nvPr/>
          </p:nvGrpSpPr>
          <p:grpSpPr bwMode="auto">
            <a:xfrm>
              <a:off x="4002" y="442"/>
              <a:ext cx="316" cy="147"/>
              <a:chOff x="3600" y="219"/>
              <a:chExt cx="360" cy="175"/>
            </a:xfrm>
          </p:grpSpPr>
          <p:sp>
            <p:nvSpPr>
              <p:cNvPr id="75871" name="Oval 196">
                <a:extLst>
                  <a:ext uri="{FF2B5EF4-FFF2-40B4-BE49-F238E27FC236}">
                    <a16:creationId xmlns:a16="http://schemas.microsoft.com/office/drawing/2014/main" id="{D2A279E6-B7EC-4A50-9D33-D374D2A3A3E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872" name="Line 197">
                <a:extLst>
                  <a:ext uri="{FF2B5EF4-FFF2-40B4-BE49-F238E27FC236}">
                    <a16:creationId xmlns:a16="http://schemas.microsoft.com/office/drawing/2014/main" id="{B86D7081-63AA-4004-8716-FBDD1BCFD8D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3" name="Line 198">
                <a:extLst>
                  <a:ext uri="{FF2B5EF4-FFF2-40B4-BE49-F238E27FC236}">
                    <a16:creationId xmlns:a16="http://schemas.microsoft.com/office/drawing/2014/main" id="{BCB358D0-5EAA-4481-BBC9-67871B9F31C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4" name="Rectangle 199">
                <a:extLst>
                  <a:ext uri="{FF2B5EF4-FFF2-40B4-BE49-F238E27FC236}">
                    <a16:creationId xmlns:a16="http://schemas.microsoft.com/office/drawing/2014/main" id="{C94A710D-5758-4F06-B23E-1D448767F43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875" name="Oval 200">
                <a:extLst>
                  <a:ext uri="{FF2B5EF4-FFF2-40B4-BE49-F238E27FC236}">
                    <a16:creationId xmlns:a16="http://schemas.microsoft.com/office/drawing/2014/main" id="{7C335FC2-9EE3-4CD4-8D67-B5F8EFD1C6B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876" name="Group 201">
                <a:extLst>
                  <a:ext uri="{FF2B5EF4-FFF2-40B4-BE49-F238E27FC236}">
                    <a16:creationId xmlns:a16="http://schemas.microsoft.com/office/drawing/2014/main" id="{CDDFE40E-6B9C-4EDB-B56C-E8DEC7B0D9BC}"/>
                  </a:ext>
                </a:extLst>
              </p:cNvPr>
              <p:cNvGrpSpPr>
                <a:grpSpLocks/>
              </p:cNvGrpSpPr>
              <p:nvPr/>
            </p:nvGrpSpPr>
            <p:grpSpPr bwMode="auto">
              <a:xfrm>
                <a:off x="3686" y="244"/>
                <a:ext cx="177" cy="66"/>
                <a:chOff x="2848" y="848"/>
                <a:chExt cx="140" cy="98"/>
              </a:xfrm>
            </p:grpSpPr>
            <p:sp>
              <p:nvSpPr>
                <p:cNvPr id="75881" name="Line 202">
                  <a:extLst>
                    <a:ext uri="{FF2B5EF4-FFF2-40B4-BE49-F238E27FC236}">
                      <a16:creationId xmlns:a16="http://schemas.microsoft.com/office/drawing/2014/main" id="{4C747646-D18A-4D07-9208-7FDA08F6EE5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2" name="Line 203">
                  <a:extLst>
                    <a:ext uri="{FF2B5EF4-FFF2-40B4-BE49-F238E27FC236}">
                      <a16:creationId xmlns:a16="http://schemas.microsoft.com/office/drawing/2014/main" id="{215644CA-6B8C-4E74-8B5A-81C86E0E121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3" name="Line 204">
                  <a:extLst>
                    <a:ext uri="{FF2B5EF4-FFF2-40B4-BE49-F238E27FC236}">
                      <a16:creationId xmlns:a16="http://schemas.microsoft.com/office/drawing/2014/main" id="{4D171156-C03E-4EBC-9F81-6578B2399A6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77" name="Group 205">
                <a:extLst>
                  <a:ext uri="{FF2B5EF4-FFF2-40B4-BE49-F238E27FC236}">
                    <a16:creationId xmlns:a16="http://schemas.microsoft.com/office/drawing/2014/main" id="{6436999B-9E6E-4CC2-9C51-9985FAF76729}"/>
                  </a:ext>
                </a:extLst>
              </p:cNvPr>
              <p:cNvGrpSpPr>
                <a:grpSpLocks/>
              </p:cNvGrpSpPr>
              <p:nvPr/>
            </p:nvGrpSpPr>
            <p:grpSpPr bwMode="auto">
              <a:xfrm flipV="1">
                <a:off x="3686" y="243"/>
                <a:ext cx="177" cy="66"/>
                <a:chOff x="2848" y="848"/>
                <a:chExt cx="140" cy="98"/>
              </a:xfrm>
            </p:grpSpPr>
            <p:sp>
              <p:nvSpPr>
                <p:cNvPr id="75878" name="Line 206">
                  <a:extLst>
                    <a:ext uri="{FF2B5EF4-FFF2-40B4-BE49-F238E27FC236}">
                      <a16:creationId xmlns:a16="http://schemas.microsoft.com/office/drawing/2014/main" id="{95753608-1586-4AE8-AB76-04BD4698B42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9" name="Line 207">
                  <a:extLst>
                    <a:ext uri="{FF2B5EF4-FFF2-40B4-BE49-F238E27FC236}">
                      <a16:creationId xmlns:a16="http://schemas.microsoft.com/office/drawing/2014/main" id="{62E8A12E-5307-4DFD-9B86-6C6E78F6078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0" name="Line 208">
                  <a:extLst>
                    <a:ext uri="{FF2B5EF4-FFF2-40B4-BE49-F238E27FC236}">
                      <a16:creationId xmlns:a16="http://schemas.microsoft.com/office/drawing/2014/main" id="{7D459548-2E65-48F4-98B9-AA30ACE136D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75836" name="Group 209">
            <a:extLst>
              <a:ext uri="{FF2B5EF4-FFF2-40B4-BE49-F238E27FC236}">
                <a16:creationId xmlns:a16="http://schemas.microsoft.com/office/drawing/2014/main" id="{0237D1D0-557C-43A1-B567-5DE3ECD2190E}"/>
              </a:ext>
            </a:extLst>
          </p:cNvPr>
          <p:cNvGrpSpPr>
            <a:grpSpLocks/>
          </p:cNvGrpSpPr>
          <p:nvPr/>
        </p:nvGrpSpPr>
        <p:grpSpPr bwMode="auto">
          <a:xfrm>
            <a:off x="5878513" y="4129088"/>
            <a:ext cx="671512" cy="387350"/>
            <a:chOff x="3955" y="387"/>
            <a:chExt cx="423" cy="244"/>
          </a:xfrm>
        </p:grpSpPr>
        <p:sp>
          <p:nvSpPr>
            <p:cNvPr id="75854" name="Freeform 210">
              <a:extLst>
                <a:ext uri="{FF2B5EF4-FFF2-40B4-BE49-F238E27FC236}">
                  <a16:creationId xmlns:a16="http://schemas.microsoft.com/office/drawing/2014/main" id="{2A1B7973-5C6E-4F7F-8022-51E16529007C}"/>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855" name="Group 211">
              <a:extLst>
                <a:ext uri="{FF2B5EF4-FFF2-40B4-BE49-F238E27FC236}">
                  <a16:creationId xmlns:a16="http://schemas.microsoft.com/office/drawing/2014/main" id="{4BDFF9C9-D4C7-4E60-B1C3-597BAA075275}"/>
                </a:ext>
              </a:extLst>
            </p:cNvPr>
            <p:cNvGrpSpPr>
              <a:grpSpLocks/>
            </p:cNvGrpSpPr>
            <p:nvPr/>
          </p:nvGrpSpPr>
          <p:grpSpPr bwMode="auto">
            <a:xfrm>
              <a:off x="4002" y="442"/>
              <a:ext cx="316" cy="147"/>
              <a:chOff x="3600" y="219"/>
              <a:chExt cx="360" cy="175"/>
            </a:xfrm>
          </p:grpSpPr>
          <p:sp>
            <p:nvSpPr>
              <p:cNvPr id="75856" name="Oval 212">
                <a:extLst>
                  <a:ext uri="{FF2B5EF4-FFF2-40B4-BE49-F238E27FC236}">
                    <a16:creationId xmlns:a16="http://schemas.microsoft.com/office/drawing/2014/main" id="{5DB4587C-4F36-49CB-B398-8B935B17EBA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857" name="Line 213">
                <a:extLst>
                  <a:ext uri="{FF2B5EF4-FFF2-40B4-BE49-F238E27FC236}">
                    <a16:creationId xmlns:a16="http://schemas.microsoft.com/office/drawing/2014/main" id="{9DEEF395-56F9-4695-BA44-1D8CBBEBD3A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8" name="Line 214">
                <a:extLst>
                  <a:ext uri="{FF2B5EF4-FFF2-40B4-BE49-F238E27FC236}">
                    <a16:creationId xmlns:a16="http://schemas.microsoft.com/office/drawing/2014/main" id="{2366233C-F540-4F3A-A253-8DF447C6CA4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9" name="Rectangle 215">
                <a:extLst>
                  <a:ext uri="{FF2B5EF4-FFF2-40B4-BE49-F238E27FC236}">
                    <a16:creationId xmlns:a16="http://schemas.microsoft.com/office/drawing/2014/main" id="{C050706E-4A0B-4BCF-9C9E-EA773C20397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860" name="Oval 216">
                <a:extLst>
                  <a:ext uri="{FF2B5EF4-FFF2-40B4-BE49-F238E27FC236}">
                    <a16:creationId xmlns:a16="http://schemas.microsoft.com/office/drawing/2014/main" id="{8055218F-6A23-4F6F-8595-201C48C6120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861" name="Group 217">
                <a:extLst>
                  <a:ext uri="{FF2B5EF4-FFF2-40B4-BE49-F238E27FC236}">
                    <a16:creationId xmlns:a16="http://schemas.microsoft.com/office/drawing/2014/main" id="{3352C49B-9584-4482-BDCF-0473AD667B6B}"/>
                  </a:ext>
                </a:extLst>
              </p:cNvPr>
              <p:cNvGrpSpPr>
                <a:grpSpLocks/>
              </p:cNvGrpSpPr>
              <p:nvPr/>
            </p:nvGrpSpPr>
            <p:grpSpPr bwMode="auto">
              <a:xfrm>
                <a:off x="3686" y="244"/>
                <a:ext cx="177" cy="66"/>
                <a:chOff x="2848" y="848"/>
                <a:chExt cx="140" cy="98"/>
              </a:xfrm>
            </p:grpSpPr>
            <p:sp>
              <p:nvSpPr>
                <p:cNvPr id="75866" name="Line 218">
                  <a:extLst>
                    <a:ext uri="{FF2B5EF4-FFF2-40B4-BE49-F238E27FC236}">
                      <a16:creationId xmlns:a16="http://schemas.microsoft.com/office/drawing/2014/main" id="{20889827-26D4-4A60-9002-73D23D84322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7" name="Line 219">
                  <a:extLst>
                    <a:ext uri="{FF2B5EF4-FFF2-40B4-BE49-F238E27FC236}">
                      <a16:creationId xmlns:a16="http://schemas.microsoft.com/office/drawing/2014/main" id="{5CCC0C36-161F-4C5E-879A-DF0837D0D8F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8" name="Line 220">
                  <a:extLst>
                    <a:ext uri="{FF2B5EF4-FFF2-40B4-BE49-F238E27FC236}">
                      <a16:creationId xmlns:a16="http://schemas.microsoft.com/office/drawing/2014/main" id="{02613145-DD3C-4ADE-A33B-8CEC66BFDD4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62" name="Group 221">
                <a:extLst>
                  <a:ext uri="{FF2B5EF4-FFF2-40B4-BE49-F238E27FC236}">
                    <a16:creationId xmlns:a16="http://schemas.microsoft.com/office/drawing/2014/main" id="{1A2E8F43-C389-43C9-B56E-BFD220986A08}"/>
                  </a:ext>
                </a:extLst>
              </p:cNvPr>
              <p:cNvGrpSpPr>
                <a:grpSpLocks/>
              </p:cNvGrpSpPr>
              <p:nvPr/>
            </p:nvGrpSpPr>
            <p:grpSpPr bwMode="auto">
              <a:xfrm flipV="1">
                <a:off x="3686" y="243"/>
                <a:ext cx="177" cy="66"/>
                <a:chOff x="2848" y="848"/>
                <a:chExt cx="140" cy="98"/>
              </a:xfrm>
            </p:grpSpPr>
            <p:sp>
              <p:nvSpPr>
                <p:cNvPr id="75863" name="Line 222">
                  <a:extLst>
                    <a:ext uri="{FF2B5EF4-FFF2-40B4-BE49-F238E27FC236}">
                      <a16:creationId xmlns:a16="http://schemas.microsoft.com/office/drawing/2014/main" id="{E5701485-D618-4906-80B5-250594715A1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4" name="Line 223">
                  <a:extLst>
                    <a:ext uri="{FF2B5EF4-FFF2-40B4-BE49-F238E27FC236}">
                      <a16:creationId xmlns:a16="http://schemas.microsoft.com/office/drawing/2014/main" id="{4EFD7890-D7C7-4302-B2BE-71ABAF41F52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5" name="Line 224">
                  <a:extLst>
                    <a:ext uri="{FF2B5EF4-FFF2-40B4-BE49-F238E27FC236}">
                      <a16:creationId xmlns:a16="http://schemas.microsoft.com/office/drawing/2014/main" id="{2BCBEB0D-EB1A-4BF9-B62B-A43A6344046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75837" name="Group 225">
            <a:extLst>
              <a:ext uri="{FF2B5EF4-FFF2-40B4-BE49-F238E27FC236}">
                <a16:creationId xmlns:a16="http://schemas.microsoft.com/office/drawing/2014/main" id="{CFDE6402-56DD-4A73-8860-2D9FF5929742}"/>
              </a:ext>
            </a:extLst>
          </p:cNvPr>
          <p:cNvGrpSpPr>
            <a:grpSpLocks/>
          </p:cNvGrpSpPr>
          <p:nvPr/>
        </p:nvGrpSpPr>
        <p:grpSpPr bwMode="auto">
          <a:xfrm>
            <a:off x="6688138" y="4471988"/>
            <a:ext cx="671512" cy="387350"/>
            <a:chOff x="3955" y="387"/>
            <a:chExt cx="423" cy="244"/>
          </a:xfrm>
        </p:grpSpPr>
        <p:sp>
          <p:nvSpPr>
            <p:cNvPr id="75839" name="Freeform 226">
              <a:extLst>
                <a:ext uri="{FF2B5EF4-FFF2-40B4-BE49-F238E27FC236}">
                  <a16:creationId xmlns:a16="http://schemas.microsoft.com/office/drawing/2014/main" id="{DB2119B4-EBA6-4B53-B331-D8447346F098}"/>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840" name="Group 227">
              <a:extLst>
                <a:ext uri="{FF2B5EF4-FFF2-40B4-BE49-F238E27FC236}">
                  <a16:creationId xmlns:a16="http://schemas.microsoft.com/office/drawing/2014/main" id="{4FE0FAA1-D042-492C-895A-C269F5E6B1B2}"/>
                </a:ext>
              </a:extLst>
            </p:cNvPr>
            <p:cNvGrpSpPr>
              <a:grpSpLocks/>
            </p:cNvGrpSpPr>
            <p:nvPr/>
          </p:nvGrpSpPr>
          <p:grpSpPr bwMode="auto">
            <a:xfrm>
              <a:off x="4002" y="442"/>
              <a:ext cx="316" cy="147"/>
              <a:chOff x="3600" y="219"/>
              <a:chExt cx="360" cy="175"/>
            </a:xfrm>
          </p:grpSpPr>
          <p:sp>
            <p:nvSpPr>
              <p:cNvPr id="75841" name="Oval 228">
                <a:extLst>
                  <a:ext uri="{FF2B5EF4-FFF2-40B4-BE49-F238E27FC236}">
                    <a16:creationId xmlns:a16="http://schemas.microsoft.com/office/drawing/2014/main" id="{911A82C9-89DB-42F0-9431-1858C6B77BB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5842" name="Line 229">
                <a:extLst>
                  <a:ext uri="{FF2B5EF4-FFF2-40B4-BE49-F238E27FC236}">
                    <a16:creationId xmlns:a16="http://schemas.microsoft.com/office/drawing/2014/main" id="{0EF9AF58-3836-4538-9612-9FF0C7F06F3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3" name="Line 230">
                <a:extLst>
                  <a:ext uri="{FF2B5EF4-FFF2-40B4-BE49-F238E27FC236}">
                    <a16:creationId xmlns:a16="http://schemas.microsoft.com/office/drawing/2014/main" id="{E81E5CD5-7214-4CA7-B64E-8252C3BFB00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4" name="Rectangle 231">
                <a:extLst>
                  <a:ext uri="{FF2B5EF4-FFF2-40B4-BE49-F238E27FC236}">
                    <a16:creationId xmlns:a16="http://schemas.microsoft.com/office/drawing/2014/main" id="{E5E7F70D-D19A-4FCF-AB7E-DD79D0DDE8F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5845" name="Oval 232">
                <a:extLst>
                  <a:ext uri="{FF2B5EF4-FFF2-40B4-BE49-F238E27FC236}">
                    <a16:creationId xmlns:a16="http://schemas.microsoft.com/office/drawing/2014/main" id="{089CD468-C34F-49BB-B220-4726F0CDA2F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5846" name="Group 233">
                <a:extLst>
                  <a:ext uri="{FF2B5EF4-FFF2-40B4-BE49-F238E27FC236}">
                    <a16:creationId xmlns:a16="http://schemas.microsoft.com/office/drawing/2014/main" id="{77532908-757D-4647-9EA3-B25387DC43AE}"/>
                  </a:ext>
                </a:extLst>
              </p:cNvPr>
              <p:cNvGrpSpPr>
                <a:grpSpLocks/>
              </p:cNvGrpSpPr>
              <p:nvPr/>
            </p:nvGrpSpPr>
            <p:grpSpPr bwMode="auto">
              <a:xfrm>
                <a:off x="3686" y="244"/>
                <a:ext cx="177" cy="66"/>
                <a:chOff x="2848" y="848"/>
                <a:chExt cx="140" cy="98"/>
              </a:xfrm>
            </p:grpSpPr>
            <p:sp>
              <p:nvSpPr>
                <p:cNvPr id="75851" name="Line 234">
                  <a:extLst>
                    <a:ext uri="{FF2B5EF4-FFF2-40B4-BE49-F238E27FC236}">
                      <a16:creationId xmlns:a16="http://schemas.microsoft.com/office/drawing/2014/main" id="{ADAD9937-EA58-4743-B4AE-7CA843805A2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2" name="Line 235">
                  <a:extLst>
                    <a:ext uri="{FF2B5EF4-FFF2-40B4-BE49-F238E27FC236}">
                      <a16:creationId xmlns:a16="http://schemas.microsoft.com/office/drawing/2014/main" id="{F745096E-FD0B-44DB-952F-372D17E7257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3" name="Line 236">
                  <a:extLst>
                    <a:ext uri="{FF2B5EF4-FFF2-40B4-BE49-F238E27FC236}">
                      <a16:creationId xmlns:a16="http://schemas.microsoft.com/office/drawing/2014/main" id="{ECEBF0CE-2A07-44C8-8EC1-3F291D71F37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47" name="Group 237">
                <a:extLst>
                  <a:ext uri="{FF2B5EF4-FFF2-40B4-BE49-F238E27FC236}">
                    <a16:creationId xmlns:a16="http://schemas.microsoft.com/office/drawing/2014/main" id="{B83E224D-0E03-4536-B59A-45B18E63241C}"/>
                  </a:ext>
                </a:extLst>
              </p:cNvPr>
              <p:cNvGrpSpPr>
                <a:grpSpLocks/>
              </p:cNvGrpSpPr>
              <p:nvPr/>
            </p:nvGrpSpPr>
            <p:grpSpPr bwMode="auto">
              <a:xfrm flipV="1">
                <a:off x="3686" y="243"/>
                <a:ext cx="177" cy="66"/>
                <a:chOff x="2848" y="848"/>
                <a:chExt cx="140" cy="98"/>
              </a:xfrm>
            </p:grpSpPr>
            <p:sp>
              <p:nvSpPr>
                <p:cNvPr id="75848" name="Line 238">
                  <a:extLst>
                    <a:ext uri="{FF2B5EF4-FFF2-40B4-BE49-F238E27FC236}">
                      <a16:creationId xmlns:a16="http://schemas.microsoft.com/office/drawing/2014/main" id="{74162D1C-2244-400B-A153-558AD78A518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9" name="Line 239">
                  <a:extLst>
                    <a:ext uri="{FF2B5EF4-FFF2-40B4-BE49-F238E27FC236}">
                      <a16:creationId xmlns:a16="http://schemas.microsoft.com/office/drawing/2014/main" id="{58747CE1-9965-413E-801A-B95BDCC250B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0" name="Line 240">
                  <a:extLst>
                    <a:ext uri="{FF2B5EF4-FFF2-40B4-BE49-F238E27FC236}">
                      <a16:creationId xmlns:a16="http://schemas.microsoft.com/office/drawing/2014/main" id="{311BCA98-3237-40CE-9731-9CA37276325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sp>
        <p:nvSpPr>
          <p:cNvPr id="75838" name="Line 241">
            <a:extLst>
              <a:ext uri="{FF2B5EF4-FFF2-40B4-BE49-F238E27FC236}">
                <a16:creationId xmlns:a16="http://schemas.microsoft.com/office/drawing/2014/main" id="{25D52EB1-EDF1-4AB1-A373-4DBBEC14460E}"/>
              </a:ext>
            </a:extLst>
          </p:cNvPr>
          <p:cNvSpPr>
            <a:spLocks noChangeShapeType="1"/>
          </p:cNvSpPr>
          <p:nvPr/>
        </p:nvSpPr>
        <p:spPr bwMode="auto">
          <a:xfrm flipV="1">
            <a:off x="6210300" y="4459288"/>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a:extLst>
              <a:ext uri="{FF2B5EF4-FFF2-40B4-BE49-F238E27FC236}">
                <a16:creationId xmlns:a16="http://schemas.microsoft.com/office/drawing/2014/main" id="{BB54E327-B1E3-46B2-BCB0-F7194C4AA312}"/>
              </a:ext>
            </a:extLst>
          </p:cNvPr>
          <p:cNvSpPr>
            <a:spLocks noGrp="1"/>
          </p:cNvSpPr>
          <p:nvPr>
            <p:ph sz="half" idx="1"/>
          </p:nvPr>
        </p:nvSpPr>
        <p:spPr/>
        <p:txBody>
          <a:bodyPr/>
          <a:lstStyle/>
          <a:p>
            <a:pPr marL="457200" indent="-457200" fontAlgn="base">
              <a:spcAft>
                <a:spcPct val="0"/>
              </a:spcAft>
              <a:buFont typeface="Arial" pitchFamily="34" charset="0"/>
              <a:buChar char="•"/>
              <a:defRPr/>
            </a:pPr>
            <a:r>
              <a:rPr lang="en-US" altLang="en-US" dirty="0">
                <a:solidFill>
                  <a:srgbClr val="FF0000"/>
                </a:solidFill>
              </a:rPr>
              <a:t>End-end resources reserved for “call”</a:t>
            </a:r>
          </a:p>
          <a:p>
            <a:pPr fontAlgn="base">
              <a:spcAft>
                <a:spcPct val="0"/>
              </a:spcAft>
              <a:buFont typeface="Arial" pitchFamily="34" charset="0"/>
              <a:buChar char="•"/>
              <a:defRPr/>
            </a:pPr>
            <a:r>
              <a:rPr lang="en-US" altLang="en-US" sz="2400" dirty="0"/>
              <a:t>link bandwidth,  switch capacity</a:t>
            </a:r>
          </a:p>
          <a:p>
            <a:pPr fontAlgn="base">
              <a:spcAft>
                <a:spcPct val="0"/>
              </a:spcAft>
              <a:buFont typeface="Arial" pitchFamily="34" charset="0"/>
              <a:buChar char="•"/>
              <a:defRPr/>
            </a:pPr>
            <a:r>
              <a:rPr lang="en-US" altLang="en-US" sz="2400" dirty="0"/>
              <a:t>dedicated resources: no sharing</a:t>
            </a:r>
          </a:p>
          <a:p>
            <a:pPr fontAlgn="base">
              <a:spcAft>
                <a:spcPct val="0"/>
              </a:spcAft>
              <a:buFont typeface="Arial" pitchFamily="34" charset="0"/>
              <a:buChar char="•"/>
              <a:defRPr/>
            </a:pPr>
            <a:r>
              <a:rPr lang="en-US" altLang="en-US" sz="2400" dirty="0"/>
              <a:t>circuit-like (guaranteed) performance</a:t>
            </a:r>
          </a:p>
          <a:p>
            <a:pPr fontAlgn="base">
              <a:spcAft>
                <a:spcPct val="0"/>
              </a:spcAft>
              <a:buFont typeface="Arial" pitchFamily="34" charset="0"/>
              <a:buChar char="•"/>
              <a:defRPr/>
            </a:pPr>
            <a:r>
              <a:rPr lang="en-US" altLang="en-US" sz="2400" dirty="0"/>
              <a:t>call setup required</a:t>
            </a:r>
          </a:p>
          <a:p>
            <a:pPr fontAlgn="base">
              <a:spcAft>
                <a:spcPct val="0"/>
              </a:spcAft>
              <a:defRPr/>
            </a:pPr>
            <a:endParaRPr lang="en-US" altLang="en-US" sz="2400" dirty="0"/>
          </a:p>
        </p:txBody>
      </p:sp>
      <p:sp>
        <p:nvSpPr>
          <p:cNvPr id="76803" name="Content Placeholder 2">
            <a:extLst>
              <a:ext uri="{FF2B5EF4-FFF2-40B4-BE49-F238E27FC236}">
                <a16:creationId xmlns:a16="http://schemas.microsoft.com/office/drawing/2014/main" id="{F01E2DAD-74BE-4F92-B2C5-BCEC5A40403B}"/>
              </a:ext>
            </a:extLst>
          </p:cNvPr>
          <p:cNvSpPr>
            <a:spLocks noGrp="1"/>
          </p:cNvSpPr>
          <p:nvPr>
            <p:ph sz="half" idx="2"/>
          </p:nvPr>
        </p:nvSpPr>
        <p:spPr/>
        <p:txBody>
          <a:bodyPr/>
          <a:lstStyle/>
          <a:p>
            <a:pPr fontAlgn="base">
              <a:spcAft>
                <a:spcPct val="0"/>
              </a:spcAft>
            </a:pPr>
            <a:endParaRPr lang="en-US" altLang="en-US"/>
          </a:p>
        </p:txBody>
      </p:sp>
      <p:sp>
        <p:nvSpPr>
          <p:cNvPr id="76804" name="Slide Number Placeholder 6">
            <a:extLst>
              <a:ext uri="{FF2B5EF4-FFF2-40B4-BE49-F238E27FC236}">
                <a16:creationId xmlns:a16="http://schemas.microsoft.com/office/drawing/2014/main" id="{AA398A5E-E9E5-40D3-9AD0-B02296D66CA2}"/>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00F2B428-A078-49FF-8789-BE3D2E9D1D04}" type="slidenum">
              <a:rPr lang="en-US" altLang="en-US" sz="1400">
                <a:latin typeface="Times New Roman" panose="02020603050405020304" pitchFamily="18" charset="0"/>
              </a:rPr>
              <a:pPr algn="l" eaLnBrk="0" hangingPunct="0">
                <a:spcBef>
                  <a:spcPct val="0"/>
                </a:spcBef>
                <a:buFontTx/>
                <a:buNone/>
              </a:pPr>
              <a:t>43</a:t>
            </a:fld>
            <a:endParaRPr lang="en-US" altLang="en-US" sz="1400">
              <a:latin typeface="Times New Roman" panose="02020603050405020304" pitchFamily="18" charset="0"/>
            </a:endParaRPr>
          </a:p>
        </p:txBody>
      </p:sp>
      <p:sp>
        <p:nvSpPr>
          <p:cNvPr id="8210" name="Rectangle 2">
            <a:extLst>
              <a:ext uri="{FF2B5EF4-FFF2-40B4-BE49-F238E27FC236}">
                <a16:creationId xmlns:a16="http://schemas.microsoft.com/office/drawing/2014/main" id="{D36C7520-9E66-497F-A993-83E005F8B945}"/>
              </a:ext>
            </a:extLst>
          </p:cNvPr>
          <p:cNvSpPr>
            <a:spLocks noGrp="1" noChangeArrowheads="1"/>
          </p:cNvSpPr>
          <p:nvPr>
            <p:ph type="title" idx="4294967295"/>
          </p:nvPr>
        </p:nvSpPr>
        <p:spPr>
          <a:xfrm>
            <a:off x="0" y="274638"/>
            <a:ext cx="8229600" cy="1143000"/>
          </a:xfrm>
        </p:spPr>
        <p:txBody>
          <a:bodyPr/>
          <a:lstStyle/>
          <a:p>
            <a:pPr>
              <a:defRPr/>
            </a:pPr>
            <a:r>
              <a:rPr lang="en-US" sz="3600"/>
              <a:t>Network Core: Circuit Switching</a:t>
            </a:r>
            <a:endParaRPr lang="en-US"/>
          </a:p>
        </p:txBody>
      </p:sp>
      <p:sp>
        <p:nvSpPr>
          <p:cNvPr id="76806" name="Freeform 4">
            <a:extLst>
              <a:ext uri="{FF2B5EF4-FFF2-40B4-BE49-F238E27FC236}">
                <a16:creationId xmlns:a16="http://schemas.microsoft.com/office/drawing/2014/main" id="{FF08C9A2-DB0C-41FF-8C9A-D14EBE57988E}"/>
              </a:ext>
            </a:extLst>
          </p:cNvPr>
          <p:cNvSpPr>
            <a:spLocks/>
          </p:cNvSpPr>
          <p:nvPr/>
        </p:nvSpPr>
        <p:spPr bwMode="auto">
          <a:xfrm>
            <a:off x="6711950" y="1717675"/>
            <a:ext cx="2046288" cy="204946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807" name="Freeform 5">
            <a:extLst>
              <a:ext uri="{FF2B5EF4-FFF2-40B4-BE49-F238E27FC236}">
                <a16:creationId xmlns:a16="http://schemas.microsoft.com/office/drawing/2014/main" id="{F24419E6-F0C5-4A4D-9141-C33EB29E440E}"/>
              </a:ext>
            </a:extLst>
          </p:cNvPr>
          <p:cNvSpPr>
            <a:spLocks/>
          </p:cNvSpPr>
          <p:nvPr/>
        </p:nvSpPr>
        <p:spPr bwMode="auto">
          <a:xfrm>
            <a:off x="4575175" y="1543050"/>
            <a:ext cx="2122488" cy="1943100"/>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808" name="Freeform 6">
            <a:extLst>
              <a:ext uri="{FF2B5EF4-FFF2-40B4-BE49-F238E27FC236}">
                <a16:creationId xmlns:a16="http://schemas.microsoft.com/office/drawing/2014/main" id="{A0C747D2-30EE-4CC8-99A4-C6D23BF4AD87}"/>
              </a:ext>
            </a:extLst>
          </p:cNvPr>
          <p:cNvSpPr>
            <a:spLocks/>
          </p:cNvSpPr>
          <p:nvPr/>
        </p:nvSpPr>
        <p:spPr bwMode="auto">
          <a:xfrm>
            <a:off x="4994275" y="3317875"/>
            <a:ext cx="3382963" cy="27146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6809" name="Group 7">
            <a:extLst>
              <a:ext uri="{FF2B5EF4-FFF2-40B4-BE49-F238E27FC236}">
                <a16:creationId xmlns:a16="http://schemas.microsoft.com/office/drawing/2014/main" id="{873E13C3-6FA9-4860-A3A5-5B90C7331CE8}"/>
              </a:ext>
            </a:extLst>
          </p:cNvPr>
          <p:cNvGrpSpPr>
            <a:grpSpLocks/>
          </p:cNvGrpSpPr>
          <p:nvPr/>
        </p:nvGrpSpPr>
        <p:grpSpPr bwMode="auto">
          <a:xfrm>
            <a:off x="4708525" y="1708150"/>
            <a:ext cx="835025" cy="390525"/>
            <a:chOff x="3552" y="246"/>
            <a:chExt cx="527" cy="248"/>
          </a:xfrm>
        </p:grpSpPr>
        <p:graphicFrame>
          <p:nvGraphicFramePr>
            <p:cNvPr id="77025" name="Object 8">
              <a:extLst>
                <a:ext uri="{FF2B5EF4-FFF2-40B4-BE49-F238E27FC236}">
                  <a16:creationId xmlns:a16="http://schemas.microsoft.com/office/drawing/2014/main" id="{07855142-2479-40E6-9F33-5D0AC3E67B85}"/>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026" name="Object 9">
              <a:extLst>
                <a:ext uri="{FF2B5EF4-FFF2-40B4-BE49-F238E27FC236}">
                  <a16:creationId xmlns:a16="http://schemas.microsoft.com/office/drawing/2014/main" id="{2F5AED10-B0BB-426C-9297-1E155C313C28}"/>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027" name="Line 10">
              <a:extLst>
                <a:ext uri="{FF2B5EF4-FFF2-40B4-BE49-F238E27FC236}">
                  <a16:creationId xmlns:a16="http://schemas.microsoft.com/office/drawing/2014/main" id="{582E946C-869F-4E0C-A244-91F4DC2247A3}"/>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810" name="Group 11">
            <a:extLst>
              <a:ext uri="{FF2B5EF4-FFF2-40B4-BE49-F238E27FC236}">
                <a16:creationId xmlns:a16="http://schemas.microsoft.com/office/drawing/2014/main" id="{9DA375BE-D96B-4C4B-A178-F67EAC46B80C}"/>
              </a:ext>
            </a:extLst>
          </p:cNvPr>
          <p:cNvGrpSpPr>
            <a:grpSpLocks/>
          </p:cNvGrpSpPr>
          <p:nvPr/>
        </p:nvGrpSpPr>
        <p:grpSpPr bwMode="auto">
          <a:xfrm>
            <a:off x="4708525" y="2436813"/>
            <a:ext cx="835025" cy="390525"/>
            <a:chOff x="3552" y="246"/>
            <a:chExt cx="527" cy="248"/>
          </a:xfrm>
        </p:grpSpPr>
        <p:graphicFrame>
          <p:nvGraphicFramePr>
            <p:cNvPr id="77022" name="Object 12">
              <a:extLst>
                <a:ext uri="{FF2B5EF4-FFF2-40B4-BE49-F238E27FC236}">
                  <a16:creationId xmlns:a16="http://schemas.microsoft.com/office/drawing/2014/main" id="{8FA9B45F-53B2-4680-8216-A31E17B18E19}"/>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023" name="Object 13">
              <a:extLst>
                <a:ext uri="{FF2B5EF4-FFF2-40B4-BE49-F238E27FC236}">
                  <a16:creationId xmlns:a16="http://schemas.microsoft.com/office/drawing/2014/main" id="{4B9388D4-8AF0-470B-B431-5BE0E591C888}"/>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024" name="Line 14">
              <a:extLst>
                <a:ext uri="{FF2B5EF4-FFF2-40B4-BE49-F238E27FC236}">
                  <a16:creationId xmlns:a16="http://schemas.microsoft.com/office/drawing/2014/main" id="{7F0D2AF8-89FF-4C5F-8EFA-F31A8C7B8999}"/>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811" name="Group 15">
            <a:extLst>
              <a:ext uri="{FF2B5EF4-FFF2-40B4-BE49-F238E27FC236}">
                <a16:creationId xmlns:a16="http://schemas.microsoft.com/office/drawing/2014/main" id="{14047AA4-92E0-4D69-9957-2C58376E1DA0}"/>
              </a:ext>
            </a:extLst>
          </p:cNvPr>
          <p:cNvGrpSpPr>
            <a:grpSpLocks/>
          </p:cNvGrpSpPr>
          <p:nvPr/>
        </p:nvGrpSpPr>
        <p:grpSpPr bwMode="auto">
          <a:xfrm>
            <a:off x="5137150" y="2176463"/>
            <a:ext cx="79375" cy="261937"/>
            <a:chOff x="3842" y="406"/>
            <a:chExt cx="51" cy="167"/>
          </a:xfrm>
        </p:grpSpPr>
        <p:sp>
          <p:nvSpPr>
            <p:cNvPr id="77019" name="Oval 16">
              <a:extLst>
                <a:ext uri="{FF2B5EF4-FFF2-40B4-BE49-F238E27FC236}">
                  <a16:creationId xmlns:a16="http://schemas.microsoft.com/office/drawing/2014/main" id="{99A50B15-423F-4EA1-8835-8A25DE5E93A9}"/>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20" name="Oval 17">
              <a:extLst>
                <a:ext uri="{FF2B5EF4-FFF2-40B4-BE49-F238E27FC236}">
                  <a16:creationId xmlns:a16="http://schemas.microsoft.com/office/drawing/2014/main" id="{9E9F0633-9EB2-4931-A4C8-9165ADAF2613}"/>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21" name="Oval 18">
              <a:extLst>
                <a:ext uri="{FF2B5EF4-FFF2-40B4-BE49-F238E27FC236}">
                  <a16:creationId xmlns:a16="http://schemas.microsoft.com/office/drawing/2014/main" id="{80F0FD06-70BF-4E45-8FC9-725332B503A8}"/>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6812" name="Group 19">
            <a:extLst>
              <a:ext uri="{FF2B5EF4-FFF2-40B4-BE49-F238E27FC236}">
                <a16:creationId xmlns:a16="http://schemas.microsoft.com/office/drawing/2014/main" id="{455F18D8-AFC0-4E12-A979-D63C4CF93D40}"/>
              </a:ext>
            </a:extLst>
          </p:cNvPr>
          <p:cNvGrpSpPr>
            <a:grpSpLocks/>
          </p:cNvGrpSpPr>
          <p:nvPr/>
        </p:nvGrpSpPr>
        <p:grpSpPr bwMode="auto">
          <a:xfrm>
            <a:off x="5670550" y="2792413"/>
            <a:ext cx="238125" cy="482600"/>
            <a:chOff x="4180" y="783"/>
            <a:chExt cx="150" cy="307"/>
          </a:xfrm>
        </p:grpSpPr>
        <p:sp>
          <p:nvSpPr>
            <p:cNvPr id="77011" name="AutoShape 20">
              <a:extLst>
                <a:ext uri="{FF2B5EF4-FFF2-40B4-BE49-F238E27FC236}">
                  <a16:creationId xmlns:a16="http://schemas.microsoft.com/office/drawing/2014/main" id="{C130477F-C83E-4EE6-80E9-4D76E5C49C3A}"/>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12" name="Rectangle 21">
              <a:extLst>
                <a:ext uri="{FF2B5EF4-FFF2-40B4-BE49-F238E27FC236}">
                  <a16:creationId xmlns:a16="http://schemas.microsoft.com/office/drawing/2014/main" id="{D4E82CA9-9A01-4F80-BE89-37F46E99D132}"/>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13" name="Rectangle 22">
              <a:extLst>
                <a:ext uri="{FF2B5EF4-FFF2-40B4-BE49-F238E27FC236}">
                  <a16:creationId xmlns:a16="http://schemas.microsoft.com/office/drawing/2014/main" id="{54AB4336-58D7-41EC-B28D-1CF31CEFC5EB}"/>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14" name="AutoShape 23">
              <a:extLst>
                <a:ext uri="{FF2B5EF4-FFF2-40B4-BE49-F238E27FC236}">
                  <a16:creationId xmlns:a16="http://schemas.microsoft.com/office/drawing/2014/main" id="{EA87EC22-499D-4FAE-A088-A3E44D9C8D42}"/>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15" name="Line 24">
              <a:extLst>
                <a:ext uri="{FF2B5EF4-FFF2-40B4-BE49-F238E27FC236}">
                  <a16:creationId xmlns:a16="http://schemas.microsoft.com/office/drawing/2014/main" id="{79BF8B43-6F0B-4D83-A31B-A833D214EBF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016" name="Line 25">
              <a:extLst>
                <a:ext uri="{FF2B5EF4-FFF2-40B4-BE49-F238E27FC236}">
                  <a16:creationId xmlns:a16="http://schemas.microsoft.com/office/drawing/2014/main" id="{0DC85DDC-0C3B-4405-BF9E-9EB47F7131CF}"/>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017" name="Rectangle 26">
              <a:extLst>
                <a:ext uri="{FF2B5EF4-FFF2-40B4-BE49-F238E27FC236}">
                  <a16:creationId xmlns:a16="http://schemas.microsoft.com/office/drawing/2014/main" id="{FAF700E1-757D-41D7-A0B5-EA4A4163BDD5}"/>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18" name="Rectangle 27">
              <a:extLst>
                <a:ext uri="{FF2B5EF4-FFF2-40B4-BE49-F238E27FC236}">
                  <a16:creationId xmlns:a16="http://schemas.microsoft.com/office/drawing/2014/main" id="{E0EEF129-4934-4294-B94D-8008410EF28A}"/>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6813" name="Group 28">
            <a:extLst>
              <a:ext uri="{FF2B5EF4-FFF2-40B4-BE49-F238E27FC236}">
                <a16:creationId xmlns:a16="http://schemas.microsoft.com/office/drawing/2014/main" id="{C0C966F9-990E-4B8D-B1D0-B09B42F73E51}"/>
              </a:ext>
            </a:extLst>
          </p:cNvPr>
          <p:cNvGrpSpPr>
            <a:grpSpLocks/>
          </p:cNvGrpSpPr>
          <p:nvPr/>
        </p:nvGrpSpPr>
        <p:grpSpPr bwMode="auto">
          <a:xfrm rot="-5400000">
            <a:off x="6022976" y="2897187"/>
            <a:ext cx="100012" cy="265113"/>
            <a:chOff x="3842" y="406"/>
            <a:chExt cx="51" cy="167"/>
          </a:xfrm>
        </p:grpSpPr>
        <p:sp>
          <p:nvSpPr>
            <p:cNvPr id="77008" name="Oval 29">
              <a:extLst>
                <a:ext uri="{FF2B5EF4-FFF2-40B4-BE49-F238E27FC236}">
                  <a16:creationId xmlns:a16="http://schemas.microsoft.com/office/drawing/2014/main" id="{0F458607-F461-4A78-9976-1311A5A35E76}"/>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09" name="Oval 30">
              <a:extLst>
                <a:ext uri="{FF2B5EF4-FFF2-40B4-BE49-F238E27FC236}">
                  <a16:creationId xmlns:a16="http://schemas.microsoft.com/office/drawing/2014/main" id="{E6C24DB0-BCE3-4160-A711-92AFE97DD441}"/>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10" name="Oval 31">
              <a:extLst>
                <a:ext uri="{FF2B5EF4-FFF2-40B4-BE49-F238E27FC236}">
                  <a16:creationId xmlns:a16="http://schemas.microsoft.com/office/drawing/2014/main" id="{78CDD7A3-4CCB-4732-B64B-A9ED8ACA35B4}"/>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6814" name="Line 32">
            <a:extLst>
              <a:ext uri="{FF2B5EF4-FFF2-40B4-BE49-F238E27FC236}">
                <a16:creationId xmlns:a16="http://schemas.microsoft.com/office/drawing/2014/main" id="{0163980D-79A7-41C9-8909-1E36D47781A6}"/>
              </a:ext>
            </a:extLst>
          </p:cNvPr>
          <p:cNvSpPr>
            <a:spLocks noChangeShapeType="1"/>
          </p:cNvSpPr>
          <p:nvPr/>
        </p:nvSpPr>
        <p:spPr bwMode="auto">
          <a:xfrm>
            <a:off x="5826125" y="2679700"/>
            <a:ext cx="563563"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5" name="Line 33">
            <a:extLst>
              <a:ext uri="{FF2B5EF4-FFF2-40B4-BE49-F238E27FC236}">
                <a16:creationId xmlns:a16="http://schemas.microsoft.com/office/drawing/2014/main" id="{1664E16A-D2E6-489D-98C7-3CD7D4D32D36}"/>
              </a:ext>
            </a:extLst>
          </p:cNvPr>
          <p:cNvSpPr>
            <a:spLocks noChangeShapeType="1"/>
          </p:cNvSpPr>
          <p:nvPr/>
        </p:nvSpPr>
        <p:spPr bwMode="auto">
          <a:xfrm>
            <a:off x="5829300" y="2674938"/>
            <a:ext cx="3175" cy="1174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6" name="Line 34">
            <a:extLst>
              <a:ext uri="{FF2B5EF4-FFF2-40B4-BE49-F238E27FC236}">
                <a16:creationId xmlns:a16="http://schemas.microsoft.com/office/drawing/2014/main" id="{7015F378-2D21-407B-9611-1F4C5EF0CA38}"/>
              </a:ext>
            </a:extLst>
          </p:cNvPr>
          <p:cNvSpPr>
            <a:spLocks noChangeShapeType="1"/>
          </p:cNvSpPr>
          <p:nvPr/>
        </p:nvSpPr>
        <p:spPr bwMode="auto">
          <a:xfrm>
            <a:off x="6392863" y="2673350"/>
            <a:ext cx="1587" cy="1000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7" name="Line 35">
            <a:extLst>
              <a:ext uri="{FF2B5EF4-FFF2-40B4-BE49-F238E27FC236}">
                <a16:creationId xmlns:a16="http://schemas.microsoft.com/office/drawing/2014/main" id="{F12983D6-F2EB-43CE-9727-BA62D7B23378}"/>
              </a:ext>
            </a:extLst>
          </p:cNvPr>
          <p:cNvSpPr>
            <a:spLocks noChangeShapeType="1"/>
          </p:cNvSpPr>
          <p:nvPr/>
        </p:nvSpPr>
        <p:spPr bwMode="auto">
          <a:xfrm>
            <a:off x="5484813" y="2019300"/>
            <a:ext cx="328612"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8" name="Line 36">
            <a:extLst>
              <a:ext uri="{FF2B5EF4-FFF2-40B4-BE49-F238E27FC236}">
                <a16:creationId xmlns:a16="http://schemas.microsoft.com/office/drawing/2014/main" id="{7429B24F-112D-4744-8D7B-099C5549F0DE}"/>
              </a:ext>
            </a:extLst>
          </p:cNvPr>
          <p:cNvSpPr>
            <a:spLocks noChangeShapeType="1"/>
          </p:cNvSpPr>
          <p:nvPr/>
        </p:nvSpPr>
        <p:spPr bwMode="auto">
          <a:xfrm flipV="1">
            <a:off x="5499100" y="2368550"/>
            <a:ext cx="314325" cy="4032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9" name="Line 37">
            <a:extLst>
              <a:ext uri="{FF2B5EF4-FFF2-40B4-BE49-F238E27FC236}">
                <a16:creationId xmlns:a16="http://schemas.microsoft.com/office/drawing/2014/main" id="{0E177AD4-E91F-4CE2-AE66-5F959EC1BEE5}"/>
              </a:ext>
            </a:extLst>
          </p:cNvPr>
          <p:cNvSpPr>
            <a:spLocks noChangeShapeType="1"/>
          </p:cNvSpPr>
          <p:nvPr/>
        </p:nvSpPr>
        <p:spPr bwMode="auto">
          <a:xfrm flipV="1">
            <a:off x="6099175" y="2473325"/>
            <a:ext cx="1588"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6820" name="Group 38">
            <a:extLst>
              <a:ext uri="{FF2B5EF4-FFF2-40B4-BE49-F238E27FC236}">
                <a16:creationId xmlns:a16="http://schemas.microsoft.com/office/drawing/2014/main" id="{2E88B28E-E23D-44E3-BFA4-311ACED6FF24}"/>
              </a:ext>
            </a:extLst>
          </p:cNvPr>
          <p:cNvGrpSpPr>
            <a:grpSpLocks/>
          </p:cNvGrpSpPr>
          <p:nvPr/>
        </p:nvGrpSpPr>
        <p:grpSpPr bwMode="auto">
          <a:xfrm>
            <a:off x="6234113" y="2763838"/>
            <a:ext cx="238125" cy="484187"/>
            <a:chOff x="4180" y="783"/>
            <a:chExt cx="150" cy="307"/>
          </a:xfrm>
        </p:grpSpPr>
        <p:sp>
          <p:nvSpPr>
            <p:cNvPr id="77000" name="AutoShape 39">
              <a:extLst>
                <a:ext uri="{FF2B5EF4-FFF2-40B4-BE49-F238E27FC236}">
                  <a16:creationId xmlns:a16="http://schemas.microsoft.com/office/drawing/2014/main" id="{4D25A722-317F-4721-9CBA-95C728D24477}"/>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01" name="Rectangle 40">
              <a:extLst>
                <a:ext uri="{FF2B5EF4-FFF2-40B4-BE49-F238E27FC236}">
                  <a16:creationId xmlns:a16="http://schemas.microsoft.com/office/drawing/2014/main" id="{BA7E8A88-607C-4FA5-AC9C-7836535A760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02" name="Rectangle 41">
              <a:extLst>
                <a:ext uri="{FF2B5EF4-FFF2-40B4-BE49-F238E27FC236}">
                  <a16:creationId xmlns:a16="http://schemas.microsoft.com/office/drawing/2014/main" id="{880067DA-DBCA-49F1-B654-14C41905903E}"/>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03" name="AutoShape 42">
              <a:extLst>
                <a:ext uri="{FF2B5EF4-FFF2-40B4-BE49-F238E27FC236}">
                  <a16:creationId xmlns:a16="http://schemas.microsoft.com/office/drawing/2014/main" id="{98EFE9B3-A0F4-42DC-943E-A69AF8990478}"/>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04" name="Line 43">
              <a:extLst>
                <a:ext uri="{FF2B5EF4-FFF2-40B4-BE49-F238E27FC236}">
                  <a16:creationId xmlns:a16="http://schemas.microsoft.com/office/drawing/2014/main" id="{CBCABF5A-C259-4734-9F41-6AD4F60193D5}"/>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005" name="Line 44">
              <a:extLst>
                <a:ext uri="{FF2B5EF4-FFF2-40B4-BE49-F238E27FC236}">
                  <a16:creationId xmlns:a16="http://schemas.microsoft.com/office/drawing/2014/main" id="{9513D89A-9F4A-4FC1-9D0C-9CD552719D3D}"/>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006" name="Rectangle 45">
              <a:extLst>
                <a:ext uri="{FF2B5EF4-FFF2-40B4-BE49-F238E27FC236}">
                  <a16:creationId xmlns:a16="http://schemas.microsoft.com/office/drawing/2014/main" id="{552E98F8-C910-40F7-82FB-7E75C7CEBA16}"/>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7007" name="Rectangle 46">
              <a:extLst>
                <a:ext uri="{FF2B5EF4-FFF2-40B4-BE49-F238E27FC236}">
                  <a16:creationId xmlns:a16="http://schemas.microsoft.com/office/drawing/2014/main" id="{1F31366C-EA41-4D8A-B4B5-1A8F103D7F90}"/>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6821" name="Group 47">
            <a:extLst>
              <a:ext uri="{FF2B5EF4-FFF2-40B4-BE49-F238E27FC236}">
                <a16:creationId xmlns:a16="http://schemas.microsoft.com/office/drawing/2014/main" id="{99EC0C08-1739-4234-B5A4-B4B80ADB012F}"/>
              </a:ext>
            </a:extLst>
          </p:cNvPr>
          <p:cNvGrpSpPr>
            <a:grpSpLocks/>
          </p:cNvGrpSpPr>
          <p:nvPr/>
        </p:nvGrpSpPr>
        <p:grpSpPr bwMode="auto">
          <a:xfrm>
            <a:off x="5145088" y="3521075"/>
            <a:ext cx="546100" cy="1133475"/>
            <a:chOff x="3314" y="1248"/>
            <a:chExt cx="344" cy="694"/>
          </a:xfrm>
        </p:grpSpPr>
        <p:graphicFrame>
          <p:nvGraphicFramePr>
            <p:cNvPr id="76991" name="Object 48">
              <a:extLst>
                <a:ext uri="{FF2B5EF4-FFF2-40B4-BE49-F238E27FC236}">
                  <a16:creationId xmlns:a16="http://schemas.microsoft.com/office/drawing/2014/main" id="{6ACEA830-5A54-4BDF-BD97-AA7B938DB153}"/>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992" name="Line 49">
              <a:extLst>
                <a:ext uri="{FF2B5EF4-FFF2-40B4-BE49-F238E27FC236}">
                  <a16:creationId xmlns:a16="http://schemas.microsoft.com/office/drawing/2014/main" id="{CC581036-7F40-4DE3-A684-FD6176C3ABA8}"/>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6993" name="Object 50">
              <a:extLst>
                <a:ext uri="{FF2B5EF4-FFF2-40B4-BE49-F238E27FC236}">
                  <a16:creationId xmlns:a16="http://schemas.microsoft.com/office/drawing/2014/main" id="{81D5E2FE-C332-43D1-B7FB-C125920DE138}"/>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994" name="Line 51">
              <a:extLst>
                <a:ext uri="{FF2B5EF4-FFF2-40B4-BE49-F238E27FC236}">
                  <a16:creationId xmlns:a16="http://schemas.microsoft.com/office/drawing/2014/main" id="{BE46D882-012A-4519-AC8A-6F82BAA7F5D5}"/>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6995" name="Group 52">
              <a:extLst>
                <a:ext uri="{FF2B5EF4-FFF2-40B4-BE49-F238E27FC236}">
                  <a16:creationId xmlns:a16="http://schemas.microsoft.com/office/drawing/2014/main" id="{838B4E7E-2385-4D72-8F33-449491C4FD49}"/>
                </a:ext>
              </a:extLst>
            </p:cNvPr>
            <p:cNvGrpSpPr>
              <a:grpSpLocks/>
            </p:cNvGrpSpPr>
            <p:nvPr/>
          </p:nvGrpSpPr>
          <p:grpSpPr bwMode="auto">
            <a:xfrm>
              <a:off x="3404" y="1504"/>
              <a:ext cx="51" cy="167"/>
              <a:chOff x="3842" y="406"/>
              <a:chExt cx="51" cy="167"/>
            </a:xfrm>
          </p:grpSpPr>
          <p:sp>
            <p:nvSpPr>
              <p:cNvPr id="76997" name="Oval 53">
                <a:extLst>
                  <a:ext uri="{FF2B5EF4-FFF2-40B4-BE49-F238E27FC236}">
                    <a16:creationId xmlns:a16="http://schemas.microsoft.com/office/drawing/2014/main" id="{858702B6-257B-4D31-8DEA-CFCEE7985128}"/>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98" name="Oval 54">
                <a:extLst>
                  <a:ext uri="{FF2B5EF4-FFF2-40B4-BE49-F238E27FC236}">
                    <a16:creationId xmlns:a16="http://schemas.microsoft.com/office/drawing/2014/main" id="{3E367126-3F39-4C29-B84D-55315E479535}"/>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99" name="Oval 55">
                <a:extLst>
                  <a:ext uri="{FF2B5EF4-FFF2-40B4-BE49-F238E27FC236}">
                    <a16:creationId xmlns:a16="http://schemas.microsoft.com/office/drawing/2014/main" id="{E0803C54-4E95-4FA0-9365-25471B9A6A7A}"/>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6996" name="Line 56">
              <a:extLst>
                <a:ext uri="{FF2B5EF4-FFF2-40B4-BE49-F238E27FC236}">
                  <a16:creationId xmlns:a16="http://schemas.microsoft.com/office/drawing/2014/main" id="{642ED162-08B2-48D0-A5CB-FAA10E989F90}"/>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76822" name="Object 57">
            <a:extLst>
              <a:ext uri="{FF2B5EF4-FFF2-40B4-BE49-F238E27FC236}">
                <a16:creationId xmlns:a16="http://schemas.microsoft.com/office/drawing/2014/main" id="{DEADAD64-851E-4FF9-B37F-D174F394A4FB}"/>
              </a:ext>
            </a:extLst>
          </p:cNvPr>
          <p:cNvGraphicFramePr>
            <a:graphicFrameLocks noChangeAspect="1"/>
          </p:cNvGraphicFramePr>
          <p:nvPr/>
        </p:nvGraphicFramePr>
        <p:xfrm>
          <a:off x="6132513" y="4756150"/>
          <a:ext cx="476250" cy="406400"/>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513" y="4756150"/>
                        <a:ext cx="47625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3" name="Object 58">
            <a:extLst>
              <a:ext uri="{FF2B5EF4-FFF2-40B4-BE49-F238E27FC236}">
                <a16:creationId xmlns:a16="http://schemas.microsoft.com/office/drawing/2014/main" id="{85B81C96-E19D-4C78-97D9-55836814BD88}"/>
              </a:ext>
            </a:extLst>
          </p:cNvPr>
          <p:cNvGraphicFramePr>
            <a:graphicFrameLocks noChangeAspect="1"/>
          </p:cNvGraphicFramePr>
          <p:nvPr/>
        </p:nvGraphicFramePr>
        <p:xfrm>
          <a:off x="5434013" y="4743450"/>
          <a:ext cx="473075" cy="403225"/>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4013" y="4743450"/>
                        <a:ext cx="473075"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24" name="Oval 59">
            <a:extLst>
              <a:ext uri="{FF2B5EF4-FFF2-40B4-BE49-F238E27FC236}">
                <a16:creationId xmlns:a16="http://schemas.microsoft.com/office/drawing/2014/main" id="{C4E52F9F-02CC-4C0D-9A6C-7E9B6BB70982}"/>
              </a:ext>
            </a:extLst>
          </p:cNvPr>
          <p:cNvSpPr>
            <a:spLocks noChangeArrowheads="1"/>
          </p:cNvSpPr>
          <p:nvPr/>
        </p:nvSpPr>
        <p:spPr bwMode="auto">
          <a:xfrm rot="-5400000">
            <a:off x="5906294" y="4872832"/>
            <a:ext cx="76200" cy="74612"/>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825" name="Oval 60">
            <a:extLst>
              <a:ext uri="{FF2B5EF4-FFF2-40B4-BE49-F238E27FC236}">
                <a16:creationId xmlns:a16="http://schemas.microsoft.com/office/drawing/2014/main" id="{F899A794-153B-4019-8CF2-FE7875013041}"/>
              </a:ext>
            </a:extLst>
          </p:cNvPr>
          <p:cNvSpPr>
            <a:spLocks noChangeArrowheads="1"/>
          </p:cNvSpPr>
          <p:nvPr/>
        </p:nvSpPr>
        <p:spPr bwMode="auto">
          <a:xfrm rot="-5400000">
            <a:off x="6002338" y="4870450"/>
            <a:ext cx="77787" cy="7461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826" name="Oval 61">
            <a:extLst>
              <a:ext uri="{FF2B5EF4-FFF2-40B4-BE49-F238E27FC236}">
                <a16:creationId xmlns:a16="http://schemas.microsoft.com/office/drawing/2014/main" id="{30377059-D80F-423E-9E4D-41ECBED11324}"/>
              </a:ext>
            </a:extLst>
          </p:cNvPr>
          <p:cNvSpPr>
            <a:spLocks noChangeArrowheads="1"/>
          </p:cNvSpPr>
          <p:nvPr/>
        </p:nvSpPr>
        <p:spPr bwMode="auto">
          <a:xfrm rot="-5400000">
            <a:off x="6090444" y="4876007"/>
            <a:ext cx="76200" cy="74612"/>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827" name="Line 62">
            <a:extLst>
              <a:ext uri="{FF2B5EF4-FFF2-40B4-BE49-F238E27FC236}">
                <a16:creationId xmlns:a16="http://schemas.microsoft.com/office/drawing/2014/main" id="{A95588DD-43CC-4A2E-BF62-274E2DA35EE4}"/>
              </a:ext>
            </a:extLst>
          </p:cNvPr>
          <p:cNvSpPr>
            <a:spLocks noChangeShapeType="1"/>
          </p:cNvSpPr>
          <p:nvPr/>
        </p:nvSpPr>
        <p:spPr bwMode="auto">
          <a:xfrm rot="-5400000">
            <a:off x="6386513" y="4725988"/>
            <a:ext cx="73025"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28" name="Line 63">
            <a:extLst>
              <a:ext uri="{FF2B5EF4-FFF2-40B4-BE49-F238E27FC236}">
                <a16:creationId xmlns:a16="http://schemas.microsoft.com/office/drawing/2014/main" id="{F6D968AB-04FF-49C4-8267-3062B2822B55}"/>
              </a:ext>
            </a:extLst>
          </p:cNvPr>
          <p:cNvSpPr>
            <a:spLocks noChangeShapeType="1"/>
          </p:cNvSpPr>
          <p:nvPr/>
        </p:nvSpPr>
        <p:spPr bwMode="auto">
          <a:xfrm rot="5400000" flipH="1">
            <a:off x="5672931" y="4715669"/>
            <a:ext cx="777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29" name="Line 64">
            <a:extLst>
              <a:ext uri="{FF2B5EF4-FFF2-40B4-BE49-F238E27FC236}">
                <a16:creationId xmlns:a16="http://schemas.microsoft.com/office/drawing/2014/main" id="{553A1DA9-B106-485C-9E38-9C63D7B1BF0C}"/>
              </a:ext>
            </a:extLst>
          </p:cNvPr>
          <p:cNvSpPr>
            <a:spLocks noChangeShapeType="1"/>
          </p:cNvSpPr>
          <p:nvPr/>
        </p:nvSpPr>
        <p:spPr bwMode="auto">
          <a:xfrm rot="16200000" flipV="1">
            <a:off x="6071394" y="4328319"/>
            <a:ext cx="0" cy="7127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30" name="Line 65">
            <a:extLst>
              <a:ext uri="{FF2B5EF4-FFF2-40B4-BE49-F238E27FC236}">
                <a16:creationId xmlns:a16="http://schemas.microsoft.com/office/drawing/2014/main" id="{FDDEE4FA-BBA8-495B-B79F-7808F6AAD3D4}"/>
              </a:ext>
            </a:extLst>
          </p:cNvPr>
          <p:cNvSpPr>
            <a:spLocks noChangeShapeType="1"/>
          </p:cNvSpPr>
          <p:nvPr/>
        </p:nvSpPr>
        <p:spPr bwMode="auto">
          <a:xfrm flipV="1">
            <a:off x="5691188" y="4225925"/>
            <a:ext cx="106362"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31" name="Line 66">
            <a:extLst>
              <a:ext uri="{FF2B5EF4-FFF2-40B4-BE49-F238E27FC236}">
                <a16:creationId xmlns:a16="http://schemas.microsoft.com/office/drawing/2014/main" id="{5381C9F0-CE02-460A-9246-A58EFCFDC88C}"/>
              </a:ext>
            </a:extLst>
          </p:cNvPr>
          <p:cNvSpPr>
            <a:spLocks noChangeShapeType="1"/>
          </p:cNvSpPr>
          <p:nvPr/>
        </p:nvSpPr>
        <p:spPr bwMode="auto">
          <a:xfrm>
            <a:off x="6375400" y="4283075"/>
            <a:ext cx="344488" cy="471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32" name="Line 67">
            <a:extLst>
              <a:ext uri="{FF2B5EF4-FFF2-40B4-BE49-F238E27FC236}">
                <a16:creationId xmlns:a16="http://schemas.microsoft.com/office/drawing/2014/main" id="{5C87F854-4217-46C9-B36C-09F6F56A6A24}"/>
              </a:ext>
            </a:extLst>
          </p:cNvPr>
          <p:cNvSpPr>
            <a:spLocks noChangeShapeType="1"/>
          </p:cNvSpPr>
          <p:nvPr/>
        </p:nvSpPr>
        <p:spPr bwMode="auto">
          <a:xfrm flipH="1">
            <a:off x="7280275" y="4278313"/>
            <a:ext cx="317500" cy="481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6833" name="Object 68">
            <a:extLst>
              <a:ext uri="{FF2B5EF4-FFF2-40B4-BE49-F238E27FC236}">
                <a16:creationId xmlns:a16="http://schemas.microsoft.com/office/drawing/2014/main" id="{13A5A734-6256-4E88-9307-D5AEDFE79973}"/>
              </a:ext>
            </a:extLst>
          </p:cNvPr>
          <p:cNvGraphicFramePr>
            <a:graphicFrameLocks noChangeAspect="1"/>
          </p:cNvGraphicFramePr>
          <p:nvPr/>
        </p:nvGraphicFramePr>
        <p:xfrm>
          <a:off x="7481888" y="3732213"/>
          <a:ext cx="231775" cy="293687"/>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6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81888" y="3732213"/>
                        <a:ext cx="231775"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34" name="Object 69">
            <a:extLst>
              <a:ext uri="{FF2B5EF4-FFF2-40B4-BE49-F238E27FC236}">
                <a16:creationId xmlns:a16="http://schemas.microsoft.com/office/drawing/2014/main" id="{EB8DD7F4-A76F-473A-86A2-01CFEE149F9A}"/>
              </a:ext>
            </a:extLst>
          </p:cNvPr>
          <p:cNvGraphicFramePr>
            <a:graphicFrameLocks noChangeAspect="1"/>
          </p:cNvGraphicFramePr>
          <p:nvPr/>
        </p:nvGraphicFramePr>
        <p:xfrm>
          <a:off x="5961063" y="3830638"/>
          <a:ext cx="231775" cy="293687"/>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61063" y="3830638"/>
                        <a:ext cx="231775"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35" name="Freeform 70">
            <a:extLst>
              <a:ext uri="{FF2B5EF4-FFF2-40B4-BE49-F238E27FC236}">
                <a16:creationId xmlns:a16="http://schemas.microsoft.com/office/drawing/2014/main" id="{86BC9A7C-C69E-4F99-8631-30D8C56958CD}"/>
              </a:ext>
            </a:extLst>
          </p:cNvPr>
          <p:cNvSpPr>
            <a:spLocks/>
          </p:cNvSpPr>
          <p:nvPr/>
        </p:nvSpPr>
        <p:spPr bwMode="auto">
          <a:xfrm>
            <a:off x="6053138" y="3554413"/>
            <a:ext cx="1539875" cy="373062"/>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6836" name="Group 71">
            <a:extLst>
              <a:ext uri="{FF2B5EF4-FFF2-40B4-BE49-F238E27FC236}">
                <a16:creationId xmlns:a16="http://schemas.microsoft.com/office/drawing/2014/main" id="{3DE94084-D3E0-40E0-98EE-318CA6F90CF3}"/>
              </a:ext>
            </a:extLst>
          </p:cNvPr>
          <p:cNvGrpSpPr>
            <a:grpSpLocks/>
          </p:cNvGrpSpPr>
          <p:nvPr/>
        </p:nvGrpSpPr>
        <p:grpSpPr bwMode="auto">
          <a:xfrm>
            <a:off x="6356350" y="5294313"/>
            <a:ext cx="463550" cy="522287"/>
            <a:chOff x="2870" y="1518"/>
            <a:chExt cx="292" cy="320"/>
          </a:xfrm>
        </p:grpSpPr>
        <p:graphicFrame>
          <p:nvGraphicFramePr>
            <p:cNvPr id="76989" name="Object 72">
              <a:extLst>
                <a:ext uri="{FF2B5EF4-FFF2-40B4-BE49-F238E27FC236}">
                  <a16:creationId xmlns:a16="http://schemas.microsoft.com/office/drawing/2014/main" id="{59B4C762-DF18-4BFE-996F-0D315FC335D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990" name="Object 73">
              <a:extLst>
                <a:ext uri="{FF2B5EF4-FFF2-40B4-BE49-F238E27FC236}">
                  <a16:creationId xmlns:a16="http://schemas.microsoft.com/office/drawing/2014/main" id="{D8CC53C2-35AE-4B8E-935C-64BEA3CFD2D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7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6837" name="Group 74">
            <a:extLst>
              <a:ext uri="{FF2B5EF4-FFF2-40B4-BE49-F238E27FC236}">
                <a16:creationId xmlns:a16="http://schemas.microsoft.com/office/drawing/2014/main" id="{6EE98B27-464F-4C31-AAE5-4D4F6E392324}"/>
              </a:ext>
            </a:extLst>
          </p:cNvPr>
          <p:cNvGrpSpPr>
            <a:grpSpLocks/>
          </p:cNvGrpSpPr>
          <p:nvPr/>
        </p:nvGrpSpPr>
        <p:grpSpPr bwMode="auto">
          <a:xfrm>
            <a:off x="7242175" y="5334000"/>
            <a:ext cx="461963" cy="522288"/>
            <a:chOff x="2870" y="1518"/>
            <a:chExt cx="292" cy="320"/>
          </a:xfrm>
        </p:grpSpPr>
        <p:graphicFrame>
          <p:nvGraphicFramePr>
            <p:cNvPr id="76987" name="Object 75">
              <a:extLst>
                <a:ext uri="{FF2B5EF4-FFF2-40B4-BE49-F238E27FC236}">
                  <a16:creationId xmlns:a16="http://schemas.microsoft.com/office/drawing/2014/main" id="{16D7184C-EA73-458D-AD8F-D9742A29384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7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988" name="Object 76">
              <a:extLst>
                <a:ext uri="{FF2B5EF4-FFF2-40B4-BE49-F238E27FC236}">
                  <a16:creationId xmlns:a16="http://schemas.microsoft.com/office/drawing/2014/main" id="{ADB30EBA-5545-4C5E-988E-1CB92C6EB49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7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6838" name="Group 77">
            <a:extLst>
              <a:ext uri="{FF2B5EF4-FFF2-40B4-BE49-F238E27FC236}">
                <a16:creationId xmlns:a16="http://schemas.microsoft.com/office/drawing/2014/main" id="{0C359D07-85D9-4020-B37B-24CBE7C3F3C0}"/>
              </a:ext>
            </a:extLst>
          </p:cNvPr>
          <p:cNvGrpSpPr>
            <a:grpSpLocks/>
          </p:cNvGrpSpPr>
          <p:nvPr/>
        </p:nvGrpSpPr>
        <p:grpSpPr bwMode="auto">
          <a:xfrm>
            <a:off x="6770688" y="4986338"/>
            <a:ext cx="431800" cy="460375"/>
            <a:chOff x="4733" y="2082"/>
            <a:chExt cx="272" cy="282"/>
          </a:xfrm>
        </p:grpSpPr>
        <p:graphicFrame>
          <p:nvGraphicFramePr>
            <p:cNvPr id="76985" name="Object 78">
              <a:extLst>
                <a:ext uri="{FF2B5EF4-FFF2-40B4-BE49-F238E27FC236}">
                  <a16:creationId xmlns:a16="http://schemas.microsoft.com/office/drawing/2014/main" id="{F0B37291-409D-4E45-A159-20134978B14A}"/>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7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986" name="Rectangle 79">
              <a:extLst>
                <a:ext uri="{FF2B5EF4-FFF2-40B4-BE49-F238E27FC236}">
                  <a16:creationId xmlns:a16="http://schemas.microsoft.com/office/drawing/2014/main" id="{5B7EC140-42D4-40A9-B324-710D7A60B4CF}"/>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6839" name="Line 80">
            <a:extLst>
              <a:ext uri="{FF2B5EF4-FFF2-40B4-BE49-F238E27FC236}">
                <a16:creationId xmlns:a16="http://schemas.microsoft.com/office/drawing/2014/main" id="{FAC03AB9-156D-4919-B4A1-5351020A56C4}"/>
              </a:ext>
            </a:extLst>
          </p:cNvPr>
          <p:cNvSpPr>
            <a:spLocks noChangeShapeType="1"/>
          </p:cNvSpPr>
          <p:nvPr/>
        </p:nvSpPr>
        <p:spPr bwMode="auto">
          <a:xfrm>
            <a:off x="7118350" y="4867275"/>
            <a:ext cx="0" cy="279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6840" name="Group 81">
            <a:extLst>
              <a:ext uri="{FF2B5EF4-FFF2-40B4-BE49-F238E27FC236}">
                <a16:creationId xmlns:a16="http://schemas.microsoft.com/office/drawing/2014/main" id="{89C1C195-BFE6-4E9B-9EE5-7EA188661AD8}"/>
              </a:ext>
            </a:extLst>
          </p:cNvPr>
          <p:cNvGrpSpPr>
            <a:grpSpLocks/>
          </p:cNvGrpSpPr>
          <p:nvPr/>
        </p:nvGrpSpPr>
        <p:grpSpPr bwMode="auto">
          <a:xfrm>
            <a:off x="7939088" y="4162425"/>
            <a:ext cx="236537" cy="501650"/>
            <a:chOff x="4180" y="783"/>
            <a:chExt cx="150" cy="307"/>
          </a:xfrm>
        </p:grpSpPr>
        <p:sp>
          <p:nvSpPr>
            <p:cNvPr id="76977" name="AutoShape 82">
              <a:extLst>
                <a:ext uri="{FF2B5EF4-FFF2-40B4-BE49-F238E27FC236}">
                  <a16:creationId xmlns:a16="http://schemas.microsoft.com/office/drawing/2014/main" id="{5F078F48-5089-4E82-A5C7-9EBAA3771DF8}"/>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78" name="Rectangle 83">
              <a:extLst>
                <a:ext uri="{FF2B5EF4-FFF2-40B4-BE49-F238E27FC236}">
                  <a16:creationId xmlns:a16="http://schemas.microsoft.com/office/drawing/2014/main" id="{0DA0C4F6-B889-46D4-A633-64F6489377A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79" name="Rectangle 84">
              <a:extLst>
                <a:ext uri="{FF2B5EF4-FFF2-40B4-BE49-F238E27FC236}">
                  <a16:creationId xmlns:a16="http://schemas.microsoft.com/office/drawing/2014/main" id="{AF091172-0742-4C20-8E44-3312F6692039}"/>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80" name="AutoShape 85">
              <a:extLst>
                <a:ext uri="{FF2B5EF4-FFF2-40B4-BE49-F238E27FC236}">
                  <a16:creationId xmlns:a16="http://schemas.microsoft.com/office/drawing/2014/main" id="{42CCBD57-9960-4690-B42E-9D47495FB1A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81" name="Line 86">
              <a:extLst>
                <a:ext uri="{FF2B5EF4-FFF2-40B4-BE49-F238E27FC236}">
                  <a16:creationId xmlns:a16="http://schemas.microsoft.com/office/drawing/2014/main" id="{4EAC5DB3-BE31-49D7-A49E-C76B9E762933}"/>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82" name="Line 87">
              <a:extLst>
                <a:ext uri="{FF2B5EF4-FFF2-40B4-BE49-F238E27FC236}">
                  <a16:creationId xmlns:a16="http://schemas.microsoft.com/office/drawing/2014/main" id="{D4870B4B-5297-409C-8B86-247F1DA3228E}"/>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83" name="Rectangle 88">
              <a:extLst>
                <a:ext uri="{FF2B5EF4-FFF2-40B4-BE49-F238E27FC236}">
                  <a16:creationId xmlns:a16="http://schemas.microsoft.com/office/drawing/2014/main" id="{80140AE9-FA1F-42A7-943D-47E8F2E63A60}"/>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84" name="Rectangle 89">
              <a:extLst>
                <a:ext uri="{FF2B5EF4-FFF2-40B4-BE49-F238E27FC236}">
                  <a16:creationId xmlns:a16="http://schemas.microsoft.com/office/drawing/2014/main" id="{A8B0C6FA-F644-4373-B497-53DE6295B6C2}"/>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6841" name="Group 90">
            <a:extLst>
              <a:ext uri="{FF2B5EF4-FFF2-40B4-BE49-F238E27FC236}">
                <a16:creationId xmlns:a16="http://schemas.microsoft.com/office/drawing/2014/main" id="{FF6BE140-454E-4E51-B264-0CE8FE14F033}"/>
              </a:ext>
            </a:extLst>
          </p:cNvPr>
          <p:cNvGrpSpPr>
            <a:grpSpLocks/>
          </p:cNvGrpSpPr>
          <p:nvPr/>
        </p:nvGrpSpPr>
        <p:grpSpPr bwMode="auto">
          <a:xfrm>
            <a:off x="7924800" y="4706938"/>
            <a:ext cx="236538" cy="500062"/>
            <a:chOff x="4180" y="783"/>
            <a:chExt cx="150" cy="307"/>
          </a:xfrm>
        </p:grpSpPr>
        <p:sp>
          <p:nvSpPr>
            <p:cNvPr id="76969" name="AutoShape 91">
              <a:extLst>
                <a:ext uri="{FF2B5EF4-FFF2-40B4-BE49-F238E27FC236}">
                  <a16:creationId xmlns:a16="http://schemas.microsoft.com/office/drawing/2014/main" id="{E61AF6F6-9E76-4009-B904-692A6D197DD5}"/>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70" name="Rectangle 92">
              <a:extLst>
                <a:ext uri="{FF2B5EF4-FFF2-40B4-BE49-F238E27FC236}">
                  <a16:creationId xmlns:a16="http://schemas.microsoft.com/office/drawing/2014/main" id="{D6CB7185-C8F5-4D47-AC6F-1D22B3F41B77}"/>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71" name="Rectangle 93">
              <a:extLst>
                <a:ext uri="{FF2B5EF4-FFF2-40B4-BE49-F238E27FC236}">
                  <a16:creationId xmlns:a16="http://schemas.microsoft.com/office/drawing/2014/main" id="{61ABC1D2-12EE-498A-B92D-AEFA9C11EC4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72" name="AutoShape 94">
              <a:extLst>
                <a:ext uri="{FF2B5EF4-FFF2-40B4-BE49-F238E27FC236}">
                  <a16:creationId xmlns:a16="http://schemas.microsoft.com/office/drawing/2014/main" id="{A2E8F5D3-D114-49DE-9E2C-898A7E3DAC00}"/>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73" name="Line 95">
              <a:extLst>
                <a:ext uri="{FF2B5EF4-FFF2-40B4-BE49-F238E27FC236}">
                  <a16:creationId xmlns:a16="http://schemas.microsoft.com/office/drawing/2014/main" id="{B3387A71-41DE-47ED-8AB9-CAB2FD3E418A}"/>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74" name="Line 96">
              <a:extLst>
                <a:ext uri="{FF2B5EF4-FFF2-40B4-BE49-F238E27FC236}">
                  <a16:creationId xmlns:a16="http://schemas.microsoft.com/office/drawing/2014/main" id="{E3F9FAE4-07CB-412B-8BA6-0F2C04BAE82D}"/>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75" name="Rectangle 97">
              <a:extLst>
                <a:ext uri="{FF2B5EF4-FFF2-40B4-BE49-F238E27FC236}">
                  <a16:creationId xmlns:a16="http://schemas.microsoft.com/office/drawing/2014/main" id="{7ED59985-9F68-4263-9C4D-04BAA6349B15}"/>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76" name="Rectangle 98">
              <a:extLst>
                <a:ext uri="{FF2B5EF4-FFF2-40B4-BE49-F238E27FC236}">
                  <a16:creationId xmlns:a16="http://schemas.microsoft.com/office/drawing/2014/main" id="{0347210D-37B3-47AD-9A59-EA66E4921A06}"/>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6842" name="Line 99">
            <a:extLst>
              <a:ext uri="{FF2B5EF4-FFF2-40B4-BE49-F238E27FC236}">
                <a16:creationId xmlns:a16="http://schemas.microsoft.com/office/drawing/2014/main" id="{1254C4F7-460B-4344-97E7-73C33D6DB79D}"/>
              </a:ext>
            </a:extLst>
          </p:cNvPr>
          <p:cNvSpPr>
            <a:spLocks noChangeShapeType="1"/>
          </p:cNvSpPr>
          <p:nvPr/>
        </p:nvSpPr>
        <p:spPr bwMode="auto">
          <a:xfrm rot="5400000" flipH="1">
            <a:off x="7473157" y="4620419"/>
            <a:ext cx="7477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43" name="Line 100">
            <a:extLst>
              <a:ext uri="{FF2B5EF4-FFF2-40B4-BE49-F238E27FC236}">
                <a16:creationId xmlns:a16="http://schemas.microsoft.com/office/drawing/2014/main" id="{F33F85B3-7E76-4762-AAEC-57AA2B631651}"/>
              </a:ext>
            </a:extLst>
          </p:cNvPr>
          <p:cNvSpPr>
            <a:spLocks noChangeShapeType="1"/>
          </p:cNvSpPr>
          <p:nvPr/>
        </p:nvSpPr>
        <p:spPr bwMode="auto">
          <a:xfrm rot="-5400000">
            <a:off x="7900988" y="4932362"/>
            <a:ext cx="0" cy="1174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44" name="Line 101">
            <a:extLst>
              <a:ext uri="{FF2B5EF4-FFF2-40B4-BE49-F238E27FC236}">
                <a16:creationId xmlns:a16="http://schemas.microsoft.com/office/drawing/2014/main" id="{8BC52A16-A6F1-457C-8FD6-99908AD8709C}"/>
              </a:ext>
            </a:extLst>
          </p:cNvPr>
          <p:cNvSpPr>
            <a:spLocks noChangeShapeType="1"/>
          </p:cNvSpPr>
          <p:nvPr/>
        </p:nvSpPr>
        <p:spPr bwMode="auto">
          <a:xfrm rot="-5400000">
            <a:off x="7889875" y="4357688"/>
            <a:ext cx="0" cy="101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45" name="Line 102">
            <a:extLst>
              <a:ext uri="{FF2B5EF4-FFF2-40B4-BE49-F238E27FC236}">
                <a16:creationId xmlns:a16="http://schemas.microsoft.com/office/drawing/2014/main" id="{34C69A39-B957-43B1-9781-30907852DE2E}"/>
              </a:ext>
            </a:extLst>
          </p:cNvPr>
          <p:cNvSpPr>
            <a:spLocks noChangeShapeType="1"/>
          </p:cNvSpPr>
          <p:nvPr/>
        </p:nvSpPr>
        <p:spPr bwMode="auto">
          <a:xfrm flipV="1">
            <a:off x="6388100" y="2081213"/>
            <a:ext cx="520700" cy="25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46" name="Line 103">
            <a:extLst>
              <a:ext uri="{FF2B5EF4-FFF2-40B4-BE49-F238E27FC236}">
                <a16:creationId xmlns:a16="http://schemas.microsoft.com/office/drawing/2014/main" id="{21EFBB0F-86B0-4F26-A4C9-28F11A8E5937}"/>
              </a:ext>
            </a:extLst>
          </p:cNvPr>
          <p:cNvSpPr>
            <a:spLocks noChangeShapeType="1"/>
          </p:cNvSpPr>
          <p:nvPr/>
        </p:nvSpPr>
        <p:spPr bwMode="auto">
          <a:xfrm>
            <a:off x="7451725" y="2062163"/>
            <a:ext cx="552450" cy="25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47" name="Line 104">
            <a:extLst>
              <a:ext uri="{FF2B5EF4-FFF2-40B4-BE49-F238E27FC236}">
                <a16:creationId xmlns:a16="http://schemas.microsoft.com/office/drawing/2014/main" id="{9FCAEA6D-A9E0-47C6-AD19-93C96E67BA1E}"/>
              </a:ext>
            </a:extLst>
          </p:cNvPr>
          <p:cNvSpPr>
            <a:spLocks noChangeShapeType="1"/>
          </p:cNvSpPr>
          <p:nvPr/>
        </p:nvSpPr>
        <p:spPr bwMode="auto">
          <a:xfrm flipH="1">
            <a:off x="8042275" y="2473325"/>
            <a:ext cx="273050" cy="8334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48" name="Line 105">
            <a:extLst>
              <a:ext uri="{FF2B5EF4-FFF2-40B4-BE49-F238E27FC236}">
                <a16:creationId xmlns:a16="http://schemas.microsoft.com/office/drawing/2014/main" id="{D573B2BF-361E-4398-AFA1-FF747C8E7264}"/>
              </a:ext>
            </a:extLst>
          </p:cNvPr>
          <p:cNvSpPr>
            <a:spLocks noChangeShapeType="1"/>
          </p:cNvSpPr>
          <p:nvPr/>
        </p:nvSpPr>
        <p:spPr bwMode="auto">
          <a:xfrm>
            <a:off x="7165975" y="2198688"/>
            <a:ext cx="0" cy="5286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49" name="Line 106">
            <a:extLst>
              <a:ext uri="{FF2B5EF4-FFF2-40B4-BE49-F238E27FC236}">
                <a16:creationId xmlns:a16="http://schemas.microsoft.com/office/drawing/2014/main" id="{34E427AF-037A-49C8-860F-A0E1AB39F7A0}"/>
              </a:ext>
            </a:extLst>
          </p:cNvPr>
          <p:cNvSpPr>
            <a:spLocks noChangeShapeType="1"/>
          </p:cNvSpPr>
          <p:nvPr/>
        </p:nvSpPr>
        <p:spPr bwMode="auto">
          <a:xfrm>
            <a:off x="7194550" y="2990850"/>
            <a:ext cx="608013" cy="450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50" name="Line 107">
            <a:extLst>
              <a:ext uri="{FF2B5EF4-FFF2-40B4-BE49-F238E27FC236}">
                <a16:creationId xmlns:a16="http://schemas.microsoft.com/office/drawing/2014/main" id="{E0EAC08F-C621-44A4-AB15-BA1BE670C5B4}"/>
              </a:ext>
            </a:extLst>
          </p:cNvPr>
          <p:cNvSpPr>
            <a:spLocks noChangeShapeType="1"/>
          </p:cNvSpPr>
          <p:nvPr/>
        </p:nvSpPr>
        <p:spPr bwMode="auto">
          <a:xfrm flipH="1">
            <a:off x="7718425" y="3560763"/>
            <a:ext cx="303213"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51" name="Line 108">
            <a:extLst>
              <a:ext uri="{FF2B5EF4-FFF2-40B4-BE49-F238E27FC236}">
                <a16:creationId xmlns:a16="http://schemas.microsoft.com/office/drawing/2014/main" id="{FA916D88-F5E1-4C00-8198-9205B302EFC2}"/>
              </a:ext>
            </a:extLst>
          </p:cNvPr>
          <p:cNvSpPr>
            <a:spLocks noChangeShapeType="1"/>
          </p:cNvSpPr>
          <p:nvPr/>
        </p:nvSpPr>
        <p:spPr bwMode="auto">
          <a:xfrm flipH="1">
            <a:off x="7459663" y="2433638"/>
            <a:ext cx="638175" cy="469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52" name="Line 109">
            <a:extLst>
              <a:ext uri="{FF2B5EF4-FFF2-40B4-BE49-F238E27FC236}">
                <a16:creationId xmlns:a16="http://schemas.microsoft.com/office/drawing/2014/main" id="{24D967B7-5521-4E87-8DF3-8BEBFA477EA9}"/>
              </a:ext>
            </a:extLst>
          </p:cNvPr>
          <p:cNvSpPr>
            <a:spLocks noChangeShapeType="1"/>
          </p:cNvSpPr>
          <p:nvPr/>
        </p:nvSpPr>
        <p:spPr bwMode="auto">
          <a:xfrm flipH="1">
            <a:off x="7470775" y="1749425"/>
            <a:ext cx="398463" cy="3127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53" name="Line 110">
            <a:extLst>
              <a:ext uri="{FF2B5EF4-FFF2-40B4-BE49-F238E27FC236}">
                <a16:creationId xmlns:a16="http://schemas.microsoft.com/office/drawing/2014/main" id="{2F69F06A-0AD1-483C-BC1F-AEC002056F62}"/>
              </a:ext>
            </a:extLst>
          </p:cNvPr>
          <p:cNvSpPr>
            <a:spLocks noChangeShapeType="1"/>
          </p:cNvSpPr>
          <p:nvPr/>
        </p:nvSpPr>
        <p:spPr bwMode="auto">
          <a:xfrm flipH="1">
            <a:off x="8286750" y="1963738"/>
            <a:ext cx="230188"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6854" name="Group 111">
            <a:extLst>
              <a:ext uri="{FF2B5EF4-FFF2-40B4-BE49-F238E27FC236}">
                <a16:creationId xmlns:a16="http://schemas.microsoft.com/office/drawing/2014/main" id="{08601862-CC38-4A30-91E9-1CF306BD8590}"/>
              </a:ext>
            </a:extLst>
          </p:cNvPr>
          <p:cNvGrpSpPr>
            <a:grpSpLocks/>
          </p:cNvGrpSpPr>
          <p:nvPr/>
        </p:nvGrpSpPr>
        <p:grpSpPr bwMode="auto">
          <a:xfrm>
            <a:off x="5797550" y="2198688"/>
            <a:ext cx="569913" cy="285750"/>
            <a:chOff x="3600" y="219"/>
            <a:chExt cx="360" cy="175"/>
          </a:xfrm>
        </p:grpSpPr>
        <p:sp>
          <p:nvSpPr>
            <p:cNvPr id="76956" name="Oval 112">
              <a:extLst>
                <a:ext uri="{FF2B5EF4-FFF2-40B4-BE49-F238E27FC236}">
                  <a16:creationId xmlns:a16="http://schemas.microsoft.com/office/drawing/2014/main" id="{6BEB4A9B-6159-4779-B0B8-4A4A821C7A0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57" name="Line 113">
              <a:extLst>
                <a:ext uri="{FF2B5EF4-FFF2-40B4-BE49-F238E27FC236}">
                  <a16:creationId xmlns:a16="http://schemas.microsoft.com/office/drawing/2014/main" id="{F3211A00-60D4-4138-BB5C-42B16E4FA53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58" name="Line 114">
              <a:extLst>
                <a:ext uri="{FF2B5EF4-FFF2-40B4-BE49-F238E27FC236}">
                  <a16:creationId xmlns:a16="http://schemas.microsoft.com/office/drawing/2014/main" id="{B32824DF-3161-4FFC-A73A-032EE11221E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59" name="Rectangle 115">
              <a:extLst>
                <a:ext uri="{FF2B5EF4-FFF2-40B4-BE49-F238E27FC236}">
                  <a16:creationId xmlns:a16="http://schemas.microsoft.com/office/drawing/2014/main" id="{229CF32F-821D-4BFB-BE40-FCA9D521AA8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960" name="Oval 116">
              <a:extLst>
                <a:ext uri="{FF2B5EF4-FFF2-40B4-BE49-F238E27FC236}">
                  <a16:creationId xmlns:a16="http://schemas.microsoft.com/office/drawing/2014/main" id="{CE93A50F-6F58-4CA4-BDAA-D28EC6D8083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961" name="Group 117">
              <a:extLst>
                <a:ext uri="{FF2B5EF4-FFF2-40B4-BE49-F238E27FC236}">
                  <a16:creationId xmlns:a16="http://schemas.microsoft.com/office/drawing/2014/main" id="{E5DDB1D3-E837-420D-8391-FD8911ABB5B4}"/>
                </a:ext>
              </a:extLst>
            </p:cNvPr>
            <p:cNvGrpSpPr>
              <a:grpSpLocks/>
            </p:cNvGrpSpPr>
            <p:nvPr/>
          </p:nvGrpSpPr>
          <p:grpSpPr bwMode="auto">
            <a:xfrm>
              <a:off x="3686" y="244"/>
              <a:ext cx="177" cy="66"/>
              <a:chOff x="2848" y="848"/>
              <a:chExt cx="140" cy="98"/>
            </a:xfrm>
          </p:grpSpPr>
          <p:sp>
            <p:nvSpPr>
              <p:cNvPr id="76966" name="Line 118">
                <a:extLst>
                  <a:ext uri="{FF2B5EF4-FFF2-40B4-BE49-F238E27FC236}">
                    <a16:creationId xmlns:a16="http://schemas.microsoft.com/office/drawing/2014/main" id="{DF273714-3875-423B-924C-7AE38BBC861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67" name="Line 119">
                <a:extLst>
                  <a:ext uri="{FF2B5EF4-FFF2-40B4-BE49-F238E27FC236}">
                    <a16:creationId xmlns:a16="http://schemas.microsoft.com/office/drawing/2014/main" id="{81AF04C0-F51A-4750-A896-7972A490751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68" name="Line 120">
                <a:extLst>
                  <a:ext uri="{FF2B5EF4-FFF2-40B4-BE49-F238E27FC236}">
                    <a16:creationId xmlns:a16="http://schemas.microsoft.com/office/drawing/2014/main" id="{D2712084-989B-4476-910D-85516C60A29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962" name="Group 121">
              <a:extLst>
                <a:ext uri="{FF2B5EF4-FFF2-40B4-BE49-F238E27FC236}">
                  <a16:creationId xmlns:a16="http://schemas.microsoft.com/office/drawing/2014/main" id="{BF1AFDCD-8A12-4921-8BAD-8069E426ACF5}"/>
                </a:ext>
              </a:extLst>
            </p:cNvPr>
            <p:cNvGrpSpPr>
              <a:grpSpLocks/>
            </p:cNvGrpSpPr>
            <p:nvPr/>
          </p:nvGrpSpPr>
          <p:grpSpPr bwMode="auto">
            <a:xfrm flipV="1">
              <a:off x="3686" y="243"/>
              <a:ext cx="177" cy="66"/>
              <a:chOff x="2848" y="848"/>
              <a:chExt cx="140" cy="98"/>
            </a:xfrm>
          </p:grpSpPr>
          <p:sp>
            <p:nvSpPr>
              <p:cNvPr id="76963" name="Line 122">
                <a:extLst>
                  <a:ext uri="{FF2B5EF4-FFF2-40B4-BE49-F238E27FC236}">
                    <a16:creationId xmlns:a16="http://schemas.microsoft.com/office/drawing/2014/main" id="{171EAB5E-434D-4E9C-8F6F-A7702BA1F87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64" name="Line 123">
                <a:extLst>
                  <a:ext uri="{FF2B5EF4-FFF2-40B4-BE49-F238E27FC236}">
                    <a16:creationId xmlns:a16="http://schemas.microsoft.com/office/drawing/2014/main" id="{AAFAA081-961E-4D2A-9887-DFB2675CCF7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65" name="Line 124">
                <a:extLst>
                  <a:ext uri="{FF2B5EF4-FFF2-40B4-BE49-F238E27FC236}">
                    <a16:creationId xmlns:a16="http://schemas.microsoft.com/office/drawing/2014/main" id="{29E15F38-7699-4F02-83B4-66D59778B11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6855" name="Group 125">
            <a:extLst>
              <a:ext uri="{FF2B5EF4-FFF2-40B4-BE49-F238E27FC236}">
                <a16:creationId xmlns:a16="http://schemas.microsoft.com/office/drawing/2014/main" id="{647AEE47-3AA7-4C8A-8D50-14B286F22472}"/>
              </a:ext>
            </a:extLst>
          </p:cNvPr>
          <p:cNvGrpSpPr>
            <a:grpSpLocks/>
          </p:cNvGrpSpPr>
          <p:nvPr/>
        </p:nvGrpSpPr>
        <p:grpSpPr bwMode="auto">
          <a:xfrm>
            <a:off x="6880225" y="1919288"/>
            <a:ext cx="571500" cy="285750"/>
            <a:chOff x="3600" y="219"/>
            <a:chExt cx="360" cy="175"/>
          </a:xfrm>
        </p:grpSpPr>
        <p:sp>
          <p:nvSpPr>
            <p:cNvPr id="76943" name="Oval 126">
              <a:extLst>
                <a:ext uri="{FF2B5EF4-FFF2-40B4-BE49-F238E27FC236}">
                  <a16:creationId xmlns:a16="http://schemas.microsoft.com/office/drawing/2014/main" id="{5887589A-76E3-483E-9DAA-8FC9C912678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44" name="Line 127">
              <a:extLst>
                <a:ext uri="{FF2B5EF4-FFF2-40B4-BE49-F238E27FC236}">
                  <a16:creationId xmlns:a16="http://schemas.microsoft.com/office/drawing/2014/main" id="{BE879C83-880A-423F-A9EC-55754CB147B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45" name="Line 128">
              <a:extLst>
                <a:ext uri="{FF2B5EF4-FFF2-40B4-BE49-F238E27FC236}">
                  <a16:creationId xmlns:a16="http://schemas.microsoft.com/office/drawing/2014/main" id="{09E1FE39-B2CB-47A4-9B69-AA608DADB95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46" name="Rectangle 129">
              <a:extLst>
                <a:ext uri="{FF2B5EF4-FFF2-40B4-BE49-F238E27FC236}">
                  <a16:creationId xmlns:a16="http://schemas.microsoft.com/office/drawing/2014/main" id="{58441CAB-1762-4D1F-9BB4-3A4EEA7CB5C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947" name="Oval 130">
              <a:extLst>
                <a:ext uri="{FF2B5EF4-FFF2-40B4-BE49-F238E27FC236}">
                  <a16:creationId xmlns:a16="http://schemas.microsoft.com/office/drawing/2014/main" id="{751C5C23-F475-4021-8AED-29AF72A8076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948" name="Group 131">
              <a:extLst>
                <a:ext uri="{FF2B5EF4-FFF2-40B4-BE49-F238E27FC236}">
                  <a16:creationId xmlns:a16="http://schemas.microsoft.com/office/drawing/2014/main" id="{36C42121-0FE7-4763-96E7-D2BB693447D5}"/>
                </a:ext>
              </a:extLst>
            </p:cNvPr>
            <p:cNvGrpSpPr>
              <a:grpSpLocks/>
            </p:cNvGrpSpPr>
            <p:nvPr/>
          </p:nvGrpSpPr>
          <p:grpSpPr bwMode="auto">
            <a:xfrm>
              <a:off x="3686" y="244"/>
              <a:ext cx="177" cy="66"/>
              <a:chOff x="2848" y="848"/>
              <a:chExt cx="140" cy="98"/>
            </a:xfrm>
          </p:grpSpPr>
          <p:sp>
            <p:nvSpPr>
              <p:cNvPr id="76953" name="Line 132">
                <a:extLst>
                  <a:ext uri="{FF2B5EF4-FFF2-40B4-BE49-F238E27FC236}">
                    <a16:creationId xmlns:a16="http://schemas.microsoft.com/office/drawing/2014/main" id="{144CE0E3-9F4C-43FC-AA66-730EE7AA67B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54" name="Line 133">
                <a:extLst>
                  <a:ext uri="{FF2B5EF4-FFF2-40B4-BE49-F238E27FC236}">
                    <a16:creationId xmlns:a16="http://schemas.microsoft.com/office/drawing/2014/main" id="{166FB7A2-1721-4361-9B6F-A270F0BDE12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55" name="Line 134">
                <a:extLst>
                  <a:ext uri="{FF2B5EF4-FFF2-40B4-BE49-F238E27FC236}">
                    <a16:creationId xmlns:a16="http://schemas.microsoft.com/office/drawing/2014/main" id="{AAD62CEE-4DB2-4B92-8A59-D6B8ECEF805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949" name="Group 135">
              <a:extLst>
                <a:ext uri="{FF2B5EF4-FFF2-40B4-BE49-F238E27FC236}">
                  <a16:creationId xmlns:a16="http://schemas.microsoft.com/office/drawing/2014/main" id="{FE9D6357-B7E5-4EE3-957F-014FD2962835}"/>
                </a:ext>
              </a:extLst>
            </p:cNvPr>
            <p:cNvGrpSpPr>
              <a:grpSpLocks/>
            </p:cNvGrpSpPr>
            <p:nvPr/>
          </p:nvGrpSpPr>
          <p:grpSpPr bwMode="auto">
            <a:xfrm flipV="1">
              <a:off x="3686" y="243"/>
              <a:ext cx="177" cy="66"/>
              <a:chOff x="2848" y="848"/>
              <a:chExt cx="140" cy="98"/>
            </a:xfrm>
          </p:grpSpPr>
          <p:sp>
            <p:nvSpPr>
              <p:cNvPr id="76950" name="Line 136">
                <a:extLst>
                  <a:ext uri="{FF2B5EF4-FFF2-40B4-BE49-F238E27FC236}">
                    <a16:creationId xmlns:a16="http://schemas.microsoft.com/office/drawing/2014/main" id="{26689320-6777-4FC9-AAC9-67C5A0C48D4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51" name="Line 137">
                <a:extLst>
                  <a:ext uri="{FF2B5EF4-FFF2-40B4-BE49-F238E27FC236}">
                    <a16:creationId xmlns:a16="http://schemas.microsoft.com/office/drawing/2014/main" id="{30465226-89B0-456F-8677-C11B53DEB95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52" name="Line 138">
                <a:extLst>
                  <a:ext uri="{FF2B5EF4-FFF2-40B4-BE49-F238E27FC236}">
                    <a16:creationId xmlns:a16="http://schemas.microsoft.com/office/drawing/2014/main" id="{247E1DBD-21CC-4065-8D6E-DF115A9C7E0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6856" name="Group 139">
            <a:extLst>
              <a:ext uri="{FF2B5EF4-FFF2-40B4-BE49-F238E27FC236}">
                <a16:creationId xmlns:a16="http://schemas.microsoft.com/office/drawing/2014/main" id="{67B34664-A040-4319-AD8A-CD2BFE257184}"/>
              </a:ext>
            </a:extLst>
          </p:cNvPr>
          <p:cNvGrpSpPr>
            <a:grpSpLocks/>
          </p:cNvGrpSpPr>
          <p:nvPr/>
        </p:nvGrpSpPr>
        <p:grpSpPr bwMode="auto">
          <a:xfrm>
            <a:off x="6900863" y="2724150"/>
            <a:ext cx="569912" cy="285750"/>
            <a:chOff x="3600" y="219"/>
            <a:chExt cx="360" cy="175"/>
          </a:xfrm>
        </p:grpSpPr>
        <p:sp>
          <p:nvSpPr>
            <p:cNvPr id="76930" name="Oval 140">
              <a:extLst>
                <a:ext uri="{FF2B5EF4-FFF2-40B4-BE49-F238E27FC236}">
                  <a16:creationId xmlns:a16="http://schemas.microsoft.com/office/drawing/2014/main" id="{DF8BF897-85F8-4F22-9774-563742A05FD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31" name="Line 141">
              <a:extLst>
                <a:ext uri="{FF2B5EF4-FFF2-40B4-BE49-F238E27FC236}">
                  <a16:creationId xmlns:a16="http://schemas.microsoft.com/office/drawing/2014/main" id="{56B1EE31-D4CD-4AC1-AF89-18A7D75E0E3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32" name="Line 142">
              <a:extLst>
                <a:ext uri="{FF2B5EF4-FFF2-40B4-BE49-F238E27FC236}">
                  <a16:creationId xmlns:a16="http://schemas.microsoft.com/office/drawing/2014/main" id="{586C1E96-A13E-4F81-ABC6-ECB9A59BAA9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33" name="Rectangle 143">
              <a:extLst>
                <a:ext uri="{FF2B5EF4-FFF2-40B4-BE49-F238E27FC236}">
                  <a16:creationId xmlns:a16="http://schemas.microsoft.com/office/drawing/2014/main" id="{5DFBB7DE-FC5C-4146-8381-5C03ED34EE6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934" name="Oval 144">
              <a:extLst>
                <a:ext uri="{FF2B5EF4-FFF2-40B4-BE49-F238E27FC236}">
                  <a16:creationId xmlns:a16="http://schemas.microsoft.com/office/drawing/2014/main" id="{1BBAB700-869F-4D70-A06E-8DB5951AB1F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935" name="Group 145">
              <a:extLst>
                <a:ext uri="{FF2B5EF4-FFF2-40B4-BE49-F238E27FC236}">
                  <a16:creationId xmlns:a16="http://schemas.microsoft.com/office/drawing/2014/main" id="{65AF1EDC-7ECC-4892-950C-A5D3D87F722F}"/>
                </a:ext>
              </a:extLst>
            </p:cNvPr>
            <p:cNvGrpSpPr>
              <a:grpSpLocks/>
            </p:cNvGrpSpPr>
            <p:nvPr/>
          </p:nvGrpSpPr>
          <p:grpSpPr bwMode="auto">
            <a:xfrm>
              <a:off x="3686" y="244"/>
              <a:ext cx="177" cy="66"/>
              <a:chOff x="2848" y="848"/>
              <a:chExt cx="140" cy="98"/>
            </a:xfrm>
          </p:grpSpPr>
          <p:sp>
            <p:nvSpPr>
              <p:cNvPr id="76940" name="Line 146">
                <a:extLst>
                  <a:ext uri="{FF2B5EF4-FFF2-40B4-BE49-F238E27FC236}">
                    <a16:creationId xmlns:a16="http://schemas.microsoft.com/office/drawing/2014/main" id="{F0C4A805-B53E-4F7E-B6EA-4DACC651DC1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41" name="Line 147">
                <a:extLst>
                  <a:ext uri="{FF2B5EF4-FFF2-40B4-BE49-F238E27FC236}">
                    <a16:creationId xmlns:a16="http://schemas.microsoft.com/office/drawing/2014/main" id="{4D5128DB-2889-48F4-91B3-2EB1E78D4B6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42" name="Line 148">
                <a:extLst>
                  <a:ext uri="{FF2B5EF4-FFF2-40B4-BE49-F238E27FC236}">
                    <a16:creationId xmlns:a16="http://schemas.microsoft.com/office/drawing/2014/main" id="{5E268F8E-A31E-4316-8FDA-A374CBD64A9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936" name="Group 149">
              <a:extLst>
                <a:ext uri="{FF2B5EF4-FFF2-40B4-BE49-F238E27FC236}">
                  <a16:creationId xmlns:a16="http://schemas.microsoft.com/office/drawing/2014/main" id="{A8CB2908-4D3D-480C-8757-0E53351B7256}"/>
                </a:ext>
              </a:extLst>
            </p:cNvPr>
            <p:cNvGrpSpPr>
              <a:grpSpLocks/>
            </p:cNvGrpSpPr>
            <p:nvPr/>
          </p:nvGrpSpPr>
          <p:grpSpPr bwMode="auto">
            <a:xfrm flipV="1">
              <a:off x="3686" y="243"/>
              <a:ext cx="177" cy="66"/>
              <a:chOff x="2848" y="848"/>
              <a:chExt cx="140" cy="98"/>
            </a:xfrm>
          </p:grpSpPr>
          <p:sp>
            <p:nvSpPr>
              <p:cNvPr id="76937" name="Line 150">
                <a:extLst>
                  <a:ext uri="{FF2B5EF4-FFF2-40B4-BE49-F238E27FC236}">
                    <a16:creationId xmlns:a16="http://schemas.microsoft.com/office/drawing/2014/main" id="{D8EF2A67-93F8-4B6B-824B-D90D12DDB9D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38" name="Line 151">
                <a:extLst>
                  <a:ext uri="{FF2B5EF4-FFF2-40B4-BE49-F238E27FC236}">
                    <a16:creationId xmlns:a16="http://schemas.microsoft.com/office/drawing/2014/main" id="{47F9FE44-CEF7-4395-A3EC-DCB2513A338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39" name="Line 152">
                <a:extLst>
                  <a:ext uri="{FF2B5EF4-FFF2-40B4-BE49-F238E27FC236}">
                    <a16:creationId xmlns:a16="http://schemas.microsoft.com/office/drawing/2014/main" id="{94440436-DF85-40D7-8368-3A19B7D2E04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6857" name="Group 153">
            <a:extLst>
              <a:ext uri="{FF2B5EF4-FFF2-40B4-BE49-F238E27FC236}">
                <a16:creationId xmlns:a16="http://schemas.microsoft.com/office/drawing/2014/main" id="{5E737129-7494-473A-8677-67588402A405}"/>
              </a:ext>
            </a:extLst>
          </p:cNvPr>
          <p:cNvGrpSpPr>
            <a:grpSpLocks/>
          </p:cNvGrpSpPr>
          <p:nvPr/>
        </p:nvGrpSpPr>
        <p:grpSpPr bwMode="auto">
          <a:xfrm>
            <a:off x="8004175" y="2174875"/>
            <a:ext cx="568325" cy="284163"/>
            <a:chOff x="3600" y="219"/>
            <a:chExt cx="360" cy="175"/>
          </a:xfrm>
        </p:grpSpPr>
        <p:sp>
          <p:nvSpPr>
            <p:cNvPr id="76917" name="Oval 154">
              <a:extLst>
                <a:ext uri="{FF2B5EF4-FFF2-40B4-BE49-F238E27FC236}">
                  <a16:creationId xmlns:a16="http://schemas.microsoft.com/office/drawing/2014/main" id="{BFA4AE58-24A8-437F-A378-AAC1F04A1717}"/>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18" name="Line 155">
              <a:extLst>
                <a:ext uri="{FF2B5EF4-FFF2-40B4-BE49-F238E27FC236}">
                  <a16:creationId xmlns:a16="http://schemas.microsoft.com/office/drawing/2014/main" id="{D23E0837-34A0-44EF-9BCF-4A3431A0245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19" name="Line 156">
              <a:extLst>
                <a:ext uri="{FF2B5EF4-FFF2-40B4-BE49-F238E27FC236}">
                  <a16:creationId xmlns:a16="http://schemas.microsoft.com/office/drawing/2014/main" id="{6E5FE8F1-3287-4D58-BE27-87587CAD30D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20" name="Rectangle 157">
              <a:extLst>
                <a:ext uri="{FF2B5EF4-FFF2-40B4-BE49-F238E27FC236}">
                  <a16:creationId xmlns:a16="http://schemas.microsoft.com/office/drawing/2014/main" id="{F5EAE062-A89C-4F13-9DC9-5424D58B062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921" name="Oval 158">
              <a:extLst>
                <a:ext uri="{FF2B5EF4-FFF2-40B4-BE49-F238E27FC236}">
                  <a16:creationId xmlns:a16="http://schemas.microsoft.com/office/drawing/2014/main" id="{36BC8C99-521B-480C-B30E-A88EE091DF7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922" name="Group 159">
              <a:extLst>
                <a:ext uri="{FF2B5EF4-FFF2-40B4-BE49-F238E27FC236}">
                  <a16:creationId xmlns:a16="http://schemas.microsoft.com/office/drawing/2014/main" id="{9B1624D5-1842-4A77-A747-52B9C017D48E}"/>
                </a:ext>
              </a:extLst>
            </p:cNvPr>
            <p:cNvGrpSpPr>
              <a:grpSpLocks/>
            </p:cNvGrpSpPr>
            <p:nvPr/>
          </p:nvGrpSpPr>
          <p:grpSpPr bwMode="auto">
            <a:xfrm>
              <a:off x="3686" y="244"/>
              <a:ext cx="177" cy="66"/>
              <a:chOff x="2848" y="848"/>
              <a:chExt cx="140" cy="98"/>
            </a:xfrm>
          </p:grpSpPr>
          <p:sp>
            <p:nvSpPr>
              <p:cNvPr id="76927" name="Line 160">
                <a:extLst>
                  <a:ext uri="{FF2B5EF4-FFF2-40B4-BE49-F238E27FC236}">
                    <a16:creationId xmlns:a16="http://schemas.microsoft.com/office/drawing/2014/main" id="{28CD90C4-7707-46BB-9A97-44D9C77701E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28" name="Line 161">
                <a:extLst>
                  <a:ext uri="{FF2B5EF4-FFF2-40B4-BE49-F238E27FC236}">
                    <a16:creationId xmlns:a16="http://schemas.microsoft.com/office/drawing/2014/main" id="{EB18DBF5-D6F5-4EDB-8C58-EE7E2836311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29" name="Line 162">
                <a:extLst>
                  <a:ext uri="{FF2B5EF4-FFF2-40B4-BE49-F238E27FC236}">
                    <a16:creationId xmlns:a16="http://schemas.microsoft.com/office/drawing/2014/main" id="{72AC1E3A-F050-4870-A171-C0CBC7F7F71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923" name="Group 163">
              <a:extLst>
                <a:ext uri="{FF2B5EF4-FFF2-40B4-BE49-F238E27FC236}">
                  <a16:creationId xmlns:a16="http://schemas.microsoft.com/office/drawing/2014/main" id="{51A47E27-C120-4732-B671-F94748630232}"/>
                </a:ext>
              </a:extLst>
            </p:cNvPr>
            <p:cNvGrpSpPr>
              <a:grpSpLocks/>
            </p:cNvGrpSpPr>
            <p:nvPr/>
          </p:nvGrpSpPr>
          <p:grpSpPr bwMode="auto">
            <a:xfrm flipV="1">
              <a:off x="3686" y="243"/>
              <a:ext cx="177" cy="66"/>
              <a:chOff x="2848" y="848"/>
              <a:chExt cx="140" cy="98"/>
            </a:xfrm>
          </p:grpSpPr>
          <p:sp>
            <p:nvSpPr>
              <p:cNvPr id="76924" name="Line 164">
                <a:extLst>
                  <a:ext uri="{FF2B5EF4-FFF2-40B4-BE49-F238E27FC236}">
                    <a16:creationId xmlns:a16="http://schemas.microsoft.com/office/drawing/2014/main" id="{38922DEE-0910-4E54-8C16-0219F2ABB4B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25" name="Line 165">
                <a:extLst>
                  <a:ext uri="{FF2B5EF4-FFF2-40B4-BE49-F238E27FC236}">
                    <a16:creationId xmlns:a16="http://schemas.microsoft.com/office/drawing/2014/main" id="{ACAECBF1-1CA7-4B78-A0EA-96C073AED6F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26" name="Line 166">
                <a:extLst>
                  <a:ext uri="{FF2B5EF4-FFF2-40B4-BE49-F238E27FC236}">
                    <a16:creationId xmlns:a16="http://schemas.microsoft.com/office/drawing/2014/main" id="{0B62E09D-B87A-44E0-B18E-DA5DE88AF7E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6858" name="Group 167">
            <a:extLst>
              <a:ext uri="{FF2B5EF4-FFF2-40B4-BE49-F238E27FC236}">
                <a16:creationId xmlns:a16="http://schemas.microsoft.com/office/drawing/2014/main" id="{E70D9A3A-27DA-4F4C-B18B-41D2D0F91585}"/>
              </a:ext>
            </a:extLst>
          </p:cNvPr>
          <p:cNvGrpSpPr>
            <a:grpSpLocks/>
          </p:cNvGrpSpPr>
          <p:nvPr/>
        </p:nvGrpSpPr>
        <p:grpSpPr bwMode="auto">
          <a:xfrm>
            <a:off x="7783513" y="3271838"/>
            <a:ext cx="569912" cy="284162"/>
            <a:chOff x="3600" y="219"/>
            <a:chExt cx="360" cy="175"/>
          </a:xfrm>
        </p:grpSpPr>
        <p:sp>
          <p:nvSpPr>
            <p:cNvPr id="76904" name="Oval 168">
              <a:extLst>
                <a:ext uri="{FF2B5EF4-FFF2-40B4-BE49-F238E27FC236}">
                  <a16:creationId xmlns:a16="http://schemas.microsoft.com/office/drawing/2014/main" id="{02EEBA21-F5DA-46DA-96B8-3A8BEAFDD8D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905" name="Line 169">
              <a:extLst>
                <a:ext uri="{FF2B5EF4-FFF2-40B4-BE49-F238E27FC236}">
                  <a16:creationId xmlns:a16="http://schemas.microsoft.com/office/drawing/2014/main" id="{2EBCC4FE-6230-4789-B858-84B9053E790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06" name="Line 170">
              <a:extLst>
                <a:ext uri="{FF2B5EF4-FFF2-40B4-BE49-F238E27FC236}">
                  <a16:creationId xmlns:a16="http://schemas.microsoft.com/office/drawing/2014/main" id="{9289CEB9-FC97-49DD-B7F5-9E3D0227DE3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07" name="Rectangle 171">
              <a:extLst>
                <a:ext uri="{FF2B5EF4-FFF2-40B4-BE49-F238E27FC236}">
                  <a16:creationId xmlns:a16="http://schemas.microsoft.com/office/drawing/2014/main" id="{8C5AE582-B2D9-4CE2-AEE4-50D016B123A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908" name="Oval 172">
              <a:extLst>
                <a:ext uri="{FF2B5EF4-FFF2-40B4-BE49-F238E27FC236}">
                  <a16:creationId xmlns:a16="http://schemas.microsoft.com/office/drawing/2014/main" id="{0626966E-C15C-4CEA-A8F1-4826DB09A57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909" name="Group 173">
              <a:extLst>
                <a:ext uri="{FF2B5EF4-FFF2-40B4-BE49-F238E27FC236}">
                  <a16:creationId xmlns:a16="http://schemas.microsoft.com/office/drawing/2014/main" id="{51781FC0-0102-4306-8985-9C0FCD26311C}"/>
                </a:ext>
              </a:extLst>
            </p:cNvPr>
            <p:cNvGrpSpPr>
              <a:grpSpLocks/>
            </p:cNvGrpSpPr>
            <p:nvPr/>
          </p:nvGrpSpPr>
          <p:grpSpPr bwMode="auto">
            <a:xfrm>
              <a:off x="3686" y="244"/>
              <a:ext cx="177" cy="66"/>
              <a:chOff x="2848" y="848"/>
              <a:chExt cx="140" cy="98"/>
            </a:xfrm>
          </p:grpSpPr>
          <p:sp>
            <p:nvSpPr>
              <p:cNvPr id="76914" name="Line 174">
                <a:extLst>
                  <a:ext uri="{FF2B5EF4-FFF2-40B4-BE49-F238E27FC236}">
                    <a16:creationId xmlns:a16="http://schemas.microsoft.com/office/drawing/2014/main" id="{AFDC9A58-AFD8-4343-B972-C0FA4CA5DB4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15" name="Line 175">
                <a:extLst>
                  <a:ext uri="{FF2B5EF4-FFF2-40B4-BE49-F238E27FC236}">
                    <a16:creationId xmlns:a16="http://schemas.microsoft.com/office/drawing/2014/main" id="{B6B2F097-2C4A-437D-9B2D-2B270C02FCA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16" name="Line 176">
                <a:extLst>
                  <a:ext uri="{FF2B5EF4-FFF2-40B4-BE49-F238E27FC236}">
                    <a16:creationId xmlns:a16="http://schemas.microsoft.com/office/drawing/2014/main" id="{33705B23-31E8-42AB-B103-C0D6446DCFC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910" name="Group 177">
              <a:extLst>
                <a:ext uri="{FF2B5EF4-FFF2-40B4-BE49-F238E27FC236}">
                  <a16:creationId xmlns:a16="http://schemas.microsoft.com/office/drawing/2014/main" id="{977427EE-3AD6-4588-A110-A627D9605FAA}"/>
                </a:ext>
              </a:extLst>
            </p:cNvPr>
            <p:cNvGrpSpPr>
              <a:grpSpLocks/>
            </p:cNvGrpSpPr>
            <p:nvPr/>
          </p:nvGrpSpPr>
          <p:grpSpPr bwMode="auto">
            <a:xfrm flipV="1">
              <a:off x="3686" y="243"/>
              <a:ext cx="177" cy="66"/>
              <a:chOff x="2848" y="848"/>
              <a:chExt cx="140" cy="98"/>
            </a:xfrm>
          </p:grpSpPr>
          <p:sp>
            <p:nvSpPr>
              <p:cNvPr id="76911" name="Line 178">
                <a:extLst>
                  <a:ext uri="{FF2B5EF4-FFF2-40B4-BE49-F238E27FC236}">
                    <a16:creationId xmlns:a16="http://schemas.microsoft.com/office/drawing/2014/main" id="{ABA9665D-FA9F-4026-9514-B3C2F062AAD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12" name="Line 179">
                <a:extLst>
                  <a:ext uri="{FF2B5EF4-FFF2-40B4-BE49-F238E27FC236}">
                    <a16:creationId xmlns:a16="http://schemas.microsoft.com/office/drawing/2014/main" id="{9D35F151-211A-4B8F-BF93-8464111763A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13" name="Line 180">
                <a:extLst>
                  <a:ext uri="{FF2B5EF4-FFF2-40B4-BE49-F238E27FC236}">
                    <a16:creationId xmlns:a16="http://schemas.microsoft.com/office/drawing/2014/main" id="{D3B52E95-A789-4492-8DED-D6540C6C82E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6859" name="Group 181">
            <a:extLst>
              <a:ext uri="{FF2B5EF4-FFF2-40B4-BE49-F238E27FC236}">
                <a16:creationId xmlns:a16="http://schemas.microsoft.com/office/drawing/2014/main" id="{77DCFF26-6B07-482B-AE86-FC307321EE72}"/>
              </a:ext>
            </a:extLst>
          </p:cNvPr>
          <p:cNvGrpSpPr>
            <a:grpSpLocks/>
          </p:cNvGrpSpPr>
          <p:nvPr/>
        </p:nvGrpSpPr>
        <p:grpSpPr bwMode="auto">
          <a:xfrm>
            <a:off x="7404100" y="3986213"/>
            <a:ext cx="569913" cy="287337"/>
            <a:chOff x="3600" y="219"/>
            <a:chExt cx="360" cy="175"/>
          </a:xfrm>
        </p:grpSpPr>
        <p:sp>
          <p:nvSpPr>
            <p:cNvPr id="76891" name="Oval 182">
              <a:extLst>
                <a:ext uri="{FF2B5EF4-FFF2-40B4-BE49-F238E27FC236}">
                  <a16:creationId xmlns:a16="http://schemas.microsoft.com/office/drawing/2014/main" id="{A5D7E045-D19A-448F-BD72-CAB35CEBE1FD}"/>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892" name="Line 183">
              <a:extLst>
                <a:ext uri="{FF2B5EF4-FFF2-40B4-BE49-F238E27FC236}">
                  <a16:creationId xmlns:a16="http://schemas.microsoft.com/office/drawing/2014/main" id="{C4757816-6CC0-4EA2-A03F-E6664BB9133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93" name="Line 184">
              <a:extLst>
                <a:ext uri="{FF2B5EF4-FFF2-40B4-BE49-F238E27FC236}">
                  <a16:creationId xmlns:a16="http://schemas.microsoft.com/office/drawing/2014/main" id="{787FA6EB-F42B-473F-AE9E-0A8B00F7330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94" name="Rectangle 185">
              <a:extLst>
                <a:ext uri="{FF2B5EF4-FFF2-40B4-BE49-F238E27FC236}">
                  <a16:creationId xmlns:a16="http://schemas.microsoft.com/office/drawing/2014/main" id="{5551D144-9814-4040-B02E-E69C0B90EDF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895" name="Oval 186">
              <a:extLst>
                <a:ext uri="{FF2B5EF4-FFF2-40B4-BE49-F238E27FC236}">
                  <a16:creationId xmlns:a16="http://schemas.microsoft.com/office/drawing/2014/main" id="{F6FDABFC-A0F2-4A25-86DA-B69E0B73079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896" name="Group 187">
              <a:extLst>
                <a:ext uri="{FF2B5EF4-FFF2-40B4-BE49-F238E27FC236}">
                  <a16:creationId xmlns:a16="http://schemas.microsoft.com/office/drawing/2014/main" id="{22070F9F-9AC5-4643-8DB0-1EFA1428BE4E}"/>
                </a:ext>
              </a:extLst>
            </p:cNvPr>
            <p:cNvGrpSpPr>
              <a:grpSpLocks/>
            </p:cNvGrpSpPr>
            <p:nvPr/>
          </p:nvGrpSpPr>
          <p:grpSpPr bwMode="auto">
            <a:xfrm>
              <a:off x="3686" y="244"/>
              <a:ext cx="177" cy="66"/>
              <a:chOff x="2848" y="848"/>
              <a:chExt cx="140" cy="98"/>
            </a:xfrm>
          </p:grpSpPr>
          <p:sp>
            <p:nvSpPr>
              <p:cNvPr id="76901" name="Line 188">
                <a:extLst>
                  <a:ext uri="{FF2B5EF4-FFF2-40B4-BE49-F238E27FC236}">
                    <a16:creationId xmlns:a16="http://schemas.microsoft.com/office/drawing/2014/main" id="{3B3B96C0-3DB1-40F7-8339-F84E3620C76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02" name="Line 189">
                <a:extLst>
                  <a:ext uri="{FF2B5EF4-FFF2-40B4-BE49-F238E27FC236}">
                    <a16:creationId xmlns:a16="http://schemas.microsoft.com/office/drawing/2014/main" id="{F16B845E-24B6-457C-B5E6-4E441180E0C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03" name="Line 190">
                <a:extLst>
                  <a:ext uri="{FF2B5EF4-FFF2-40B4-BE49-F238E27FC236}">
                    <a16:creationId xmlns:a16="http://schemas.microsoft.com/office/drawing/2014/main" id="{BF96C3A4-C78C-411A-83A9-DE8751061C6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897" name="Group 191">
              <a:extLst>
                <a:ext uri="{FF2B5EF4-FFF2-40B4-BE49-F238E27FC236}">
                  <a16:creationId xmlns:a16="http://schemas.microsoft.com/office/drawing/2014/main" id="{33D511AD-1F6D-4354-8687-D8D3A98BA1FB}"/>
                </a:ext>
              </a:extLst>
            </p:cNvPr>
            <p:cNvGrpSpPr>
              <a:grpSpLocks/>
            </p:cNvGrpSpPr>
            <p:nvPr/>
          </p:nvGrpSpPr>
          <p:grpSpPr bwMode="auto">
            <a:xfrm flipV="1">
              <a:off x="3686" y="243"/>
              <a:ext cx="177" cy="66"/>
              <a:chOff x="2848" y="848"/>
              <a:chExt cx="140" cy="98"/>
            </a:xfrm>
          </p:grpSpPr>
          <p:sp>
            <p:nvSpPr>
              <p:cNvPr id="76898" name="Line 192">
                <a:extLst>
                  <a:ext uri="{FF2B5EF4-FFF2-40B4-BE49-F238E27FC236}">
                    <a16:creationId xmlns:a16="http://schemas.microsoft.com/office/drawing/2014/main" id="{11F5368C-1093-4CAD-AE74-7315C5F16E0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99" name="Line 193">
                <a:extLst>
                  <a:ext uri="{FF2B5EF4-FFF2-40B4-BE49-F238E27FC236}">
                    <a16:creationId xmlns:a16="http://schemas.microsoft.com/office/drawing/2014/main" id="{D8368D0B-797C-46E7-BD00-197887BA515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900" name="Line 194">
                <a:extLst>
                  <a:ext uri="{FF2B5EF4-FFF2-40B4-BE49-F238E27FC236}">
                    <a16:creationId xmlns:a16="http://schemas.microsoft.com/office/drawing/2014/main" id="{E8155483-EA10-4E8B-8C26-4333C4603C9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6860" name="Group 195">
            <a:extLst>
              <a:ext uri="{FF2B5EF4-FFF2-40B4-BE49-F238E27FC236}">
                <a16:creationId xmlns:a16="http://schemas.microsoft.com/office/drawing/2014/main" id="{381EFD9C-6290-4CA0-A404-4BD3A1FE0F77}"/>
              </a:ext>
            </a:extLst>
          </p:cNvPr>
          <p:cNvGrpSpPr>
            <a:grpSpLocks/>
          </p:cNvGrpSpPr>
          <p:nvPr/>
        </p:nvGrpSpPr>
        <p:grpSpPr bwMode="auto">
          <a:xfrm>
            <a:off x="6710363" y="4584700"/>
            <a:ext cx="569912" cy="284163"/>
            <a:chOff x="3600" y="219"/>
            <a:chExt cx="360" cy="175"/>
          </a:xfrm>
        </p:grpSpPr>
        <p:sp>
          <p:nvSpPr>
            <p:cNvPr id="76878" name="Oval 196">
              <a:extLst>
                <a:ext uri="{FF2B5EF4-FFF2-40B4-BE49-F238E27FC236}">
                  <a16:creationId xmlns:a16="http://schemas.microsoft.com/office/drawing/2014/main" id="{45D10EC3-360A-47BD-8188-1678680771D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879" name="Line 197">
              <a:extLst>
                <a:ext uri="{FF2B5EF4-FFF2-40B4-BE49-F238E27FC236}">
                  <a16:creationId xmlns:a16="http://schemas.microsoft.com/office/drawing/2014/main" id="{139F917A-DD58-4B66-A3EF-0374AD8F52C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80" name="Line 198">
              <a:extLst>
                <a:ext uri="{FF2B5EF4-FFF2-40B4-BE49-F238E27FC236}">
                  <a16:creationId xmlns:a16="http://schemas.microsoft.com/office/drawing/2014/main" id="{83D307D5-CDCB-418C-ACBC-58087F351FA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81" name="Rectangle 199">
              <a:extLst>
                <a:ext uri="{FF2B5EF4-FFF2-40B4-BE49-F238E27FC236}">
                  <a16:creationId xmlns:a16="http://schemas.microsoft.com/office/drawing/2014/main" id="{D43A95F5-EA61-446A-AD75-CCFC7F7721C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882" name="Oval 200">
              <a:extLst>
                <a:ext uri="{FF2B5EF4-FFF2-40B4-BE49-F238E27FC236}">
                  <a16:creationId xmlns:a16="http://schemas.microsoft.com/office/drawing/2014/main" id="{030BA9F0-3063-455F-96E4-F84BFF9578E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883" name="Group 201">
              <a:extLst>
                <a:ext uri="{FF2B5EF4-FFF2-40B4-BE49-F238E27FC236}">
                  <a16:creationId xmlns:a16="http://schemas.microsoft.com/office/drawing/2014/main" id="{92C386CB-E05F-4CDD-B7CB-423207D092B0}"/>
                </a:ext>
              </a:extLst>
            </p:cNvPr>
            <p:cNvGrpSpPr>
              <a:grpSpLocks/>
            </p:cNvGrpSpPr>
            <p:nvPr/>
          </p:nvGrpSpPr>
          <p:grpSpPr bwMode="auto">
            <a:xfrm>
              <a:off x="3686" y="244"/>
              <a:ext cx="177" cy="66"/>
              <a:chOff x="2848" y="848"/>
              <a:chExt cx="140" cy="98"/>
            </a:xfrm>
          </p:grpSpPr>
          <p:sp>
            <p:nvSpPr>
              <p:cNvPr id="76888" name="Line 202">
                <a:extLst>
                  <a:ext uri="{FF2B5EF4-FFF2-40B4-BE49-F238E27FC236}">
                    <a16:creationId xmlns:a16="http://schemas.microsoft.com/office/drawing/2014/main" id="{19C757CB-21B6-482F-AD62-22F9FD4318A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89" name="Line 203">
                <a:extLst>
                  <a:ext uri="{FF2B5EF4-FFF2-40B4-BE49-F238E27FC236}">
                    <a16:creationId xmlns:a16="http://schemas.microsoft.com/office/drawing/2014/main" id="{4CF05A7B-1165-40BA-B547-20A2B198EEB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90" name="Line 204">
                <a:extLst>
                  <a:ext uri="{FF2B5EF4-FFF2-40B4-BE49-F238E27FC236}">
                    <a16:creationId xmlns:a16="http://schemas.microsoft.com/office/drawing/2014/main" id="{947CE59C-51DB-45EB-972D-8D60B95D3D6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884" name="Group 205">
              <a:extLst>
                <a:ext uri="{FF2B5EF4-FFF2-40B4-BE49-F238E27FC236}">
                  <a16:creationId xmlns:a16="http://schemas.microsoft.com/office/drawing/2014/main" id="{C1A88012-5698-4C05-A9FB-7E7FA2C69398}"/>
                </a:ext>
              </a:extLst>
            </p:cNvPr>
            <p:cNvGrpSpPr>
              <a:grpSpLocks/>
            </p:cNvGrpSpPr>
            <p:nvPr/>
          </p:nvGrpSpPr>
          <p:grpSpPr bwMode="auto">
            <a:xfrm flipV="1">
              <a:off x="3686" y="243"/>
              <a:ext cx="177" cy="66"/>
              <a:chOff x="2848" y="848"/>
              <a:chExt cx="140" cy="98"/>
            </a:xfrm>
          </p:grpSpPr>
          <p:sp>
            <p:nvSpPr>
              <p:cNvPr id="76885" name="Line 206">
                <a:extLst>
                  <a:ext uri="{FF2B5EF4-FFF2-40B4-BE49-F238E27FC236}">
                    <a16:creationId xmlns:a16="http://schemas.microsoft.com/office/drawing/2014/main" id="{22F7BFF6-A8BF-43A1-B082-6B4AFE852D9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86" name="Line 207">
                <a:extLst>
                  <a:ext uri="{FF2B5EF4-FFF2-40B4-BE49-F238E27FC236}">
                    <a16:creationId xmlns:a16="http://schemas.microsoft.com/office/drawing/2014/main" id="{5FD7D53C-E490-4CF8-8B9D-7A369E2D645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87" name="Line 208">
                <a:extLst>
                  <a:ext uri="{FF2B5EF4-FFF2-40B4-BE49-F238E27FC236}">
                    <a16:creationId xmlns:a16="http://schemas.microsoft.com/office/drawing/2014/main" id="{4A93BD00-16AC-42A9-9AF4-C006702C773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6861" name="Group 209">
            <a:extLst>
              <a:ext uri="{FF2B5EF4-FFF2-40B4-BE49-F238E27FC236}">
                <a16:creationId xmlns:a16="http://schemas.microsoft.com/office/drawing/2014/main" id="{C10B1CF8-DA77-4227-B426-D70F5A808E5F}"/>
              </a:ext>
            </a:extLst>
          </p:cNvPr>
          <p:cNvGrpSpPr>
            <a:grpSpLocks/>
          </p:cNvGrpSpPr>
          <p:nvPr/>
        </p:nvGrpSpPr>
        <p:grpSpPr bwMode="auto">
          <a:xfrm>
            <a:off x="5797550" y="4124325"/>
            <a:ext cx="569913" cy="284163"/>
            <a:chOff x="3600" y="219"/>
            <a:chExt cx="360" cy="175"/>
          </a:xfrm>
        </p:grpSpPr>
        <p:sp>
          <p:nvSpPr>
            <p:cNvPr id="76865" name="Oval 210">
              <a:extLst>
                <a:ext uri="{FF2B5EF4-FFF2-40B4-BE49-F238E27FC236}">
                  <a16:creationId xmlns:a16="http://schemas.microsoft.com/office/drawing/2014/main" id="{0E5C00B7-CF58-4C41-9A80-393D6BE347B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6866" name="Line 211">
              <a:extLst>
                <a:ext uri="{FF2B5EF4-FFF2-40B4-BE49-F238E27FC236}">
                  <a16:creationId xmlns:a16="http://schemas.microsoft.com/office/drawing/2014/main" id="{A3328216-7758-4707-B065-B8757BA2282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67" name="Line 212">
              <a:extLst>
                <a:ext uri="{FF2B5EF4-FFF2-40B4-BE49-F238E27FC236}">
                  <a16:creationId xmlns:a16="http://schemas.microsoft.com/office/drawing/2014/main" id="{15EB6FE1-EED5-4135-9F0C-10B32C3C8A6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68" name="Rectangle 213">
              <a:extLst>
                <a:ext uri="{FF2B5EF4-FFF2-40B4-BE49-F238E27FC236}">
                  <a16:creationId xmlns:a16="http://schemas.microsoft.com/office/drawing/2014/main" id="{87B8AC1A-93E5-4D21-8393-6D697D5DBE9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6869" name="Oval 214">
              <a:extLst>
                <a:ext uri="{FF2B5EF4-FFF2-40B4-BE49-F238E27FC236}">
                  <a16:creationId xmlns:a16="http://schemas.microsoft.com/office/drawing/2014/main" id="{FB75D4A1-9548-4691-9021-D24B72FD6FEB}"/>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6870" name="Group 215">
              <a:extLst>
                <a:ext uri="{FF2B5EF4-FFF2-40B4-BE49-F238E27FC236}">
                  <a16:creationId xmlns:a16="http://schemas.microsoft.com/office/drawing/2014/main" id="{7A851902-245F-4D15-8FBC-9ED27A241179}"/>
                </a:ext>
              </a:extLst>
            </p:cNvPr>
            <p:cNvGrpSpPr>
              <a:grpSpLocks/>
            </p:cNvGrpSpPr>
            <p:nvPr/>
          </p:nvGrpSpPr>
          <p:grpSpPr bwMode="auto">
            <a:xfrm>
              <a:off x="3686" y="244"/>
              <a:ext cx="177" cy="66"/>
              <a:chOff x="2848" y="848"/>
              <a:chExt cx="140" cy="98"/>
            </a:xfrm>
          </p:grpSpPr>
          <p:sp>
            <p:nvSpPr>
              <p:cNvPr id="76875" name="Line 216">
                <a:extLst>
                  <a:ext uri="{FF2B5EF4-FFF2-40B4-BE49-F238E27FC236}">
                    <a16:creationId xmlns:a16="http://schemas.microsoft.com/office/drawing/2014/main" id="{1C7B2573-7777-4F6F-8349-64BBB741BB0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76" name="Line 217">
                <a:extLst>
                  <a:ext uri="{FF2B5EF4-FFF2-40B4-BE49-F238E27FC236}">
                    <a16:creationId xmlns:a16="http://schemas.microsoft.com/office/drawing/2014/main" id="{01C6EE31-F9DF-427F-BF91-0610916560D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77" name="Line 218">
                <a:extLst>
                  <a:ext uri="{FF2B5EF4-FFF2-40B4-BE49-F238E27FC236}">
                    <a16:creationId xmlns:a16="http://schemas.microsoft.com/office/drawing/2014/main" id="{438880BC-42A8-4002-A23C-8C141D66688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6871" name="Group 219">
              <a:extLst>
                <a:ext uri="{FF2B5EF4-FFF2-40B4-BE49-F238E27FC236}">
                  <a16:creationId xmlns:a16="http://schemas.microsoft.com/office/drawing/2014/main" id="{C54C0635-D776-407E-AAE7-6CE3B3B1A878}"/>
                </a:ext>
              </a:extLst>
            </p:cNvPr>
            <p:cNvGrpSpPr>
              <a:grpSpLocks/>
            </p:cNvGrpSpPr>
            <p:nvPr/>
          </p:nvGrpSpPr>
          <p:grpSpPr bwMode="auto">
            <a:xfrm flipV="1">
              <a:off x="3686" y="243"/>
              <a:ext cx="177" cy="66"/>
              <a:chOff x="2848" y="848"/>
              <a:chExt cx="140" cy="98"/>
            </a:xfrm>
          </p:grpSpPr>
          <p:sp>
            <p:nvSpPr>
              <p:cNvPr id="76872" name="Line 220">
                <a:extLst>
                  <a:ext uri="{FF2B5EF4-FFF2-40B4-BE49-F238E27FC236}">
                    <a16:creationId xmlns:a16="http://schemas.microsoft.com/office/drawing/2014/main" id="{2D3273DF-DD0F-4695-9F67-504BB82E5C0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73" name="Line 221">
                <a:extLst>
                  <a:ext uri="{FF2B5EF4-FFF2-40B4-BE49-F238E27FC236}">
                    <a16:creationId xmlns:a16="http://schemas.microsoft.com/office/drawing/2014/main" id="{46CA9E16-E967-47A5-9D75-9E2737418BF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74" name="Line 222">
                <a:extLst>
                  <a:ext uri="{FF2B5EF4-FFF2-40B4-BE49-F238E27FC236}">
                    <a16:creationId xmlns:a16="http://schemas.microsoft.com/office/drawing/2014/main" id="{76179DB7-ACDC-40CE-91CD-E69F2F85D29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6862" name="Freeform 223">
            <a:extLst>
              <a:ext uri="{FF2B5EF4-FFF2-40B4-BE49-F238E27FC236}">
                <a16:creationId xmlns:a16="http://schemas.microsoft.com/office/drawing/2014/main" id="{0BC40DF2-FC1A-4FB0-9ABE-8D799C6DF72D}"/>
              </a:ext>
            </a:extLst>
          </p:cNvPr>
          <p:cNvSpPr>
            <a:spLocks/>
          </p:cNvSpPr>
          <p:nvPr/>
        </p:nvSpPr>
        <p:spPr bwMode="auto">
          <a:xfrm>
            <a:off x="5124450" y="1933575"/>
            <a:ext cx="3038475" cy="3114675"/>
          </a:xfrm>
          <a:custGeom>
            <a:avLst/>
            <a:gdLst>
              <a:gd name="T0" fmla="*/ 0 w 1914"/>
              <a:gd name="T1" fmla="*/ 0 h 1962"/>
              <a:gd name="T2" fmla="*/ 2147483646 w 1914"/>
              <a:gd name="T3" fmla="*/ 2147483646 h 1962"/>
              <a:gd name="T4" fmla="*/ 2147483646 w 1914"/>
              <a:gd name="T5" fmla="*/ 2147483646 h 1962"/>
              <a:gd name="T6" fmla="*/ 2147483646 w 1914"/>
              <a:gd name="T7" fmla="*/ 2147483646 h 1962"/>
              <a:gd name="T8" fmla="*/ 2147483646 w 1914"/>
              <a:gd name="T9" fmla="*/ 2147483646 h 1962"/>
              <a:gd name="T10" fmla="*/ 2147483646 w 1914"/>
              <a:gd name="T11" fmla="*/ 2147483646 h 1962"/>
              <a:gd name="T12" fmla="*/ 2147483646 w 1914"/>
              <a:gd name="T13" fmla="*/ 2147483646 h 1962"/>
              <a:gd name="T14" fmla="*/ 2147483646 w 1914"/>
              <a:gd name="T15" fmla="*/ 2147483646 h 1962"/>
              <a:gd name="T16" fmla="*/ 2147483646 w 1914"/>
              <a:gd name="T17" fmla="*/ 2147483646 h 1962"/>
              <a:gd name="T18" fmla="*/ 2147483646 w 1914"/>
              <a:gd name="T19" fmla="*/ 2147483646 h 1962"/>
              <a:gd name="T20" fmla="*/ 2147483646 w 1914"/>
              <a:gd name="T21" fmla="*/ 2147483646 h 19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14"/>
              <a:gd name="T34" fmla="*/ 0 h 1962"/>
              <a:gd name="T35" fmla="*/ 1914 w 1914"/>
              <a:gd name="T36" fmla="*/ 1962 h 19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14" h="1962">
                <a:moveTo>
                  <a:pt x="0" y="0"/>
                </a:moveTo>
                <a:lnTo>
                  <a:pt x="258" y="12"/>
                </a:lnTo>
                <a:lnTo>
                  <a:pt x="426" y="198"/>
                </a:lnTo>
                <a:lnTo>
                  <a:pt x="768" y="204"/>
                </a:lnTo>
                <a:lnTo>
                  <a:pt x="1086" y="48"/>
                </a:lnTo>
                <a:lnTo>
                  <a:pt x="1326" y="48"/>
                </a:lnTo>
                <a:lnTo>
                  <a:pt x="1326" y="588"/>
                </a:lnTo>
                <a:lnTo>
                  <a:pt x="1890" y="990"/>
                </a:lnTo>
                <a:lnTo>
                  <a:pt x="1662" y="1320"/>
                </a:lnTo>
                <a:lnTo>
                  <a:pt x="1662" y="1944"/>
                </a:lnTo>
                <a:lnTo>
                  <a:pt x="1914" y="1962"/>
                </a:lnTo>
              </a:path>
            </a:pathLst>
          </a:custGeom>
          <a:noFill/>
          <a:ln w="57150">
            <a:solidFill>
              <a:schemeClr val="accent2"/>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6863" name="Freeform 224">
            <a:extLst>
              <a:ext uri="{FF2B5EF4-FFF2-40B4-BE49-F238E27FC236}">
                <a16:creationId xmlns:a16="http://schemas.microsoft.com/office/drawing/2014/main" id="{F52513F9-46C6-483C-A82B-A30F58087642}"/>
              </a:ext>
            </a:extLst>
          </p:cNvPr>
          <p:cNvSpPr>
            <a:spLocks/>
          </p:cNvSpPr>
          <p:nvPr/>
        </p:nvSpPr>
        <p:spPr bwMode="auto">
          <a:xfrm>
            <a:off x="5991225" y="2152650"/>
            <a:ext cx="1924050" cy="2990850"/>
          </a:xfrm>
          <a:custGeom>
            <a:avLst/>
            <a:gdLst>
              <a:gd name="T0" fmla="*/ 0 w 1212"/>
              <a:gd name="T1" fmla="*/ 2147483646 h 1884"/>
              <a:gd name="T2" fmla="*/ 0 w 1212"/>
              <a:gd name="T3" fmla="*/ 2147483646 h 1884"/>
              <a:gd name="T4" fmla="*/ 2147483646 w 1212"/>
              <a:gd name="T5" fmla="*/ 2147483646 h 1884"/>
              <a:gd name="T6" fmla="*/ 2147483646 w 1212"/>
              <a:gd name="T7" fmla="*/ 0 h 1884"/>
              <a:gd name="T8" fmla="*/ 2147483646 w 1212"/>
              <a:gd name="T9" fmla="*/ 0 h 1884"/>
              <a:gd name="T10" fmla="*/ 2147483646 w 1212"/>
              <a:gd name="T11" fmla="*/ 2147483646 h 1884"/>
              <a:gd name="T12" fmla="*/ 2147483646 w 1212"/>
              <a:gd name="T13" fmla="*/ 2147483646 h 1884"/>
              <a:gd name="T14" fmla="*/ 2147483646 w 1212"/>
              <a:gd name="T15" fmla="*/ 2147483646 h 1884"/>
              <a:gd name="T16" fmla="*/ 2147483646 w 1212"/>
              <a:gd name="T17" fmla="*/ 2147483646 h 18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12"/>
              <a:gd name="T28" fmla="*/ 0 h 1884"/>
              <a:gd name="T29" fmla="*/ 1212 w 1212"/>
              <a:gd name="T30" fmla="*/ 1884 h 18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12" h="1884">
                <a:moveTo>
                  <a:pt x="0" y="702"/>
                </a:moveTo>
                <a:lnTo>
                  <a:pt x="0" y="228"/>
                </a:lnTo>
                <a:lnTo>
                  <a:pt x="156" y="228"/>
                </a:lnTo>
                <a:lnTo>
                  <a:pt x="612" y="0"/>
                </a:lnTo>
                <a:lnTo>
                  <a:pt x="714" y="0"/>
                </a:lnTo>
                <a:lnTo>
                  <a:pt x="714" y="558"/>
                </a:lnTo>
                <a:lnTo>
                  <a:pt x="1212" y="912"/>
                </a:lnTo>
                <a:lnTo>
                  <a:pt x="720" y="1668"/>
                </a:lnTo>
                <a:lnTo>
                  <a:pt x="720" y="1884"/>
                </a:lnTo>
              </a:path>
            </a:pathLst>
          </a:custGeom>
          <a:noFill/>
          <a:ln w="5715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6864" name="Line 225">
            <a:extLst>
              <a:ext uri="{FF2B5EF4-FFF2-40B4-BE49-F238E27FC236}">
                <a16:creationId xmlns:a16="http://schemas.microsoft.com/office/drawing/2014/main" id="{79AB9B36-0C6B-4846-B2B3-C5A7C3712D79}"/>
              </a:ext>
            </a:extLst>
          </p:cNvPr>
          <p:cNvSpPr>
            <a:spLocks noChangeShapeType="1"/>
          </p:cNvSpPr>
          <p:nvPr/>
        </p:nvSpPr>
        <p:spPr bwMode="auto">
          <a:xfrm>
            <a:off x="6080125" y="4416425"/>
            <a:ext cx="1588" cy="2524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630A8197-1224-4C13-8733-683D9DF4D697}"/>
              </a:ext>
            </a:extLst>
          </p:cNvPr>
          <p:cNvSpPr>
            <a:spLocks noGrp="1"/>
          </p:cNvSpPr>
          <p:nvPr>
            <p:ph sz="half" idx="1"/>
          </p:nvPr>
        </p:nvSpPr>
        <p:spPr/>
        <p:txBody>
          <a:bodyPr/>
          <a:lstStyle/>
          <a:p>
            <a:pPr marL="457200" indent="-457200" fontAlgn="base">
              <a:lnSpc>
                <a:spcPct val="90000"/>
              </a:lnSpc>
              <a:spcAft>
                <a:spcPct val="0"/>
              </a:spcAft>
              <a:buFont typeface="Arial" pitchFamily="34" charset="0"/>
              <a:buChar char="•"/>
              <a:defRPr/>
            </a:pPr>
            <a:r>
              <a:rPr lang="en-US" altLang="en-US" dirty="0"/>
              <a:t>network resources (e.g., bandwidth) </a:t>
            </a:r>
            <a:r>
              <a:rPr lang="en-US" altLang="en-US" dirty="0">
                <a:solidFill>
                  <a:srgbClr val="FF0000"/>
                </a:solidFill>
              </a:rPr>
              <a:t>divided into “pieces”</a:t>
            </a:r>
            <a:endParaRPr lang="en-US" altLang="en-US" sz="2400" dirty="0">
              <a:solidFill>
                <a:srgbClr val="FF0000"/>
              </a:solidFill>
            </a:endParaRPr>
          </a:p>
          <a:p>
            <a:pPr fontAlgn="base">
              <a:lnSpc>
                <a:spcPct val="90000"/>
              </a:lnSpc>
              <a:spcAft>
                <a:spcPct val="0"/>
              </a:spcAft>
              <a:buFont typeface="Arial" pitchFamily="34" charset="0"/>
              <a:buChar char="•"/>
              <a:defRPr/>
            </a:pPr>
            <a:r>
              <a:rPr lang="en-US" altLang="en-US" sz="2400" dirty="0"/>
              <a:t>pieces allocated to calls</a:t>
            </a:r>
          </a:p>
          <a:p>
            <a:pPr fontAlgn="base">
              <a:lnSpc>
                <a:spcPct val="90000"/>
              </a:lnSpc>
              <a:spcAft>
                <a:spcPct val="0"/>
              </a:spcAft>
              <a:buFont typeface="Arial" pitchFamily="34" charset="0"/>
              <a:buChar char="•"/>
              <a:defRPr/>
            </a:pPr>
            <a:r>
              <a:rPr lang="en-US" altLang="en-US" sz="2400" dirty="0"/>
              <a:t>resource piece </a:t>
            </a:r>
            <a:r>
              <a:rPr lang="en-US" altLang="en-US" sz="2400" i="1" dirty="0">
                <a:solidFill>
                  <a:srgbClr val="FF0000"/>
                </a:solidFill>
              </a:rPr>
              <a:t>idle</a:t>
            </a:r>
            <a:r>
              <a:rPr lang="en-US" altLang="en-US" sz="2400" dirty="0"/>
              <a:t> if not used by owning call </a:t>
            </a:r>
            <a:r>
              <a:rPr lang="en-US" altLang="en-US" sz="2400" i="1" dirty="0"/>
              <a:t>(no sharing)</a:t>
            </a:r>
          </a:p>
          <a:p>
            <a:pPr fontAlgn="base">
              <a:lnSpc>
                <a:spcPct val="90000"/>
              </a:lnSpc>
              <a:spcAft>
                <a:spcPct val="0"/>
              </a:spcAft>
              <a:buFont typeface="Arial" pitchFamily="34" charset="0"/>
              <a:buChar char="•"/>
              <a:defRPr/>
            </a:pPr>
            <a:r>
              <a:rPr lang="en-US" altLang="en-US" sz="2400" dirty="0"/>
              <a:t>dividing link bandwidth into “pieces”</a:t>
            </a:r>
          </a:p>
          <a:p>
            <a:pPr lvl="1" fontAlgn="base">
              <a:lnSpc>
                <a:spcPct val="90000"/>
              </a:lnSpc>
              <a:spcAft>
                <a:spcPct val="0"/>
              </a:spcAft>
              <a:defRPr/>
            </a:pPr>
            <a:r>
              <a:rPr lang="en-US" altLang="en-US" dirty="0"/>
              <a:t>frequency division</a:t>
            </a:r>
          </a:p>
          <a:p>
            <a:pPr lvl="1" fontAlgn="base">
              <a:lnSpc>
                <a:spcPct val="90000"/>
              </a:lnSpc>
              <a:spcAft>
                <a:spcPct val="0"/>
              </a:spcAft>
              <a:defRPr/>
            </a:pPr>
            <a:r>
              <a:rPr lang="en-US" altLang="en-US" dirty="0"/>
              <a:t>time division</a:t>
            </a:r>
          </a:p>
          <a:p>
            <a:pPr lvl="1" fontAlgn="base">
              <a:lnSpc>
                <a:spcPct val="90000"/>
              </a:lnSpc>
              <a:spcAft>
                <a:spcPct val="0"/>
              </a:spcAft>
              <a:defRPr/>
            </a:pPr>
            <a:r>
              <a:rPr lang="en-US" altLang="en-US" dirty="0"/>
              <a:t>code division</a:t>
            </a:r>
          </a:p>
        </p:txBody>
      </p:sp>
      <p:sp>
        <p:nvSpPr>
          <p:cNvPr id="77827" name="Slide Number Placeholder 6">
            <a:extLst>
              <a:ext uri="{FF2B5EF4-FFF2-40B4-BE49-F238E27FC236}">
                <a16:creationId xmlns:a16="http://schemas.microsoft.com/office/drawing/2014/main" id="{6A37E6E5-44DE-4182-8242-350072CB4EDD}"/>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CFCEB11F-D079-43ED-9C05-14E74396AB8E}" type="slidenum">
              <a:rPr lang="en-US" altLang="en-US" sz="1400">
                <a:latin typeface="Times New Roman" panose="02020603050405020304" pitchFamily="18" charset="0"/>
              </a:rPr>
              <a:pPr algn="l" eaLnBrk="0" hangingPunct="0">
                <a:spcBef>
                  <a:spcPct val="0"/>
                </a:spcBef>
                <a:buFontTx/>
                <a:buNone/>
              </a:pPr>
              <a:t>44</a:t>
            </a:fld>
            <a:endParaRPr lang="en-US" altLang="en-US" sz="1400">
              <a:latin typeface="Times New Roman" panose="02020603050405020304" pitchFamily="18" charset="0"/>
            </a:endParaRPr>
          </a:p>
        </p:txBody>
      </p:sp>
      <p:sp>
        <p:nvSpPr>
          <p:cNvPr id="25603" name="Rectangle 2">
            <a:extLst>
              <a:ext uri="{FF2B5EF4-FFF2-40B4-BE49-F238E27FC236}">
                <a16:creationId xmlns:a16="http://schemas.microsoft.com/office/drawing/2014/main" id="{3F3C4355-AFEB-4723-BD08-F9E7CC84DCF4}"/>
              </a:ext>
            </a:extLst>
          </p:cNvPr>
          <p:cNvSpPr>
            <a:spLocks noGrp="1" noChangeArrowheads="1"/>
          </p:cNvSpPr>
          <p:nvPr>
            <p:ph type="title" idx="4294967295"/>
          </p:nvPr>
        </p:nvSpPr>
        <p:spPr>
          <a:xfrm>
            <a:off x="0" y="274638"/>
            <a:ext cx="8229600" cy="1143000"/>
          </a:xfrm>
        </p:spPr>
        <p:txBody>
          <a:bodyPr/>
          <a:lstStyle/>
          <a:p>
            <a:pPr>
              <a:defRPr/>
            </a:pPr>
            <a:r>
              <a:rPr lang="en-US" sz="3600" dirty="0"/>
              <a:t>Network Core: Circuit Switching</a:t>
            </a:r>
            <a:endParaRPr lang="en-US" dirty="0"/>
          </a:p>
        </p:txBody>
      </p:sp>
      <p:pic>
        <p:nvPicPr>
          <p:cNvPr id="77829" name="Picture 4" descr="C:\temp\fdmtdm.jpg">
            <a:extLst>
              <a:ext uri="{FF2B5EF4-FFF2-40B4-BE49-F238E27FC236}">
                <a16:creationId xmlns:a16="http://schemas.microsoft.com/office/drawing/2014/main" id="{DA504BC1-7D36-4512-946A-33E29C0B90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2463" y="1814513"/>
            <a:ext cx="406717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DC7F8DB2-D71C-4062-B601-B0CC663BB188}"/>
              </a:ext>
            </a:extLst>
          </p:cNvPr>
          <p:cNvSpPr>
            <a:spLocks noGrp="1"/>
          </p:cNvSpPr>
          <p:nvPr>
            <p:ph sz="half" idx="1"/>
          </p:nvPr>
        </p:nvSpPr>
        <p:spPr/>
        <p:txBody>
          <a:bodyPr/>
          <a:lstStyle/>
          <a:p>
            <a:pPr fontAlgn="base">
              <a:spcAft>
                <a:spcPct val="0"/>
              </a:spcAft>
              <a:buFont typeface="Arial" pitchFamily="34" charset="0"/>
              <a:buChar char="•"/>
            </a:pPr>
            <a:r>
              <a:rPr lang="en-US" altLang="en-US" sz="2400">
                <a:solidFill>
                  <a:srgbClr val="FF0000"/>
                </a:solidFill>
              </a:rPr>
              <a:t>each end-end data stream divided into </a:t>
            </a:r>
            <a:r>
              <a:rPr lang="en-US" altLang="en-US" sz="2400" i="1">
                <a:solidFill>
                  <a:srgbClr val="FF0000"/>
                </a:solidFill>
              </a:rPr>
              <a:t>packets</a:t>
            </a:r>
            <a:endParaRPr lang="en-US" altLang="en-US" sz="2000"/>
          </a:p>
          <a:p>
            <a:pPr fontAlgn="base">
              <a:spcAft>
                <a:spcPct val="0"/>
              </a:spcAft>
              <a:buFont typeface="Arial" pitchFamily="34" charset="0"/>
              <a:buChar char="•"/>
            </a:pPr>
            <a:r>
              <a:rPr lang="en-US" altLang="en-US" sz="2400"/>
              <a:t>user A, B packets </a:t>
            </a:r>
            <a:r>
              <a:rPr lang="en-US" altLang="en-US" sz="2400" i="1"/>
              <a:t>share</a:t>
            </a:r>
            <a:r>
              <a:rPr lang="en-US" altLang="en-US" sz="2400"/>
              <a:t> network resources</a:t>
            </a:r>
            <a:r>
              <a:rPr lang="en-US" altLang="en-US" sz="2000"/>
              <a:t> </a:t>
            </a:r>
          </a:p>
          <a:p>
            <a:pPr fontAlgn="base">
              <a:spcAft>
                <a:spcPct val="0"/>
              </a:spcAft>
              <a:buFont typeface="Arial" pitchFamily="34" charset="0"/>
              <a:buChar char="•"/>
            </a:pPr>
            <a:r>
              <a:rPr lang="en-US" altLang="en-US" sz="2400"/>
              <a:t>each packet uses full link bandwidth </a:t>
            </a:r>
          </a:p>
          <a:p>
            <a:pPr fontAlgn="base">
              <a:spcAft>
                <a:spcPct val="0"/>
              </a:spcAft>
              <a:buFont typeface="Arial" pitchFamily="34" charset="0"/>
              <a:buChar char="•"/>
            </a:pPr>
            <a:r>
              <a:rPr lang="en-US" altLang="en-US" sz="2400"/>
              <a:t>resources used </a:t>
            </a:r>
            <a:r>
              <a:rPr lang="en-US" altLang="en-US" sz="2400" i="1"/>
              <a:t>as needed</a:t>
            </a:r>
            <a:r>
              <a:rPr lang="en-US" altLang="en-US" sz="2400"/>
              <a:t>, </a:t>
            </a:r>
          </a:p>
          <a:p>
            <a:pPr fontAlgn="base">
              <a:spcAft>
                <a:spcPct val="0"/>
              </a:spcAft>
            </a:pPr>
            <a:endParaRPr lang="en-US" altLang="en-US" sz="2400"/>
          </a:p>
          <a:p>
            <a:pPr fontAlgn="base">
              <a:spcAft>
                <a:spcPct val="0"/>
              </a:spcAft>
            </a:pPr>
            <a:endParaRPr lang="en-US" altLang="en-US" sz="2000"/>
          </a:p>
        </p:txBody>
      </p:sp>
      <p:sp>
        <p:nvSpPr>
          <p:cNvPr id="78851" name="Slide Number Placeholder 6">
            <a:extLst>
              <a:ext uri="{FF2B5EF4-FFF2-40B4-BE49-F238E27FC236}">
                <a16:creationId xmlns:a16="http://schemas.microsoft.com/office/drawing/2014/main" id="{C6AF475F-51BC-4258-98EF-65475786E5D2}"/>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80BFB819-DE27-45EB-90C5-3B497E6054A4}" type="slidenum">
              <a:rPr lang="en-US" altLang="en-US" sz="1400">
                <a:latin typeface="Times New Roman" panose="02020603050405020304" pitchFamily="18" charset="0"/>
              </a:rPr>
              <a:pPr algn="l" eaLnBrk="0" hangingPunct="0">
                <a:spcBef>
                  <a:spcPct val="0"/>
                </a:spcBef>
                <a:buFontTx/>
                <a:buNone/>
              </a:pPr>
              <a:t>45</a:t>
            </a:fld>
            <a:endParaRPr lang="en-US" altLang="en-US" sz="1400">
              <a:latin typeface="Times New Roman" panose="02020603050405020304" pitchFamily="18" charset="0"/>
            </a:endParaRPr>
          </a:p>
        </p:txBody>
      </p:sp>
      <p:sp>
        <p:nvSpPr>
          <p:cNvPr id="26627" name="Rectangle 2">
            <a:extLst>
              <a:ext uri="{FF2B5EF4-FFF2-40B4-BE49-F238E27FC236}">
                <a16:creationId xmlns:a16="http://schemas.microsoft.com/office/drawing/2014/main" id="{54B88DC8-58C9-470C-87C0-A0920D7FDF4C}"/>
              </a:ext>
            </a:extLst>
          </p:cNvPr>
          <p:cNvSpPr>
            <a:spLocks noGrp="1" noChangeArrowheads="1"/>
          </p:cNvSpPr>
          <p:nvPr>
            <p:ph type="title" idx="4294967295"/>
          </p:nvPr>
        </p:nvSpPr>
        <p:spPr>
          <a:xfrm>
            <a:off x="0" y="274638"/>
            <a:ext cx="8229600" cy="1143000"/>
          </a:xfrm>
        </p:spPr>
        <p:txBody>
          <a:bodyPr/>
          <a:lstStyle/>
          <a:p>
            <a:pPr>
              <a:defRPr/>
            </a:pPr>
            <a:r>
              <a:rPr lang="en-US" sz="3600"/>
              <a:t>Network Core: Packet Switching</a:t>
            </a:r>
            <a:endParaRPr lang="en-US"/>
          </a:p>
        </p:txBody>
      </p:sp>
      <p:sp>
        <p:nvSpPr>
          <p:cNvPr id="78853" name="Rectangle 4">
            <a:extLst>
              <a:ext uri="{FF2B5EF4-FFF2-40B4-BE49-F238E27FC236}">
                <a16:creationId xmlns:a16="http://schemas.microsoft.com/office/drawing/2014/main" id="{6ED8A95D-BBDC-4F5D-97B4-5F668766F005}"/>
              </a:ext>
            </a:extLst>
          </p:cNvPr>
          <p:cNvSpPr>
            <a:spLocks noChangeArrowheads="1"/>
          </p:cNvSpPr>
          <p:nvPr/>
        </p:nvSpPr>
        <p:spPr bwMode="auto">
          <a:xfrm>
            <a:off x="5029200" y="1371600"/>
            <a:ext cx="3886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buClr>
                <a:schemeClr val="accent2"/>
              </a:buClr>
              <a:buSzPct val="85000"/>
              <a:buFont typeface="ZapfDingbats" pitchFamily="82" charset="2"/>
              <a:buNone/>
            </a:pPr>
            <a:r>
              <a:rPr lang="en-US" altLang="en-US" sz="2400">
                <a:solidFill>
                  <a:srgbClr val="FF0000"/>
                </a:solidFill>
                <a:latin typeface="Comic Sans MS" panose="030F0702030302020204" pitchFamily="66" charset="0"/>
              </a:rPr>
              <a:t>resource contention:</a:t>
            </a:r>
            <a:r>
              <a:rPr lang="en-US" altLang="en-US" sz="2000">
                <a:latin typeface="Comic Sans MS" panose="030F0702030302020204" pitchFamily="66" charset="0"/>
              </a:rPr>
              <a:t> </a:t>
            </a:r>
          </a:p>
          <a:p>
            <a:pPr>
              <a:buClr>
                <a:schemeClr val="accent2"/>
              </a:buClr>
              <a:buSzPct val="85000"/>
              <a:buFont typeface="ZapfDingbats" pitchFamily="82" charset="2"/>
              <a:buChar char="r"/>
            </a:pPr>
            <a:r>
              <a:rPr lang="en-US" altLang="en-US" sz="2400">
                <a:latin typeface="Comic Sans MS" panose="030F0702030302020204" pitchFamily="66" charset="0"/>
              </a:rPr>
              <a:t>aggregate resource demand can exceed amount available</a:t>
            </a:r>
          </a:p>
          <a:p>
            <a:pPr>
              <a:buClr>
                <a:schemeClr val="accent2"/>
              </a:buClr>
              <a:buSzPct val="85000"/>
              <a:buFont typeface="ZapfDingbats" pitchFamily="82" charset="2"/>
              <a:buChar char="r"/>
            </a:pPr>
            <a:r>
              <a:rPr lang="en-US" altLang="en-US" sz="2400">
                <a:latin typeface="Comic Sans MS" panose="030F0702030302020204" pitchFamily="66" charset="0"/>
              </a:rPr>
              <a:t>congestion: packets queue, wait for link use</a:t>
            </a:r>
          </a:p>
          <a:p>
            <a:pPr>
              <a:buClr>
                <a:schemeClr val="accent2"/>
              </a:buClr>
              <a:buSzPct val="85000"/>
              <a:buFont typeface="ZapfDingbats" pitchFamily="82" charset="2"/>
              <a:buChar char="r"/>
            </a:pPr>
            <a:r>
              <a:rPr lang="en-US" altLang="en-US" sz="2400">
                <a:latin typeface="Comic Sans MS" panose="030F0702030302020204" pitchFamily="66" charset="0"/>
              </a:rPr>
              <a:t>store and forward: packets move one hop at a time</a:t>
            </a:r>
            <a:endParaRPr lang="en-US" altLang="en-US" sz="2000">
              <a:latin typeface="Comic Sans MS" panose="030F0702030302020204" pitchFamily="66" charset="0"/>
            </a:endParaRPr>
          </a:p>
          <a:p>
            <a:pPr lvl="1">
              <a:buClr>
                <a:schemeClr val="accent2"/>
              </a:buClr>
              <a:buSzPct val="75000"/>
              <a:buFont typeface="ZapfDingbats" pitchFamily="82" charset="2"/>
              <a:buChar char="m"/>
            </a:pPr>
            <a:r>
              <a:rPr lang="en-US" altLang="en-US" sz="2400">
                <a:latin typeface="Comic Sans MS" panose="030F0702030302020204" pitchFamily="66" charset="0"/>
              </a:rPr>
              <a:t>transmit over link</a:t>
            </a:r>
          </a:p>
          <a:p>
            <a:pPr lvl="1">
              <a:buClr>
                <a:schemeClr val="accent2"/>
              </a:buClr>
              <a:buSzPct val="75000"/>
              <a:buFont typeface="ZapfDingbats" pitchFamily="82" charset="2"/>
              <a:buChar char="m"/>
            </a:pPr>
            <a:r>
              <a:rPr lang="en-US" altLang="en-US" sz="2400">
                <a:latin typeface="Comic Sans MS" panose="030F0702030302020204" pitchFamily="66" charset="0"/>
              </a:rPr>
              <a:t>wait turn at next link</a:t>
            </a:r>
            <a:endParaRPr lang="en-US" altLang="en-US" sz="2000">
              <a:latin typeface="Comic Sans MS" panose="030F0702030302020204" pitchFamily="66" charset="0"/>
            </a:endParaRPr>
          </a:p>
        </p:txBody>
      </p:sp>
      <p:grpSp>
        <p:nvGrpSpPr>
          <p:cNvPr id="78854" name="Group 5">
            <a:extLst>
              <a:ext uri="{FF2B5EF4-FFF2-40B4-BE49-F238E27FC236}">
                <a16:creationId xmlns:a16="http://schemas.microsoft.com/office/drawing/2014/main" id="{7076FC0D-AAD4-4537-B7F3-9CB80B5E1A83}"/>
              </a:ext>
            </a:extLst>
          </p:cNvPr>
          <p:cNvGrpSpPr>
            <a:grpSpLocks/>
          </p:cNvGrpSpPr>
          <p:nvPr/>
        </p:nvGrpSpPr>
        <p:grpSpPr bwMode="auto">
          <a:xfrm>
            <a:off x="533400" y="4419600"/>
            <a:ext cx="4038600" cy="2209800"/>
            <a:chOff x="336" y="2496"/>
            <a:chExt cx="2544" cy="1392"/>
          </a:xfrm>
        </p:grpSpPr>
        <p:sp>
          <p:nvSpPr>
            <p:cNvPr id="78855" name="Rectangle 6">
              <a:extLst>
                <a:ext uri="{FF2B5EF4-FFF2-40B4-BE49-F238E27FC236}">
                  <a16:creationId xmlns:a16="http://schemas.microsoft.com/office/drawing/2014/main" id="{17BFB653-0E33-4A69-A407-A1F96C9792F8}"/>
                </a:ext>
              </a:extLst>
            </p:cNvPr>
            <p:cNvSpPr>
              <a:spLocks noChangeArrowheads="1"/>
            </p:cNvSpPr>
            <p:nvPr/>
          </p:nvSpPr>
          <p:spPr bwMode="auto">
            <a:xfrm>
              <a:off x="336" y="2784"/>
              <a:ext cx="2544"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buClr>
                  <a:schemeClr val="accent2"/>
                </a:buClr>
                <a:buSzPct val="85000"/>
                <a:buFont typeface="ZapfDingbats" pitchFamily="82" charset="2"/>
                <a:buNone/>
              </a:pPr>
              <a:r>
                <a:rPr lang="en-US" altLang="en-US" sz="2000">
                  <a:latin typeface="Comic Sans MS" panose="030F0702030302020204" pitchFamily="66" charset="0"/>
                </a:rPr>
                <a:t>Bandwidth division into “pieces”</a:t>
              </a:r>
            </a:p>
            <a:p>
              <a:pPr algn="ctr">
                <a:buClr>
                  <a:schemeClr val="accent2"/>
                </a:buClr>
                <a:buSzPct val="85000"/>
                <a:buFont typeface="ZapfDingbats" pitchFamily="82" charset="2"/>
                <a:buNone/>
              </a:pPr>
              <a:r>
                <a:rPr lang="en-US" altLang="en-US" sz="2000">
                  <a:latin typeface="Comic Sans MS" panose="030F0702030302020204" pitchFamily="66" charset="0"/>
                </a:rPr>
                <a:t>Dedicated allocation</a:t>
              </a:r>
            </a:p>
            <a:p>
              <a:pPr algn="ctr">
                <a:buClr>
                  <a:schemeClr val="accent2"/>
                </a:buClr>
                <a:buSzPct val="85000"/>
                <a:buFont typeface="ZapfDingbats" pitchFamily="82" charset="2"/>
                <a:buNone/>
              </a:pPr>
              <a:r>
                <a:rPr lang="en-US" altLang="en-US" sz="2000">
                  <a:latin typeface="Comic Sans MS" panose="030F0702030302020204" pitchFamily="66" charset="0"/>
                </a:rPr>
                <a:t>Resource reservation</a:t>
              </a:r>
            </a:p>
          </p:txBody>
        </p:sp>
        <p:sp>
          <p:nvSpPr>
            <p:cNvPr id="78856" name="Oval 7">
              <a:extLst>
                <a:ext uri="{FF2B5EF4-FFF2-40B4-BE49-F238E27FC236}">
                  <a16:creationId xmlns:a16="http://schemas.microsoft.com/office/drawing/2014/main" id="{345ABE15-D967-41CD-862C-160417632C8C}"/>
                </a:ext>
              </a:extLst>
            </p:cNvPr>
            <p:cNvSpPr>
              <a:spLocks noChangeArrowheads="1"/>
            </p:cNvSpPr>
            <p:nvPr/>
          </p:nvSpPr>
          <p:spPr bwMode="auto">
            <a:xfrm>
              <a:off x="768" y="2496"/>
              <a:ext cx="1488" cy="1392"/>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8857" name="Line 8">
              <a:extLst>
                <a:ext uri="{FF2B5EF4-FFF2-40B4-BE49-F238E27FC236}">
                  <a16:creationId xmlns:a16="http://schemas.microsoft.com/office/drawing/2014/main" id="{68A0DB02-D9D1-4DC8-8D89-F2F650996125}"/>
                </a:ext>
              </a:extLst>
            </p:cNvPr>
            <p:cNvSpPr>
              <a:spLocks noChangeShapeType="1"/>
            </p:cNvSpPr>
            <p:nvPr/>
          </p:nvSpPr>
          <p:spPr bwMode="auto">
            <a:xfrm>
              <a:off x="1056" y="2640"/>
              <a:ext cx="960" cy="105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6">
            <a:extLst>
              <a:ext uri="{FF2B5EF4-FFF2-40B4-BE49-F238E27FC236}">
                <a16:creationId xmlns:a16="http://schemas.microsoft.com/office/drawing/2014/main" id="{5AD2EBBD-C842-47C7-AAD5-C5628DE64249}"/>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6B0A21C8-547D-4E34-B605-9715E2248655}" type="slidenum">
              <a:rPr lang="en-US" altLang="en-US" sz="1400">
                <a:latin typeface="Times New Roman" panose="02020603050405020304" pitchFamily="18" charset="0"/>
              </a:rPr>
              <a:pPr algn="l" eaLnBrk="0" hangingPunct="0">
                <a:spcBef>
                  <a:spcPct val="0"/>
                </a:spcBef>
                <a:buFontTx/>
                <a:buNone/>
              </a:pPr>
              <a:t>46</a:t>
            </a:fld>
            <a:endParaRPr lang="en-US" altLang="en-US" sz="1400">
              <a:latin typeface="Times New Roman" panose="02020603050405020304" pitchFamily="18" charset="0"/>
            </a:endParaRPr>
          </a:p>
        </p:txBody>
      </p:sp>
      <p:sp>
        <p:nvSpPr>
          <p:cNvPr id="9224" name="Rectangle 2">
            <a:extLst>
              <a:ext uri="{FF2B5EF4-FFF2-40B4-BE49-F238E27FC236}">
                <a16:creationId xmlns:a16="http://schemas.microsoft.com/office/drawing/2014/main" id="{49F2A436-6A02-458D-866E-96D91624FE22}"/>
              </a:ext>
            </a:extLst>
          </p:cNvPr>
          <p:cNvSpPr>
            <a:spLocks noGrp="1" noChangeArrowheads="1"/>
          </p:cNvSpPr>
          <p:nvPr>
            <p:ph type="title" idx="4294967295"/>
          </p:nvPr>
        </p:nvSpPr>
        <p:spPr>
          <a:xfrm>
            <a:off x="0" y="274638"/>
            <a:ext cx="8229600" cy="1143000"/>
          </a:xfrm>
        </p:spPr>
        <p:txBody>
          <a:bodyPr/>
          <a:lstStyle/>
          <a:p>
            <a:pPr>
              <a:defRPr/>
            </a:pPr>
            <a:r>
              <a:rPr lang="en-US" sz="3600"/>
              <a:t>Network Core: Packet Switching</a:t>
            </a:r>
          </a:p>
        </p:txBody>
      </p:sp>
      <p:graphicFrame>
        <p:nvGraphicFramePr>
          <p:cNvPr id="79876" name="Object 4">
            <a:extLst>
              <a:ext uri="{FF2B5EF4-FFF2-40B4-BE49-F238E27FC236}">
                <a16:creationId xmlns:a16="http://schemas.microsoft.com/office/drawing/2014/main" id="{0A82FC70-B38B-4088-A9F0-47D288C9AF2F}"/>
              </a:ext>
            </a:extLst>
          </p:cNvPr>
          <p:cNvGraphicFramePr>
            <a:graphicFrameLocks noChangeAspect="1"/>
          </p:cNvGraphicFramePr>
          <p:nvPr/>
        </p:nvGraphicFramePr>
        <p:xfrm>
          <a:off x="1866900" y="3395663"/>
          <a:ext cx="646113" cy="533400"/>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3395663"/>
                        <a:ext cx="64611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7" name="Line 5">
            <a:extLst>
              <a:ext uri="{FF2B5EF4-FFF2-40B4-BE49-F238E27FC236}">
                <a16:creationId xmlns:a16="http://schemas.microsoft.com/office/drawing/2014/main" id="{F2FEC4BA-86F8-4F5C-986B-1E631728A1FA}"/>
              </a:ext>
            </a:extLst>
          </p:cNvPr>
          <p:cNvSpPr>
            <a:spLocks noChangeShapeType="1"/>
          </p:cNvSpPr>
          <p:nvPr/>
        </p:nvSpPr>
        <p:spPr bwMode="auto">
          <a:xfrm>
            <a:off x="3538538" y="2303463"/>
            <a:ext cx="0" cy="228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79878" name="Oval 6">
            <a:extLst>
              <a:ext uri="{FF2B5EF4-FFF2-40B4-BE49-F238E27FC236}">
                <a16:creationId xmlns:a16="http://schemas.microsoft.com/office/drawing/2014/main" id="{8A6CD79C-EE4E-4C15-9EAF-39D937018D87}"/>
              </a:ext>
            </a:extLst>
          </p:cNvPr>
          <p:cNvSpPr>
            <a:spLocks noChangeArrowheads="1"/>
          </p:cNvSpPr>
          <p:nvPr/>
        </p:nvSpPr>
        <p:spPr bwMode="auto">
          <a:xfrm>
            <a:off x="2984500" y="3259138"/>
            <a:ext cx="1198563" cy="369887"/>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879" name="Rectangle 7">
            <a:extLst>
              <a:ext uri="{FF2B5EF4-FFF2-40B4-BE49-F238E27FC236}">
                <a16:creationId xmlns:a16="http://schemas.microsoft.com/office/drawing/2014/main" id="{C8CD3766-25F4-4BB5-8D9D-467CF0849C39}"/>
              </a:ext>
            </a:extLst>
          </p:cNvPr>
          <p:cNvSpPr>
            <a:spLocks noChangeArrowheads="1"/>
          </p:cNvSpPr>
          <p:nvPr/>
        </p:nvSpPr>
        <p:spPr bwMode="auto">
          <a:xfrm>
            <a:off x="2984500" y="3190875"/>
            <a:ext cx="1198563" cy="263525"/>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9880" name="Oval 8">
            <a:extLst>
              <a:ext uri="{FF2B5EF4-FFF2-40B4-BE49-F238E27FC236}">
                <a16:creationId xmlns:a16="http://schemas.microsoft.com/office/drawing/2014/main" id="{9977FBBB-8C8A-4772-95CF-0211D35DD8A8}"/>
              </a:ext>
            </a:extLst>
          </p:cNvPr>
          <p:cNvSpPr>
            <a:spLocks noChangeArrowheads="1"/>
          </p:cNvSpPr>
          <p:nvPr/>
        </p:nvSpPr>
        <p:spPr bwMode="auto">
          <a:xfrm>
            <a:off x="2994025" y="2962275"/>
            <a:ext cx="1198563" cy="430213"/>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9881" name="Group 9">
            <a:extLst>
              <a:ext uri="{FF2B5EF4-FFF2-40B4-BE49-F238E27FC236}">
                <a16:creationId xmlns:a16="http://schemas.microsoft.com/office/drawing/2014/main" id="{DD5EAA81-BCE5-4044-BD6C-1D642EE9770C}"/>
              </a:ext>
            </a:extLst>
          </p:cNvPr>
          <p:cNvGrpSpPr>
            <a:grpSpLocks/>
          </p:cNvGrpSpPr>
          <p:nvPr/>
        </p:nvGrpSpPr>
        <p:grpSpPr bwMode="auto">
          <a:xfrm>
            <a:off x="3340100" y="2992438"/>
            <a:ext cx="498475" cy="119062"/>
            <a:chOff x="2208" y="2184"/>
            <a:chExt cx="176" cy="69"/>
          </a:xfrm>
        </p:grpSpPr>
        <p:grpSp>
          <p:nvGrpSpPr>
            <p:cNvPr id="79955" name="Group 10">
              <a:extLst>
                <a:ext uri="{FF2B5EF4-FFF2-40B4-BE49-F238E27FC236}">
                  <a16:creationId xmlns:a16="http://schemas.microsoft.com/office/drawing/2014/main" id="{AE9328F3-717D-4481-B515-325E3904F58A}"/>
                </a:ext>
              </a:extLst>
            </p:cNvPr>
            <p:cNvGrpSpPr>
              <a:grpSpLocks/>
            </p:cNvGrpSpPr>
            <p:nvPr/>
          </p:nvGrpSpPr>
          <p:grpSpPr bwMode="auto">
            <a:xfrm>
              <a:off x="2208" y="2185"/>
              <a:ext cx="176" cy="68"/>
              <a:chOff x="2848" y="848"/>
              <a:chExt cx="140" cy="98"/>
            </a:xfrm>
          </p:grpSpPr>
          <p:sp>
            <p:nvSpPr>
              <p:cNvPr id="79960" name="Line 11">
                <a:extLst>
                  <a:ext uri="{FF2B5EF4-FFF2-40B4-BE49-F238E27FC236}">
                    <a16:creationId xmlns:a16="http://schemas.microsoft.com/office/drawing/2014/main" id="{6B0FA406-20E3-4E0B-A84F-925D5F44FBA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61" name="Line 12">
                <a:extLst>
                  <a:ext uri="{FF2B5EF4-FFF2-40B4-BE49-F238E27FC236}">
                    <a16:creationId xmlns:a16="http://schemas.microsoft.com/office/drawing/2014/main" id="{D4318BFA-390F-40A0-9454-E586152D10F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62" name="Line 13">
                <a:extLst>
                  <a:ext uri="{FF2B5EF4-FFF2-40B4-BE49-F238E27FC236}">
                    <a16:creationId xmlns:a16="http://schemas.microsoft.com/office/drawing/2014/main" id="{12DD26D9-ED61-4FAE-A564-C101FF0B4EF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9956" name="Group 14">
              <a:extLst>
                <a:ext uri="{FF2B5EF4-FFF2-40B4-BE49-F238E27FC236}">
                  <a16:creationId xmlns:a16="http://schemas.microsoft.com/office/drawing/2014/main" id="{C70FE724-E91C-4C06-9E36-2EBAB1EA76C6}"/>
                </a:ext>
              </a:extLst>
            </p:cNvPr>
            <p:cNvGrpSpPr>
              <a:grpSpLocks/>
            </p:cNvGrpSpPr>
            <p:nvPr/>
          </p:nvGrpSpPr>
          <p:grpSpPr bwMode="auto">
            <a:xfrm flipV="1">
              <a:off x="2208" y="2184"/>
              <a:ext cx="176" cy="68"/>
              <a:chOff x="2848" y="848"/>
              <a:chExt cx="140" cy="98"/>
            </a:xfrm>
          </p:grpSpPr>
          <p:sp>
            <p:nvSpPr>
              <p:cNvPr id="79957" name="Line 15">
                <a:extLst>
                  <a:ext uri="{FF2B5EF4-FFF2-40B4-BE49-F238E27FC236}">
                    <a16:creationId xmlns:a16="http://schemas.microsoft.com/office/drawing/2014/main" id="{B36EF4DD-AE79-45D9-90B6-B6C9E8C2ECE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58" name="Line 16">
                <a:extLst>
                  <a:ext uri="{FF2B5EF4-FFF2-40B4-BE49-F238E27FC236}">
                    <a16:creationId xmlns:a16="http://schemas.microsoft.com/office/drawing/2014/main" id="{8B07BFC9-9493-4FFB-8F0D-E662E4C7E23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59" name="Line 17">
                <a:extLst>
                  <a:ext uri="{FF2B5EF4-FFF2-40B4-BE49-F238E27FC236}">
                    <a16:creationId xmlns:a16="http://schemas.microsoft.com/office/drawing/2014/main" id="{25909B03-67D9-4460-987B-280B77CB582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9882" name="Oval 18">
            <a:extLst>
              <a:ext uri="{FF2B5EF4-FFF2-40B4-BE49-F238E27FC236}">
                <a16:creationId xmlns:a16="http://schemas.microsoft.com/office/drawing/2014/main" id="{EE728CB1-E813-4C6F-B82C-7AD38FF9F1AE}"/>
              </a:ext>
            </a:extLst>
          </p:cNvPr>
          <p:cNvSpPr>
            <a:spLocks noChangeArrowheads="1"/>
          </p:cNvSpPr>
          <p:nvPr/>
        </p:nvSpPr>
        <p:spPr bwMode="auto">
          <a:xfrm>
            <a:off x="6080125" y="3278188"/>
            <a:ext cx="1198563" cy="369887"/>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883" name="Line 19">
            <a:extLst>
              <a:ext uri="{FF2B5EF4-FFF2-40B4-BE49-F238E27FC236}">
                <a16:creationId xmlns:a16="http://schemas.microsoft.com/office/drawing/2014/main" id="{C9B5B600-8D30-45E9-9927-ACD098597D68}"/>
              </a:ext>
            </a:extLst>
          </p:cNvPr>
          <p:cNvSpPr>
            <a:spLocks noChangeShapeType="1"/>
          </p:cNvSpPr>
          <p:nvPr/>
        </p:nvSpPr>
        <p:spPr bwMode="auto">
          <a:xfrm>
            <a:off x="6089650" y="325755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84" name="Rectangle 20">
            <a:extLst>
              <a:ext uri="{FF2B5EF4-FFF2-40B4-BE49-F238E27FC236}">
                <a16:creationId xmlns:a16="http://schemas.microsoft.com/office/drawing/2014/main" id="{A4367594-A806-426C-B059-8E09AA840CA9}"/>
              </a:ext>
            </a:extLst>
          </p:cNvPr>
          <p:cNvSpPr>
            <a:spLocks noChangeArrowheads="1"/>
          </p:cNvSpPr>
          <p:nvPr/>
        </p:nvSpPr>
        <p:spPr bwMode="auto">
          <a:xfrm>
            <a:off x="6089650" y="3219450"/>
            <a:ext cx="1198563" cy="263525"/>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9885" name="Oval 21">
            <a:extLst>
              <a:ext uri="{FF2B5EF4-FFF2-40B4-BE49-F238E27FC236}">
                <a16:creationId xmlns:a16="http://schemas.microsoft.com/office/drawing/2014/main" id="{3B5D89D3-E4B3-42ED-963A-56473BD80B80}"/>
              </a:ext>
            </a:extLst>
          </p:cNvPr>
          <p:cNvSpPr>
            <a:spLocks noChangeArrowheads="1"/>
          </p:cNvSpPr>
          <p:nvPr/>
        </p:nvSpPr>
        <p:spPr bwMode="auto">
          <a:xfrm>
            <a:off x="6099175" y="2990850"/>
            <a:ext cx="1198563" cy="430213"/>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aphicFrame>
        <p:nvGraphicFramePr>
          <p:cNvPr id="79886" name="Object 22">
            <a:extLst>
              <a:ext uri="{FF2B5EF4-FFF2-40B4-BE49-F238E27FC236}">
                <a16:creationId xmlns:a16="http://schemas.microsoft.com/office/drawing/2014/main" id="{CEDB65EF-1BB9-4607-86F9-B2A2EEDC37A2}"/>
              </a:ext>
            </a:extLst>
          </p:cNvPr>
          <p:cNvGraphicFramePr>
            <a:graphicFrameLocks noChangeAspect="1"/>
          </p:cNvGraphicFramePr>
          <p:nvPr/>
        </p:nvGraphicFramePr>
        <p:xfrm>
          <a:off x="7667625" y="2471738"/>
          <a:ext cx="646113" cy="533400"/>
        </p:xfrm>
        <a:graphic>
          <a:graphicData uri="http://schemas.openxmlformats.org/presentationml/2006/ole">
            <mc:AlternateContent xmlns:mc="http://schemas.openxmlformats.org/markup-compatibility/2006">
              <mc:Choice xmlns:v="urn:schemas-microsoft-com:vml" Requires="v">
                <p:oleObj name="Clip" r:id="rId4" imgW="1307263" imgH="1084139" progId="MS_ClipArt_Gallery.2">
                  <p:embed/>
                </p:oleObj>
              </mc:Choice>
              <mc:Fallback>
                <p:oleObj name="Clip" r:id="rId4" imgW="1307263" imgH="1084139" progId="MS_ClipArt_Gallery.2">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2471738"/>
                        <a:ext cx="64611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7" name="Object 23">
            <a:extLst>
              <a:ext uri="{FF2B5EF4-FFF2-40B4-BE49-F238E27FC236}">
                <a16:creationId xmlns:a16="http://schemas.microsoft.com/office/drawing/2014/main" id="{0BF13204-574E-49A5-B9EA-7EE68AA90C1D}"/>
              </a:ext>
            </a:extLst>
          </p:cNvPr>
          <p:cNvGraphicFramePr>
            <a:graphicFrameLocks noChangeAspect="1"/>
          </p:cNvGraphicFramePr>
          <p:nvPr/>
        </p:nvGraphicFramePr>
        <p:xfrm>
          <a:off x="1628775" y="2490788"/>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MS_ClipArt_Gallery.2">
                  <p:embed/>
                </p:oleObj>
              </mc:Choice>
              <mc:Fallback>
                <p:oleObj name="Clip" r:id="rId5" imgW="1307263" imgH="1084139" progId="MS_ClipArt_Gallery.2">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775" y="2490788"/>
                        <a:ext cx="64611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8" name="Line 24">
            <a:extLst>
              <a:ext uri="{FF2B5EF4-FFF2-40B4-BE49-F238E27FC236}">
                <a16:creationId xmlns:a16="http://schemas.microsoft.com/office/drawing/2014/main" id="{8E662C41-00F6-434C-856A-534F232482AB}"/>
              </a:ext>
            </a:extLst>
          </p:cNvPr>
          <p:cNvSpPr>
            <a:spLocks noChangeShapeType="1"/>
          </p:cNvSpPr>
          <p:nvPr/>
        </p:nvSpPr>
        <p:spPr bwMode="auto">
          <a:xfrm>
            <a:off x="2254250" y="2897188"/>
            <a:ext cx="504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89" name="Line 25">
            <a:extLst>
              <a:ext uri="{FF2B5EF4-FFF2-40B4-BE49-F238E27FC236}">
                <a16:creationId xmlns:a16="http://schemas.microsoft.com/office/drawing/2014/main" id="{66F5AD9A-3B1C-4C61-AB5C-B17001703B10}"/>
              </a:ext>
            </a:extLst>
          </p:cNvPr>
          <p:cNvSpPr>
            <a:spLocks noChangeShapeType="1"/>
          </p:cNvSpPr>
          <p:nvPr/>
        </p:nvSpPr>
        <p:spPr bwMode="auto">
          <a:xfrm flipV="1">
            <a:off x="2559050" y="3883025"/>
            <a:ext cx="195263"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0" name="Line 26">
            <a:extLst>
              <a:ext uri="{FF2B5EF4-FFF2-40B4-BE49-F238E27FC236}">
                <a16:creationId xmlns:a16="http://schemas.microsoft.com/office/drawing/2014/main" id="{39015D0F-23D7-402F-9946-BCA5A2EFEC5D}"/>
              </a:ext>
            </a:extLst>
          </p:cNvPr>
          <p:cNvSpPr>
            <a:spLocks noChangeShapeType="1"/>
          </p:cNvSpPr>
          <p:nvPr/>
        </p:nvSpPr>
        <p:spPr bwMode="auto">
          <a:xfrm>
            <a:off x="4178300" y="3316288"/>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1" name="Line 27">
            <a:extLst>
              <a:ext uri="{FF2B5EF4-FFF2-40B4-BE49-F238E27FC236}">
                <a16:creationId xmlns:a16="http://schemas.microsoft.com/office/drawing/2014/main" id="{930BE179-1B02-4523-A2FE-0C5E00AD7A15}"/>
              </a:ext>
            </a:extLst>
          </p:cNvPr>
          <p:cNvSpPr>
            <a:spLocks noChangeShapeType="1"/>
          </p:cNvSpPr>
          <p:nvPr/>
        </p:nvSpPr>
        <p:spPr bwMode="auto">
          <a:xfrm flipV="1">
            <a:off x="6283325" y="3649663"/>
            <a:ext cx="142875" cy="657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2" name="Line 28">
            <a:extLst>
              <a:ext uri="{FF2B5EF4-FFF2-40B4-BE49-F238E27FC236}">
                <a16:creationId xmlns:a16="http://schemas.microsoft.com/office/drawing/2014/main" id="{23AB83F5-E88D-4FE3-A58D-2667F173D7A2}"/>
              </a:ext>
            </a:extLst>
          </p:cNvPr>
          <p:cNvSpPr>
            <a:spLocks noChangeShapeType="1"/>
          </p:cNvSpPr>
          <p:nvPr/>
        </p:nvSpPr>
        <p:spPr bwMode="auto">
          <a:xfrm flipV="1">
            <a:off x="7254875" y="2878138"/>
            <a:ext cx="504825" cy="266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3" name="Line 29">
            <a:extLst>
              <a:ext uri="{FF2B5EF4-FFF2-40B4-BE49-F238E27FC236}">
                <a16:creationId xmlns:a16="http://schemas.microsoft.com/office/drawing/2014/main" id="{66900A48-08E1-4961-975C-5319980C6FEE}"/>
              </a:ext>
            </a:extLst>
          </p:cNvPr>
          <p:cNvSpPr>
            <a:spLocks noChangeShapeType="1"/>
          </p:cNvSpPr>
          <p:nvPr/>
        </p:nvSpPr>
        <p:spPr bwMode="auto">
          <a:xfrm flipH="1">
            <a:off x="2759075" y="2887663"/>
            <a:ext cx="0" cy="10001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4" name="Line 30">
            <a:extLst>
              <a:ext uri="{FF2B5EF4-FFF2-40B4-BE49-F238E27FC236}">
                <a16:creationId xmlns:a16="http://schemas.microsoft.com/office/drawing/2014/main" id="{E11A93F6-E336-487C-B1B3-0AEA958B08F0}"/>
              </a:ext>
            </a:extLst>
          </p:cNvPr>
          <p:cNvSpPr>
            <a:spLocks noChangeShapeType="1"/>
          </p:cNvSpPr>
          <p:nvPr/>
        </p:nvSpPr>
        <p:spPr bwMode="auto">
          <a:xfrm>
            <a:off x="2768600" y="3321050"/>
            <a:ext cx="2000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5" name="Rectangle 31">
            <a:extLst>
              <a:ext uri="{FF2B5EF4-FFF2-40B4-BE49-F238E27FC236}">
                <a16:creationId xmlns:a16="http://schemas.microsoft.com/office/drawing/2014/main" id="{65EE4513-33DA-48F3-8DEB-27BBD6C3EE13}"/>
              </a:ext>
            </a:extLst>
          </p:cNvPr>
          <p:cNvSpPr>
            <a:spLocks noChangeArrowheads="1"/>
          </p:cNvSpPr>
          <p:nvPr/>
        </p:nvSpPr>
        <p:spPr bwMode="auto">
          <a:xfrm>
            <a:off x="4211638" y="3111500"/>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896" name="Rectangle 32">
            <a:extLst>
              <a:ext uri="{FF2B5EF4-FFF2-40B4-BE49-F238E27FC236}">
                <a16:creationId xmlns:a16="http://schemas.microsoft.com/office/drawing/2014/main" id="{CF09DC4E-4F97-4A16-90D6-522F6DEAEF20}"/>
              </a:ext>
            </a:extLst>
          </p:cNvPr>
          <p:cNvSpPr>
            <a:spLocks noChangeArrowheads="1"/>
          </p:cNvSpPr>
          <p:nvPr/>
        </p:nvSpPr>
        <p:spPr bwMode="auto">
          <a:xfrm>
            <a:off x="4373563" y="3111500"/>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897" name="Rectangle 33">
            <a:extLst>
              <a:ext uri="{FF2B5EF4-FFF2-40B4-BE49-F238E27FC236}">
                <a16:creationId xmlns:a16="http://schemas.microsoft.com/office/drawing/2014/main" id="{9DEFB2B6-CABB-4F28-AC66-F580254963C4}"/>
              </a:ext>
            </a:extLst>
          </p:cNvPr>
          <p:cNvSpPr>
            <a:spLocks noChangeArrowheads="1"/>
          </p:cNvSpPr>
          <p:nvPr/>
        </p:nvSpPr>
        <p:spPr bwMode="auto">
          <a:xfrm>
            <a:off x="4535488" y="3111500"/>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898" name="Rectangle 34">
            <a:extLst>
              <a:ext uri="{FF2B5EF4-FFF2-40B4-BE49-F238E27FC236}">
                <a16:creationId xmlns:a16="http://schemas.microsoft.com/office/drawing/2014/main" id="{374388C9-67E7-4624-BA6E-E387CC854C5B}"/>
              </a:ext>
            </a:extLst>
          </p:cNvPr>
          <p:cNvSpPr>
            <a:spLocks noChangeArrowheads="1"/>
          </p:cNvSpPr>
          <p:nvPr/>
        </p:nvSpPr>
        <p:spPr bwMode="auto">
          <a:xfrm>
            <a:off x="4697413" y="3111500"/>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899" name="Rectangle 35">
            <a:extLst>
              <a:ext uri="{FF2B5EF4-FFF2-40B4-BE49-F238E27FC236}">
                <a16:creationId xmlns:a16="http://schemas.microsoft.com/office/drawing/2014/main" id="{65597217-A66F-4778-9EA5-B3D1430A2BD3}"/>
              </a:ext>
            </a:extLst>
          </p:cNvPr>
          <p:cNvSpPr>
            <a:spLocks noChangeArrowheads="1"/>
          </p:cNvSpPr>
          <p:nvPr/>
        </p:nvSpPr>
        <p:spPr bwMode="auto">
          <a:xfrm>
            <a:off x="4859338" y="3111500"/>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00" name="Rectangle 36">
            <a:extLst>
              <a:ext uri="{FF2B5EF4-FFF2-40B4-BE49-F238E27FC236}">
                <a16:creationId xmlns:a16="http://schemas.microsoft.com/office/drawing/2014/main" id="{F118FABB-663E-4E1D-AD3A-42A256D9E1A3}"/>
              </a:ext>
            </a:extLst>
          </p:cNvPr>
          <p:cNvSpPr>
            <a:spLocks noChangeArrowheads="1"/>
          </p:cNvSpPr>
          <p:nvPr/>
        </p:nvSpPr>
        <p:spPr bwMode="auto">
          <a:xfrm>
            <a:off x="5230813" y="3111500"/>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01" name="Rectangle 37">
            <a:extLst>
              <a:ext uri="{FF2B5EF4-FFF2-40B4-BE49-F238E27FC236}">
                <a16:creationId xmlns:a16="http://schemas.microsoft.com/office/drawing/2014/main" id="{6ECB1DBD-DDA1-4FDC-94A0-137249C74973}"/>
              </a:ext>
            </a:extLst>
          </p:cNvPr>
          <p:cNvSpPr>
            <a:spLocks noChangeArrowheads="1"/>
          </p:cNvSpPr>
          <p:nvPr/>
        </p:nvSpPr>
        <p:spPr bwMode="auto">
          <a:xfrm>
            <a:off x="5668963" y="3106738"/>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9902" name="Group 38">
            <a:extLst>
              <a:ext uri="{FF2B5EF4-FFF2-40B4-BE49-F238E27FC236}">
                <a16:creationId xmlns:a16="http://schemas.microsoft.com/office/drawing/2014/main" id="{92AAF4EC-36F1-48E2-A8B6-8CFB92F1AE21}"/>
              </a:ext>
            </a:extLst>
          </p:cNvPr>
          <p:cNvGrpSpPr>
            <a:grpSpLocks/>
          </p:cNvGrpSpPr>
          <p:nvPr/>
        </p:nvGrpSpPr>
        <p:grpSpPr bwMode="auto">
          <a:xfrm>
            <a:off x="3521075" y="3187700"/>
            <a:ext cx="633413" cy="200025"/>
            <a:chOff x="1800" y="1425"/>
            <a:chExt cx="399" cy="126"/>
          </a:xfrm>
        </p:grpSpPr>
        <p:sp>
          <p:nvSpPr>
            <p:cNvPr id="79951" name="Rectangle 39">
              <a:extLst>
                <a:ext uri="{FF2B5EF4-FFF2-40B4-BE49-F238E27FC236}">
                  <a16:creationId xmlns:a16="http://schemas.microsoft.com/office/drawing/2014/main" id="{CB4763A4-BF26-4FF6-A91C-6B83F86992F9}"/>
                </a:ext>
              </a:extLst>
            </p:cNvPr>
            <p:cNvSpPr>
              <a:spLocks noChangeArrowheads="1"/>
            </p:cNvSpPr>
            <p:nvPr/>
          </p:nvSpPr>
          <p:spPr bwMode="auto">
            <a:xfrm>
              <a:off x="1800" y="1425"/>
              <a:ext cx="93" cy="126"/>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52" name="Rectangle 40">
              <a:extLst>
                <a:ext uri="{FF2B5EF4-FFF2-40B4-BE49-F238E27FC236}">
                  <a16:creationId xmlns:a16="http://schemas.microsoft.com/office/drawing/2014/main" id="{165F0732-6240-41E2-9AE5-3D2530CA7BA6}"/>
                </a:ext>
              </a:extLst>
            </p:cNvPr>
            <p:cNvSpPr>
              <a:spLocks noChangeArrowheads="1"/>
            </p:cNvSpPr>
            <p:nvPr/>
          </p:nvSpPr>
          <p:spPr bwMode="auto">
            <a:xfrm>
              <a:off x="1902" y="1425"/>
              <a:ext cx="93" cy="12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53" name="Rectangle 41">
              <a:extLst>
                <a:ext uri="{FF2B5EF4-FFF2-40B4-BE49-F238E27FC236}">
                  <a16:creationId xmlns:a16="http://schemas.microsoft.com/office/drawing/2014/main" id="{87683C6A-23EC-460D-BE44-B1D1E7C4CF88}"/>
                </a:ext>
              </a:extLst>
            </p:cNvPr>
            <p:cNvSpPr>
              <a:spLocks noChangeArrowheads="1"/>
            </p:cNvSpPr>
            <p:nvPr/>
          </p:nvSpPr>
          <p:spPr bwMode="auto">
            <a:xfrm>
              <a:off x="2004" y="1425"/>
              <a:ext cx="93" cy="126"/>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54" name="Rectangle 42">
              <a:extLst>
                <a:ext uri="{FF2B5EF4-FFF2-40B4-BE49-F238E27FC236}">
                  <a16:creationId xmlns:a16="http://schemas.microsoft.com/office/drawing/2014/main" id="{63874D00-06E2-4ABD-8DE3-97FFDCD7FB35}"/>
                </a:ext>
              </a:extLst>
            </p:cNvPr>
            <p:cNvSpPr>
              <a:spLocks noChangeArrowheads="1"/>
            </p:cNvSpPr>
            <p:nvPr/>
          </p:nvSpPr>
          <p:spPr bwMode="auto">
            <a:xfrm>
              <a:off x="2106" y="1425"/>
              <a:ext cx="93" cy="126"/>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79903" name="Rectangle 43">
            <a:extLst>
              <a:ext uri="{FF2B5EF4-FFF2-40B4-BE49-F238E27FC236}">
                <a16:creationId xmlns:a16="http://schemas.microsoft.com/office/drawing/2014/main" id="{7F912B23-EE5E-467E-BFE1-39E31875708F}"/>
              </a:ext>
            </a:extLst>
          </p:cNvPr>
          <p:cNvSpPr>
            <a:spLocks noChangeArrowheads="1"/>
          </p:cNvSpPr>
          <p:nvPr/>
        </p:nvSpPr>
        <p:spPr bwMode="auto">
          <a:xfrm>
            <a:off x="2792413" y="3087688"/>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04" name="Rectangle 44">
            <a:extLst>
              <a:ext uri="{FF2B5EF4-FFF2-40B4-BE49-F238E27FC236}">
                <a16:creationId xmlns:a16="http://schemas.microsoft.com/office/drawing/2014/main" id="{C28AFEB6-5CA3-4E65-82F0-1856A8BF9EC6}"/>
              </a:ext>
            </a:extLst>
          </p:cNvPr>
          <p:cNvSpPr>
            <a:spLocks noChangeArrowheads="1"/>
          </p:cNvSpPr>
          <p:nvPr/>
        </p:nvSpPr>
        <p:spPr bwMode="auto">
          <a:xfrm>
            <a:off x="2573338" y="3659188"/>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05" name="Line 45">
            <a:extLst>
              <a:ext uri="{FF2B5EF4-FFF2-40B4-BE49-F238E27FC236}">
                <a16:creationId xmlns:a16="http://schemas.microsoft.com/office/drawing/2014/main" id="{915E52BD-E2DB-438C-A616-8D25D3098F69}"/>
              </a:ext>
            </a:extLst>
          </p:cNvPr>
          <p:cNvSpPr>
            <a:spLocks noChangeShapeType="1"/>
          </p:cNvSpPr>
          <p:nvPr/>
        </p:nvSpPr>
        <p:spPr bwMode="auto">
          <a:xfrm>
            <a:off x="2968625" y="3192463"/>
            <a:ext cx="242888" cy="47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9906" name="Line 46">
            <a:extLst>
              <a:ext uri="{FF2B5EF4-FFF2-40B4-BE49-F238E27FC236}">
                <a16:creationId xmlns:a16="http://schemas.microsoft.com/office/drawing/2014/main" id="{6D4EBB95-A395-4EB2-96F9-5CC6D7D261C6}"/>
              </a:ext>
            </a:extLst>
          </p:cNvPr>
          <p:cNvSpPr>
            <a:spLocks noChangeShapeType="1"/>
          </p:cNvSpPr>
          <p:nvPr/>
        </p:nvSpPr>
        <p:spPr bwMode="auto">
          <a:xfrm flipV="1">
            <a:off x="2635250" y="3468688"/>
            <a:ext cx="0" cy="1762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9907" name="Line 47">
            <a:extLst>
              <a:ext uri="{FF2B5EF4-FFF2-40B4-BE49-F238E27FC236}">
                <a16:creationId xmlns:a16="http://schemas.microsoft.com/office/drawing/2014/main" id="{8D40F44A-0C32-4542-B7AB-A44297F6B1C2}"/>
              </a:ext>
            </a:extLst>
          </p:cNvPr>
          <p:cNvSpPr>
            <a:spLocks noChangeShapeType="1"/>
          </p:cNvSpPr>
          <p:nvPr/>
        </p:nvSpPr>
        <p:spPr bwMode="auto">
          <a:xfrm>
            <a:off x="4592638" y="3001963"/>
            <a:ext cx="10620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9908" name="Text Box 48">
            <a:extLst>
              <a:ext uri="{FF2B5EF4-FFF2-40B4-BE49-F238E27FC236}">
                <a16:creationId xmlns:a16="http://schemas.microsoft.com/office/drawing/2014/main" id="{893CA870-0052-4088-9FDB-636A8CC74001}"/>
              </a:ext>
            </a:extLst>
          </p:cNvPr>
          <p:cNvSpPr txBox="1">
            <a:spLocks noChangeArrowheads="1"/>
          </p:cNvSpPr>
          <p:nvPr/>
        </p:nvSpPr>
        <p:spPr bwMode="auto">
          <a:xfrm>
            <a:off x="1276350" y="25146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chemeClr val="accent1"/>
                </a:solidFill>
                <a:latin typeface="Comic Sans MS" panose="030F0702030302020204" pitchFamily="66" charset="0"/>
              </a:rPr>
              <a:t>A</a:t>
            </a:r>
            <a:endParaRPr lang="en-US" altLang="en-US" sz="2400">
              <a:solidFill>
                <a:schemeClr val="accent1"/>
              </a:solidFill>
              <a:latin typeface="Times New Roman" panose="02020603050405020304" pitchFamily="18" charset="0"/>
            </a:endParaRPr>
          </a:p>
        </p:txBody>
      </p:sp>
      <p:sp>
        <p:nvSpPr>
          <p:cNvPr id="79909" name="Text Box 49">
            <a:extLst>
              <a:ext uri="{FF2B5EF4-FFF2-40B4-BE49-F238E27FC236}">
                <a16:creationId xmlns:a16="http://schemas.microsoft.com/office/drawing/2014/main" id="{CF33EAF3-B8CC-4F4B-B638-BE1099A1202D}"/>
              </a:ext>
            </a:extLst>
          </p:cNvPr>
          <p:cNvSpPr txBox="1">
            <a:spLocks noChangeArrowheads="1"/>
          </p:cNvSpPr>
          <p:nvPr/>
        </p:nvSpPr>
        <p:spPr bwMode="auto">
          <a:xfrm>
            <a:off x="1552575" y="3533775"/>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chemeClr val="accent2"/>
                </a:solidFill>
                <a:latin typeface="Comic Sans MS" panose="030F0702030302020204" pitchFamily="66" charset="0"/>
              </a:rPr>
              <a:t>B</a:t>
            </a:r>
            <a:endParaRPr lang="en-US" altLang="en-US" sz="2400">
              <a:solidFill>
                <a:schemeClr val="accent1"/>
              </a:solidFill>
              <a:latin typeface="Times New Roman" panose="02020603050405020304" pitchFamily="18" charset="0"/>
            </a:endParaRPr>
          </a:p>
        </p:txBody>
      </p:sp>
      <p:sp>
        <p:nvSpPr>
          <p:cNvPr id="79910" name="Text Box 50">
            <a:extLst>
              <a:ext uri="{FF2B5EF4-FFF2-40B4-BE49-F238E27FC236}">
                <a16:creationId xmlns:a16="http://schemas.microsoft.com/office/drawing/2014/main" id="{B795E5EB-78B6-4AFB-8D9C-413645CCFBD1}"/>
              </a:ext>
            </a:extLst>
          </p:cNvPr>
          <p:cNvSpPr txBox="1">
            <a:spLocks noChangeArrowheads="1"/>
          </p:cNvSpPr>
          <p:nvPr/>
        </p:nvSpPr>
        <p:spPr bwMode="auto">
          <a:xfrm>
            <a:off x="7267575" y="2390775"/>
            <a:ext cx="36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0000"/>
                </a:solidFill>
                <a:latin typeface="Comic Sans MS" panose="030F0702030302020204" pitchFamily="66" charset="0"/>
              </a:rPr>
              <a:t>C</a:t>
            </a:r>
            <a:endParaRPr lang="en-US" altLang="en-US" sz="2400">
              <a:solidFill>
                <a:schemeClr val="accent1"/>
              </a:solidFill>
              <a:latin typeface="Times New Roman" panose="02020603050405020304" pitchFamily="18" charset="0"/>
            </a:endParaRPr>
          </a:p>
        </p:txBody>
      </p:sp>
      <p:sp>
        <p:nvSpPr>
          <p:cNvPr id="79911" name="Text Box 51">
            <a:extLst>
              <a:ext uri="{FF2B5EF4-FFF2-40B4-BE49-F238E27FC236}">
                <a16:creationId xmlns:a16="http://schemas.microsoft.com/office/drawing/2014/main" id="{7BE2A1C0-9643-4EAF-82B9-3150E63B304D}"/>
              </a:ext>
            </a:extLst>
          </p:cNvPr>
          <p:cNvSpPr txBox="1">
            <a:spLocks noChangeArrowheads="1"/>
          </p:cNvSpPr>
          <p:nvPr/>
        </p:nvSpPr>
        <p:spPr bwMode="auto">
          <a:xfrm>
            <a:off x="2276475" y="2238375"/>
            <a:ext cx="12620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10 Mbs</a:t>
            </a:r>
          </a:p>
          <a:p>
            <a:pPr>
              <a:spcBef>
                <a:spcPct val="0"/>
              </a:spcBef>
              <a:buFontTx/>
              <a:buNone/>
            </a:pPr>
            <a:r>
              <a:rPr lang="en-US" altLang="en-US" sz="2000">
                <a:latin typeface="Comic Sans MS" panose="030F0702030302020204" pitchFamily="66" charset="0"/>
              </a:rPr>
              <a:t>Ethernet</a:t>
            </a:r>
            <a:endParaRPr lang="en-US" altLang="en-US" sz="2400">
              <a:solidFill>
                <a:schemeClr val="accent1"/>
              </a:solidFill>
              <a:latin typeface="Times New Roman" panose="02020603050405020304" pitchFamily="18" charset="0"/>
            </a:endParaRPr>
          </a:p>
        </p:txBody>
      </p:sp>
      <p:sp>
        <p:nvSpPr>
          <p:cNvPr id="79912" name="Text Box 52">
            <a:extLst>
              <a:ext uri="{FF2B5EF4-FFF2-40B4-BE49-F238E27FC236}">
                <a16:creationId xmlns:a16="http://schemas.microsoft.com/office/drawing/2014/main" id="{451F4D70-CF33-4E62-900B-3567EAF8AAC8}"/>
              </a:ext>
            </a:extLst>
          </p:cNvPr>
          <p:cNvSpPr txBox="1">
            <a:spLocks noChangeArrowheads="1"/>
          </p:cNvSpPr>
          <p:nvPr/>
        </p:nvSpPr>
        <p:spPr bwMode="auto">
          <a:xfrm>
            <a:off x="4419600" y="3352800"/>
            <a:ext cx="109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1.5 Mbs</a:t>
            </a:r>
            <a:endParaRPr lang="en-US" altLang="en-US" sz="2400">
              <a:solidFill>
                <a:schemeClr val="accent1"/>
              </a:solidFill>
              <a:latin typeface="Times New Roman" panose="02020603050405020304" pitchFamily="18" charset="0"/>
            </a:endParaRPr>
          </a:p>
        </p:txBody>
      </p:sp>
      <p:sp>
        <p:nvSpPr>
          <p:cNvPr id="79913" name="Text Box 53">
            <a:extLst>
              <a:ext uri="{FF2B5EF4-FFF2-40B4-BE49-F238E27FC236}">
                <a16:creationId xmlns:a16="http://schemas.microsoft.com/office/drawing/2014/main" id="{2ED9009D-3C1F-4B61-B658-D70ADEF53968}"/>
              </a:ext>
            </a:extLst>
          </p:cNvPr>
          <p:cNvSpPr txBox="1">
            <a:spLocks noChangeArrowheads="1"/>
          </p:cNvSpPr>
          <p:nvPr/>
        </p:nvSpPr>
        <p:spPr bwMode="auto">
          <a:xfrm>
            <a:off x="6686550" y="3971925"/>
            <a:ext cx="1069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45 Mbs</a:t>
            </a:r>
            <a:endParaRPr lang="en-US" altLang="en-US" sz="2400">
              <a:solidFill>
                <a:schemeClr val="accent1"/>
              </a:solidFill>
              <a:latin typeface="Times New Roman" panose="02020603050405020304" pitchFamily="18" charset="0"/>
            </a:endParaRPr>
          </a:p>
        </p:txBody>
      </p:sp>
      <p:sp>
        <p:nvSpPr>
          <p:cNvPr id="79914" name="Rectangle 54">
            <a:extLst>
              <a:ext uri="{FF2B5EF4-FFF2-40B4-BE49-F238E27FC236}">
                <a16:creationId xmlns:a16="http://schemas.microsoft.com/office/drawing/2014/main" id="{B4DBCDC9-99E7-458E-A14C-48CB38132246}"/>
              </a:ext>
            </a:extLst>
          </p:cNvPr>
          <p:cNvSpPr>
            <a:spLocks noChangeArrowheads="1"/>
          </p:cNvSpPr>
          <p:nvPr/>
        </p:nvSpPr>
        <p:spPr bwMode="auto">
          <a:xfrm>
            <a:off x="6130925" y="3130550"/>
            <a:ext cx="147638" cy="200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15" name="Rectangle 55">
            <a:extLst>
              <a:ext uri="{FF2B5EF4-FFF2-40B4-BE49-F238E27FC236}">
                <a16:creationId xmlns:a16="http://schemas.microsoft.com/office/drawing/2014/main" id="{EB443363-64B9-44C2-9983-1EE6D3AD1DE4}"/>
              </a:ext>
            </a:extLst>
          </p:cNvPr>
          <p:cNvSpPr>
            <a:spLocks noChangeArrowheads="1"/>
          </p:cNvSpPr>
          <p:nvPr/>
        </p:nvSpPr>
        <p:spPr bwMode="auto">
          <a:xfrm>
            <a:off x="6292850" y="3130550"/>
            <a:ext cx="147638" cy="200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16" name="Rectangle 56">
            <a:extLst>
              <a:ext uri="{FF2B5EF4-FFF2-40B4-BE49-F238E27FC236}">
                <a16:creationId xmlns:a16="http://schemas.microsoft.com/office/drawing/2014/main" id="{166329D1-D898-4B02-8A35-23309AC1E628}"/>
              </a:ext>
            </a:extLst>
          </p:cNvPr>
          <p:cNvSpPr>
            <a:spLocks noChangeArrowheads="1"/>
          </p:cNvSpPr>
          <p:nvPr/>
        </p:nvSpPr>
        <p:spPr bwMode="auto">
          <a:xfrm>
            <a:off x="6454775" y="3130550"/>
            <a:ext cx="147638" cy="200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9917" name="Group 57">
            <a:extLst>
              <a:ext uri="{FF2B5EF4-FFF2-40B4-BE49-F238E27FC236}">
                <a16:creationId xmlns:a16="http://schemas.microsoft.com/office/drawing/2014/main" id="{E468C425-CCF1-426D-94F6-D46A41CB5ACA}"/>
              </a:ext>
            </a:extLst>
          </p:cNvPr>
          <p:cNvGrpSpPr>
            <a:grpSpLocks/>
          </p:cNvGrpSpPr>
          <p:nvPr/>
        </p:nvGrpSpPr>
        <p:grpSpPr bwMode="auto">
          <a:xfrm rot="-1962567">
            <a:off x="6378575" y="3349625"/>
            <a:ext cx="633413" cy="200025"/>
            <a:chOff x="4176" y="2211"/>
            <a:chExt cx="399" cy="126"/>
          </a:xfrm>
        </p:grpSpPr>
        <p:sp>
          <p:nvSpPr>
            <p:cNvPr id="79947" name="Rectangle 58">
              <a:extLst>
                <a:ext uri="{FF2B5EF4-FFF2-40B4-BE49-F238E27FC236}">
                  <a16:creationId xmlns:a16="http://schemas.microsoft.com/office/drawing/2014/main" id="{5594182A-FCBD-4696-B26E-B90F14CFE122}"/>
                </a:ext>
              </a:extLst>
            </p:cNvPr>
            <p:cNvSpPr>
              <a:spLocks noChangeArrowheads="1"/>
            </p:cNvSpPr>
            <p:nvPr/>
          </p:nvSpPr>
          <p:spPr bwMode="auto">
            <a:xfrm>
              <a:off x="4176"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48" name="Rectangle 59">
              <a:extLst>
                <a:ext uri="{FF2B5EF4-FFF2-40B4-BE49-F238E27FC236}">
                  <a16:creationId xmlns:a16="http://schemas.microsoft.com/office/drawing/2014/main" id="{222C6130-B73B-4AA0-BDC9-44F0032D71A7}"/>
                </a:ext>
              </a:extLst>
            </p:cNvPr>
            <p:cNvSpPr>
              <a:spLocks noChangeArrowheads="1"/>
            </p:cNvSpPr>
            <p:nvPr/>
          </p:nvSpPr>
          <p:spPr bwMode="auto">
            <a:xfrm>
              <a:off x="4278"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49" name="Rectangle 60">
              <a:extLst>
                <a:ext uri="{FF2B5EF4-FFF2-40B4-BE49-F238E27FC236}">
                  <a16:creationId xmlns:a16="http://schemas.microsoft.com/office/drawing/2014/main" id="{72B058E6-7EE4-47FD-8B7D-5BDAF16C3880}"/>
                </a:ext>
              </a:extLst>
            </p:cNvPr>
            <p:cNvSpPr>
              <a:spLocks noChangeArrowheads="1"/>
            </p:cNvSpPr>
            <p:nvPr/>
          </p:nvSpPr>
          <p:spPr bwMode="auto">
            <a:xfrm>
              <a:off x="4380"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50" name="Rectangle 61">
              <a:extLst>
                <a:ext uri="{FF2B5EF4-FFF2-40B4-BE49-F238E27FC236}">
                  <a16:creationId xmlns:a16="http://schemas.microsoft.com/office/drawing/2014/main" id="{C76BEFD0-14E1-4DB4-87CB-EAD135E5AEEB}"/>
                </a:ext>
              </a:extLst>
            </p:cNvPr>
            <p:cNvSpPr>
              <a:spLocks noChangeArrowheads="1"/>
            </p:cNvSpPr>
            <p:nvPr/>
          </p:nvSpPr>
          <p:spPr bwMode="auto">
            <a:xfrm>
              <a:off x="4482"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79918" name="Group 62">
            <a:extLst>
              <a:ext uri="{FF2B5EF4-FFF2-40B4-BE49-F238E27FC236}">
                <a16:creationId xmlns:a16="http://schemas.microsoft.com/office/drawing/2014/main" id="{A1527AE4-4390-44AB-AD46-067EF0EADF27}"/>
              </a:ext>
            </a:extLst>
          </p:cNvPr>
          <p:cNvGrpSpPr>
            <a:grpSpLocks/>
          </p:cNvGrpSpPr>
          <p:nvPr/>
        </p:nvGrpSpPr>
        <p:grpSpPr bwMode="auto">
          <a:xfrm>
            <a:off x="4343400" y="4267200"/>
            <a:ext cx="3117850" cy="1471613"/>
            <a:chOff x="1646" y="2009"/>
            <a:chExt cx="1964" cy="927"/>
          </a:xfrm>
        </p:grpSpPr>
        <p:graphicFrame>
          <p:nvGraphicFramePr>
            <p:cNvPr id="79922" name="Object 63">
              <a:extLst>
                <a:ext uri="{FF2B5EF4-FFF2-40B4-BE49-F238E27FC236}">
                  <a16:creationId xmlns:a16="http://schemas.microsoft.com/office/drawing/2014/main" id="{CC2E48FC-A841-4E11-B948-B073DFD4CC1D}"/>
                </a:ext>
              </a:extLst>
            </p:cNvPr>
            <p:cNvGraphicFramePr>
              <a:graphicFrameLocks noChangeAspect="1"/>
            </p:cNvGraphicFramePr>
            <p:nvPr/>
          </p:nvGraphicFramePr>
          <p:xfrm>
            <a:off x="2960" y="2600"/>
            <a:ext cx="407" cy="336"/>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0" y="2600"/>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9923" name="Group 64">
              <a:extLst>
                <a:ext uri="{FF2B5EF4-FFF2-40B4-BE49-F238E27FC236}">
                  <a16:creationId xmlns:a16="http://schemas.microsoft.com/office/drawing/2014/main" id="{6B541E14-40ED-4CA1-91B6-ACA6C7482C36}"/>
                </a:ext>
              </a:extLst>
            </p:cNvPr>
            <p:cNvGrpSpPr>
              <a:grpSpLocks/>
            </p:cNvGrpSpPr>
            <p:nvPr/>
          </p:nvGrpSpPr>
          <p:grpSpPr bwMode="auto">
            <a:xfrm>
              <a:off x="2428" y="2009"/>
              <a:ext cx="761" cy="420"/>
              <a:chOff x="1462" y="1283"/>
              <a:chExt cx="761" cy="420"/>
            </a:xfrm>
          </p:grpSpPr>
          <p:sp>
            <p:nvSpPr>
              <p:cNvPr id="79934" name="Oval 65">
                <a:extLst>
                  <a:ext uri="{FF2B5EF4-FFF2-40B4-BE49-F238E27FC236}">
                    <a16:creationId xmlns:a16="http://schemas.microsoft.com/office/drawing/2014/main" id="{A4D8EE2B-89D3-4D90-97EA-4E984EBBB518}"/>
                  </a:ext>
                </a:extLst>
              </p:cNvPr>
              <p:cNvSpPr>
                <a:spLocks noChangeArrowheads="1"/>
              </p:cNvSpPr>
              <p:nvPr/>
            </p:nvSpPr>
            <p:spPr bwMode="auto">
              <a:xfrm>
                <a:off x="1462" y="1470"/>
                <a:ext cx="755" cy="233"/>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35" name="Line 66">
                <a:extLst>
                  <a:ext uri="{FF2B5EF4-FFF2-40B4-BE49-F238E27FC236}">
                    <a16:creationId xmlns:a16="http://schemas.microsoft.com/office/drawing/2014/main" id="{8ACC5999-7C77-4082-8EAA-FBC9CEFE7590}"/>
                  </a:ext>
                </a:extLst>
              </p:cNvPr>
              <p:cNvSpPr>
                <a:spLocks noChangeShapeType="1"/>
              </p:cNvSpPr>
              <p:nvPr/>
            </p:nvSpPr>
            <p:spPr bwMode="auto">
              <a:xfrm>
                <a:off x="1462" y="1451"/>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36" name="Rectangle 67">
                <a:extLst>
                  <a:ext uri="{FF2B5EF4-FFF2-40B4-BE49-F238E27FC236}">
                    <a16:creationId xmlns:a16="http://schemas.microsoft.com/office/drawing/2014/main" id="{622A65DA-1086-4388-9724-1981136A03A8}"/>
                  </a:ext>
                </a:extLst>
              </p:cNvPr>
              <p:cNvSpPr>
                <a:spLocks noChangeArrowheads="1"/>
              </p:cNvSpPr>
              <p:nvPr/>
            </p:nvSpPr>
            <p:spPr bwMode="auto">
              <a:xfrm>
                <a:off x="1462" y="1427"/>
                <a:ext cx="755" cy="166"/>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79937" name="Oval 68">
                <a:extLst>
                  <a:ext uri="{FF2B5EF4-FFF2-40B4-BE49-F238E27FC236}">
                    <a16:creationId xmlns:a16="http://schemas.microsoft.com/office/drawing/2014/main" id="{25E9899E-FED5-4F75-9D19-F5EDF7C39D61}"/>
                  </a:ext>
                </a:extLst>
              </p:cNvPr>
              <p:cNvSpPr>
                <a:spLocks noChangeArrowheads="1"/>
              </p:cNvSpPr>
              <p:nvPr/>
            </p:nvSpPr>
            <p:spPr bwMode="auto">
              <a:xfrm>
                <a:off x="1468" y="1283"/>
                <a:ext cx="755" cy="271"/>
              </a:xfrm>
              <a:prstGeom prst="ellipse">
                <a:avLst/>
              </a:prstGeom>
              <a:solidFill>
                <a:schemeClr val="hlink"/>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79938" name="Group 69">
                <a:extLst>
                  <a:ext uri="{FF2B5EF4-FFF2-40B4-BE49-F238E27FC236}">
                    <a16:creationId xmlns:a16="http://schemas.microsoft.com/office/drawing/2014/main" id="{57E58B9E-A34B-4D82-8E22-8153FF25A148}"/>
                  </a:ext>
                </a:extLst>
              </p:cNvPr>
              <p:cNvGrpSpPr>
                <a:grpSpLocks/>
              </p:cNvGrpSpPr>
              <p:nvPr/>
            </p:nvGrpSpPr>
            <p:grpSpPr bwMode="auto">
              <a:xfrm>
                <a:off x="1686" y="1302"/>
                <a:ext cx="314" cy="75"/>
                <a:chOff x="2208" y="2184"/>
                <a:chExt cx="176" cy="69"/>
              </a:xfrm>
            </p:grpSpPr>
            <p:grpSp>
              <p:nvGrpSpPr>
                <p:cNvPr id="79939" name="Group 70">
                  <a:extLst>
                    <a:ext uri="{FF2B5EF4-FFF2-40B4-BE49-F238E27FC236}">
                      <a16:creationId xmlns:a16="http://schemas.microsoft.com/office/drawing/2014/main" id="{D7658FD7-89CD-4402-903C-0F664BEAB50C}"/>
                    </a:ext>
                  </a:extLst>
                </p:cNvPr>
                <p:cNvGrpSpPr>
                  <a:grpSpLocks/>
                </p:cNvGrpSpPr>
                <p:nvPr/>
              </p:nvGrpSpPr>
              <p:grpSpPr bwMode="auto">
                <a:xfrm>
                  <a:off x="2208" y="2185"/>
                  <a:ext cx="176" cy="68"/>
                  <a:chOff x="2848" y="848"/>
                  <a:chExt cx="140" cy="98"/>
                </a:xfrm>
              </p:grpSpPr>
              <p:sp>
                <p:nvSpPr>
                  <p:cNvPr id="79944" name="Line 71">
                    <a:extLst>
                      <a:ext uri="{FF2B5EF4-FFF2-40B4-BE49-F238E27FC236}">
                        <a16:creationId xmlns:a16="http://schemas.microsoft.com/office/drawing/2014/main" id="{7ECEFF5B-22D9-4EB2-9D18-FB7FBEEE200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45" name="Line 72">
                    <a:extLst>
                      <a:ext uri="{FF2B5EF4-FFF2-40B4-BE49-F238E27FC236}">
                        <a16:creationId xmlns:a16="http://schemas.microsoft.com/office/drawing/2014/main" id="{CC03F525-7971-4FAF-B949-A72E97364B0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46" name="Line 73">
                    <a:extLst>
                      <a:ext uri="{FF2B5EF4-FFF2-40B4-BE49-F238E27FC236}">
                        <a16:creationId xmlns:a16="http://schemas.microsoft.com/office/drawing/2014/main" id="{6C0DEDA2-330B-4669-A1DB-52EB9CE400E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9940" name="Group 74">
                  <a:extLst>
                    <a:ext uri="{FF2B5EF4-FFF2-40B4-BE49-F238E27FC236}">
                      <a16:creationId xmlns:a16="http://schemas.microsoft.com/office/drawing/2014/main" id="{26AFCDE0-298C-44A5-9339-C2E3E6B429A4}"/>
                    </a:ext>
                  </a:extLst>
                </p:cNvPr>
                <p:cNvGrpSpPr>
                  <a:grpSpLocks/>
                </p:cNvGrpSpPr>
                <p:nvPr/>
              </p:nvGrpSpPr>
              <p:grpSpPr bwMode="auto">
                <a:xfrm flipV="1">
                  <a:off x="2208" y="2184"/>
                  <a:ext cx="176" cy="68"/>
                  <a:chOff x="2848" y="848"/>
                  <a:chExt cx="140" cy="98"/>
                </a:xfrm>
              </p:grpSpPr>
              <p:sp>
                <p:nvSpPr>
                  <p:cNvPr id="79941" name="Line 75">
                    <a:extLst>
                      <a:ext uri="{FF2B5EF4-FFF2-40B4-BE49-F238E27FC236}">
                        <a16:creationId xmlns:a16="http://schemas.microsoft.com/office/drawing/2014/main" id="{AF9CF033-E6B3-48F7-9443-EFB6035B361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42" name="Line 76">
                    <a:extLst>
                      <a:ext uri="{FF2B5EF4-FFF2-40B4-BE49-F238E27FC236}">
                        <a16:creationId xmlns:a16="http://schemas.microsoft.com/office/drawing/2014/main" id="{8D16202F-5532-4474-8A06-721F9AC98B7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43" name="Line 77">
                    <a:extLst>
                      <a:ext uri="{FF2B5EF4-FFF2-40B4-BE49-F238E27FC236}">
                        <a16:creationId xmlns:a16="http://schemas.microsoft.com/office/drawing/2014/main" id="{A5044A9F-8691-4733-91E7-87335D2671D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aphicFrame>
          <p:nvGraphicFramePr>
            <p:cNvPr id="79924" name="Object 78">
              <a:extLst>
                <a:ext uri="{FF2B5EF4-FFF2-40B4-BE49-F238E27FC236}">
                  <a16:creationId xmlns:a16="http://schemas.microsoft.com/office/drawing/2014/main" id="{57B05D84-5170-4C75-8658-375A317AF80E}"/>
                </a:ext>
              </a:extLst>
            </p:cNvPr>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name="Clip" r:id="rId7" imgW="1307263" imgH="1084139" progId="MS_ClipArt_Gallery.2">
                    <p:embed/>
                  </p:oleObj>
                </mc:Choice>
                <mc:Fallback>
                  <p:oleObj name="Clip" r:id="rId7" imgW="1307263" imgH="1084139" progId="MS_ClipArt_Gallery.2">
                    <p:embed/>
                    <p:pic>
                      <p:nvPicPr>
                        <p:cNvPr id="0" name="Object 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 y="254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925" name="Line 79">
              <a:extLst>
                <a:ext uri="{FF2B5EF4-FFF2-40B4-BE49-F238E27FC236}">
                  <a16:creationId xmlns:a16="http://schemas.microsoft.com/office/drawing/2014/main" id="{D0F9AB83-FCFD-4057-8163-49E9C300DD9A}"/>
                </a:ext>
              </a:extLst>
            </p:cNvPr>
            <p:cNvSpPr>
              <a:spLocks noChangeShapeType="1"/>
            </p:cNvSpPr>
            <p:nvPr/>
          </p:nvSpPr>
          <p:spPr bwMode="auto">
            <a:xfrm flipV="1">
              <a:off x="2214" y="2370"/>
              <a:ext cx="294"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26" name="Line 80">
              <a:extLst>
                <a:ext uri="{FF2B5EF4-FFF2-40B4-BE49-F238E27FC236}">
                  <a16:creationId xmlns:a16="http://schemas.microsoft.com/office/drawing/2014/main" id="{671E6A1D-E0A7-4715-84E6-9A43C534432C}"/>
                </a:ext>
              </a:extLst>
            </p:cNvPr>
            <p:cNvSpPr>
              <a:spLocks noChangeShapeType="1"/>
            </p:cNvSpPr>
            <p:nvPr/>
          </p:nvSpPr>
          <p:spPr bwMode="auto">
            <a:xfrm flipH="1" flipV="1">
              <a:off x="2964" y="2406"/>
              <a:ext cx="21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27" name="Text Box 81">
              <a:extLst>
                <a:ext uri="{FF2B5EF4-FFF2-40B4-BE49-F238E27FC236}">
                  <a16:creationId xmlns:a16="http://schemas.microsoft.com/office/drawing/2014/main" id="{9C351B2F-233F-40EE-A3F3-06AC709072AD}"/>
                </a:ext>
              </a:extLst>
            </p:cNvPr>
            <p:cNvSpPr txBox="1">
              <a:spLocks noChangeArrowheads="1"/>
            </p:cNvSpPr>
            <p:nvPr/>
          </p:nvSpPr>
          <p:spPr bwMode="auto">
            <a:xfrm>
              <a:off x="1646" y="254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latin typeface="Comic Sans MS" panose="030F0702030302020204" pitchFamily="66" charset="0"/>
                </a:rPr>
                <a:t>D</a:t>
              </a:r>
              <a:endParaRPr lang="en-US" altLang="en-US" sz="2400">
                <a:solidFill>
                  <a:schemeClr val="accent1"/>
                </a:solidFill>
                <a:latin typeface="Times New Roman" panose="02020603050405020304" pitchFamily="18" charset="0"/>
              </a:endParaRPr>
            </a:p>
          </p:txBody>
        </p:sp>
        <p:sp>
          <p:nvSpPr>
            <p:cNvPr id="79928" name="Text Box 82">
              <a:extLst>
                <a:ext uri="{FF2B5EF4-FFF2-40B4-BE49-F238E27FC236}">
                  <a16:creationId xmlns:a16="http://schemas.microsoft.com/office/drawing/2014/main" id="{57CCF906-B4E8-46AF-A251-B50CEED04D32}"/>
                </a:ext>
              </a:extLst>
            </p:cNvPr>
            <p:cNvSpPr txBox="1">
              <a:spLocks noChangeArrowheads="1"/>
            </p:cNvSpPr>
            <p:nvPr/>
          </p:nvSpPr>
          <p:spPr bwMode="auto">
            <a:xfrm>
              <a:off x="3374" y="2591"/>
              <a:ext cx="2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latin typeface="Comic Sans MS" panose="030F0702030302020204" pitchFamily="66" charset="0"/>
                </a:rPr>
                <a:t>E</a:t>
              </a:r>
              <a:endParaRPr lang="en-US" altLang="en-US" sz="2400">
                <a:solidFill>
                  <a:schemeClr val="accent1"/>
                </a:solidFill>
                <a:latin typeface="Times New Roman" panose="02020603050405020304" pitchFamily="18" charset="0"/>
              </a:endParaRPr>
            </a:p>
          </p:txBody>
        </p:sp>
        <p:grpSp>
          <p:nvGrpSpPr>
            <p:cNvPr id="79929" name="Group 83">
              <a:extLst>
                <a:ext uri="{FF2B5EF4-FFF2-40B4-BE49-F238E27FC236}">
                  <a16:creationId xmlns:a16="http://schemas.microsoft.com/office/drawing/2014/main" id="{1FE6EDDD-A096-4D4B-8BCE-B505A56D4319}"/>
                </a:ext>
              </a:extLst>
            </p:cNvPr>
            <p:cNvGrpSpPr>
              <a:grpSpLocks/>
            </p:cNvGrpSpPr>
            <p:nvPr/>
          </p:nvGrpSpPr>
          <p:grpSpPr bwMode="auto">
            <a:xfrm rot="-2018696">
              <a:off x="2736" y="2139"/>
              <a:ext cx="399" cy="126"/>
              <a:chOff x="4176" y="2211"/>
              <a:chExt cx="399" cy="126"/>
            </a:xfrm>
          </p:grpSpPr>
          <p:sp>
            <p:nvSpPr>
              <p:cNvPr id="79930" name="Rectangle 84">
                <a:extLst>
                  <a:ext uri="{FF2B5EF4-FFF2-40B4-BE49-F238E27FC236}">
                    <a16:creationId xmlns:a16="http://schemas.microsoft.com/office/drawing/2014/main" id="{C83FB6CE-C8B2-4819-9443-4A37975370F2}"/>
                  </a:ext>
                </a:extLst>
              </p:cNvPr>
              <p:cNvSpPr>
                <a:spLocks noChangeArrowheads="1"/>
              </p:cNvSpPr>
              <p:nvPr/>
            </p:nvSpPr>
            <p:spPr bwMode="auto">
              <a:xfrm>
                <a:off x="4176"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31" name="Rectangle 85">
                <a:extLst>
                  <a:ext uri="{FF2B5EF4-FFF2-40B4-BE49-F238E27FC236}">
                    <a16:creationId xmlns:a16="http://schemas.microsoft.com/office/drawing/2014/main" id="{68F605A1-51E8-4734-A296-60E0FFC52E1E}"/>
                  </a:ext>
                </a:extLst>
              </p:cNvPr>
              <p:cNvSpPr>
                <a:spLocks noChangeArrowheads="1"/>
              </p:cNvSpPr>
              <p:nvPr/>
            </p:nvSpPr>
            <p:spPr bwMode="auto">
              <a:xfrm>
                <a:off x="4278"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32" name="Rectangle 86">
                <a:extLst>
                  <a:ext uri="{FF2B5EF4-FFF2-40B4-BE49-F238E27FC236}">
                    <a16:creationId xmlns:a16="http://schemas.microsoft.com/office/drawing/2014/main" id="{727C39CF-71DC-43D9-A5A7-433705614B9A}"/>
                  </a:ext>
                </a:extLst>
              </p:cNvPr>
              <p:cNvSpPr>
                <a:spLocks noChangeArrowheads="1"/>
              </p:cNvSpPr>
              <p:nvPr/>
            </p:nvSpPr>
            <p:spPr bwMode="auto">
              <a:xfrm>
                <a:off x="4380"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79933" name="Rectangle 87">
                <a:extLst>
                  <a:ext uri="{FF2B5EF4-FFF2-40B4-BE49-F238E27FC236}">
                    <a16:creationId xmlns:a16="http://schemas.microsoft.com/office/drawing/2014/main" id="{A89196B4-F0D9-482D-A8C4-9587E5191DA5}"/>
                  </a:ext>
                </a:extLst>
              </p:cNvPr>
              <p:cNvSpPr>
                <a:spLocks noChangeArrowheads="1"/>
              </p:cNvSpPr>
              <p:nvPr/>
            </p:nvSpPr>
            <p:spPr bwMode="auto">
              <a:xfrm>
                <a:off x="4482"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sp>
        <p:nvSpPr>
          <p:cNvPr id="79919" name="Text Box 88">
            <a:extLst>
              <a:ext uri="{FF2B5EF4-FFF2-40B4-BE49-F238E27FC236}">
                <a16:creationId xmlns:a16="http://schemas.microsoft.com/office/drawing/2014/main" id="{DDD23DC2-43CB-4527-9CF0-42B9A51816B3}"/>
              </a:ext>
            </a:extLst>
          </p:cNvPr>
          <p:cNvSpPr txBox="1">
            <a:spLocks noChangeArrowheads="1"/>
          </p:cNvSpPr>
          <p:nvPr/>
        </p:nvSpPr>
        <p:spPr bwMode="auto">
          <a:xfrm>
            <a:off x="3905250" y="2562225"/>
            <a:ext cx="289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Comic Sans MS" panose="030F0702030302020204" pitchFamily="66" charset="0"/>
              </a:rPr>
              <a:t>statistical multiplexing</a:t>
            </a:r>
            <a:endParaRPr lang="en-US" altLang="en-US" sz="2400">
              <a:solidFill>
                <a:schemeClr val="accent1"/>
              </a:solidFill>
              <a:latin typeface="Times New Roman" panose="02020603050405020304" pitchFamily="18" charset="0"/>
            </a:endParaRPr>
          </a:p>
        </p:txBody>
      </p:sp>
      <p:sp>
        <p:nvSpPr>
          <p:cNvPr id="79920" name="Text Box 89">
            <a:extLst>
              <a:ext uri="{FF2B5EF4-FFF2-40B4-BE49-F238E27FC236}">
                <a16:creationId xmlns:a16="http://schemas.microsoft.com/office/drawing/2014/main" id="{7DCA4B72-6147-4A4D-8248-568C49F87D05}"/>
              </a:ext>
            </a:extLst>
          </p:cNvPr>
          <p:cNvSpPr txBox="1">
            <a:spLocks noChangeArrowheads="1"/>
          </p:cNvSpPr>
          <p:nvPr/>
        </p:nvSpPr>
        <p:spPr bwMode="auto">
          <a:xfrm>
            <a:off x="2620963" y="3910013"/>
            <a:ext cx="21129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latin typeface="Comic Sans MS" panose="030F0702030302020204" pitchFamily="66" charset="0"/>
              </a:rPr>
              <a:t>queue of packets</a:t>
            </a:r>
          </a:p>
          <a:p>
            <a:pPr algn="ctr">
              <a:spcBef>
                <a:spcPct val="0"/>
              </a:spcBef>
              <a:buFontTx/>
              <a:buNone/>
            </a:pPr>
            <a:r>
              <a:rPr lang="en-US" altLang="en-US" sz="1800">
                <a:latin typeface="Comic Sans MS" panose="030F0702030302020204" pitchFamily="66" charset="0"/>
              </a:rPr>
              <a:t>waiting for output</a:t>
            </a:r>
          </a:p>
          <a:p>
            <a:pPr algn="ctr">
              <a:spcBef>
                <a:spcPct val="0"/>
              </a:spcBef>
              <a:buFontTx/>
              <a:buNone/>
            </a:pPr>
            <a:r>
              <a:rPr lang="en-US" altLang="en-US" sz="1800">
                <a:latin typeface="Comic Sans MS" panose="030F0702030302020204" pitchFamily="66" charset="0"/>
              </a:rPr>
              <a:t>link</a:t>
            </a:r>
            <a:endParaRPr lang="en-US" altLang="en-US" sz="1800">
              <a:solidFill>
                <a:schemeClr val="accent1"/>
              </a:solidFill>
              <a:latin typeface="Times New Roman" panose="02020603050405020304" pitchFamily="18" charset="0"/>
            </a:endParaRPr>
          </a:p>
        </p:txBody>
      </p:sp>
      <p:sp>
        <p:nvSpPr>
          <p:cNvPr id="79921" name="Line 90">
            <a:extLst>
              <a:ext uri="{FF2B5EF4-FFF2-40B4-BE49-F238E27FC236}">
                <a16:creationId xmlns:a16="http://schemas.microsoft.com/office/drawing/2014/main" id="{611D37F4-7562-449B-B87A-049FA22F9D1A}"/>
              </a:ext>
            </a:extLst>
          </p:cNvPr>
          <p:cNvSpPr>
            <a:spLocks noChangeShapeType="1"/>
          </p:cNvSpPr>
          <p:nvPr/>
        </p:nvSpPr>
        <p:spPr bwMode="auto">
          <a:xfrm flipV="1">
            <a:off x="3554413" y="3440113"/>
            <a:ext cx="166687" cy="523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Content Placeholder 3">
            <a:extLst>
              <a:ext uri="{FF2B5EF4-FFF2-40B4-BE49-F238E27FC236}">
                <a16:creationId xmlns:a16="http://schemas.microsoft.com/office/drawing/2014/main" id="{B494A162-D57F-40EC-8442-6B17196ECB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524000"/>
            <a:ext cx="8229600" cy="4510088"/>
          </a:xfrm>
        </p:spPr>
      </p:pic>
      <p:sp>
        <p:nvSpPr>
          <p:cNvPr id="3" name="Content Placeholder 2">
            <a:extLst>
              <a:ext uri="{FF2B5EF4-FFF2-40B4-BE49-F238E27FC236}">
                <a16:creationId xmlns:a16="http://schemas.microsoft.com/office/drawing/2014/main" id="{55D7E4E2-1CCE-49C2-9BDC-13EC06C8B95C}"/>
              </a:ext>
            </a:extLst>
          </p:cNvPr>
          <p:cNvSpPr>
            <a:spLocks noGrp="1"/>
          </p:cNvSpPr>
          <p:nvPr>
            <p:ph sz="quarter" idx="10"/>
          </p:nvPr>
        </p:nvSpPr>
        <p:spPr/>
        <p:txBody>
          <a:bodyPr/>
          <a:lstStyle/>
          <a:p>
            <a:pPr>
              <a:defRPr/>
            </a:pP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a:extLst>
              <a:ext uri="{FF2B5EF4-FFF2-40B4-BE49-F238E27FC236}">
                <a16:creationId xmlns:a16="http://schemas.microsoft.com/office/drawing/2014/main" id="{10D9AC9B-5922-46D6-B26F-A55E72C9FAD8}"/>
              </a:ext>
            </a:extLst>
          </p:cNvPr>
          <p:cNvSpPr>
            <a:spLocks noGrp="1"/>
          </p:cNvSpPr>
          <p:nvPr>
            <p:ph idx="1"/>
          </p:nvPr>
        </p:nvSpPr>
        <p:spPr>
          <a:xfrm>
            <a:off x="304800" y="1493838"/>
            <a:ext cx="8229600" cy="4525962"/>
          </a:xfrm>
        </p:spPr>
        <p:txBody>
          <a:bodyPr/>
          <a:lstStyle/>
          <a:p>
            <a:pPr fontAlgn="base">
              <a:lnSpc>
                <a:spcPct val="90000"/>
              </a:lnSpc>
              <a:spcAft>
                <a:spcPct val="0"/>
              </a:spcAft>
            </a:pPr>
            <a:r>
              <a:rPr lang="en-US" altLang="en-US" i="1" u="sng">
                <a:solidFill>
                  <a:srgbClr val="FF0000"/>
                </a:solidFill>
              </a:rPr>
              <a:t>Goal:</a:t>
            </a:r>
            <a:r>
              <a:rPr lang="en-US" altLang="en-US"/>
              <a:t> move packets among routers from source to destination</a:t>
            </a:r>
          </a:p>
          <a:p>
            <a:pPr lvl="1" fontAlgn="base">
              <a:lnSpc>
                <a:spcPct val="90000"/>
              </a:lnSpc>
              <a:spcAft>
                <a:spcPct val="0"/>
              </a:spcAft>
            </a:pPr>
            <a:r>
              <a:rPr lang="en-US" altLang="en-US" sz="2000"/>
              <a:t>we’ll study several path selection algorithms </a:t>
            </a:r>
          </a:p>
          <a:p>
            <a:pPr fontAlgn="base">
              <a:lnSpc>
                <a:spcPct val="90000"/>
              </a:lnSpc>
              <a:spcAft>
                <a:spcPct val="0"/>
              </a:spcAft>
            </a:pPr>
            <a:r>
              <a:rPr lang="en-US" altLang="en-US">
                <a:solidFill>
                  <a:srgbClr val="FF0000"/>
                </a:solidFill>
              </a:rPr>
              <a:t>datagram network:</a:t>
            </a:r>
            <a:r>
              <a:rPr lang="en-US" altLang="en-US"/>
              <a:t> </a:t>
            </a:r>
          </a:p>
          <a:p>
            <a:pPr lvl="1" fontAlgn="base">
              <a:lnSpc>
                <a:spcPct val="90000"/>
              </a:lnSpc>
              <a:spcAft>
                <a:spcPct val="0"/>
              </a:spcAft>
            </a:pPr>
            <a:r>
              <a:rPr lang="en-US" altLang="en-US" sz="2000" i="1"/>
              <a:t>destination address</a:t>
            </a:r>
            <a:r>
              <a:rPr lang="en-US" altLang="en-US" sz="2000"/>
              <a:t> determines next hop</a:t>
            </a:r>
          </a:p>
          <a:p>
            <a:pPr lvl="1" fontAlgn="base">
              <a:lnSpc>
                <a:spcPct val="90000"/>
              </a:lnSpc>
              <a:spcAft>
                <a:spcPct val="0"/>
              </a:spcAft>
            </a:pPr>
            <a:r>
              <a:rPr lang="en-US" altLang="en-US" sz="2000"/>
              <a:t>routes may change during session</a:t>
            </a:r>
          </a:p>
        </p:txBody>
      </p:sp>
      <p:sp>
        <p:nvSpPr>
          <p:cNvPr id="81923" name="Slide Number Placeholder 6">
            <a:extLst>
              <a:ext uri="{FF2B5EF4-FFF2-40B4-BE49-F238E27FC236}">
                <a16:creationId xmlns:a16="http://schemas.microsoft.com/office/drawing/2014/main" id="{0361C1A3-1C3E-4244-A2AF-6FD6311C68FB}"/>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249CBDB6-A02E-48FE-B59D-5DC9F28BAF56}" type="slidenum">
              <a:rPr lang="en-US" altLang="en-US" sz="1400">
                <a:latin typeface="Times New Roman" panose="02020603050405020304" pitchFamily="18" charset="0"/>
              </a:rPr>
              <a:pPr algn="l" eaLnBrk="0" hangingPunct="0">
                <a:spcBef>
                  <a:spcPct val="0"/>
                </a:spcBef>
                <a:buFontTx/>
                <a:buNone/>
              </a:pPr>
              <a:t>48</a:t>
            </a:fld>
            <a:endParaRPr lang="en-US" altLang="en-US" sz="1400">
              <a:latin typeface="Times New Roman" panose="02020603050405020304" pitchFamily="18" charset="0"/>
            </a:endParaRPr>
          </a:p>
        </p:txBody>
      </p:sp>
      <p:sp>
        <p:nvSpPr>
          <p:cNvPr id="27651" name="Rectangle 2">
            <a:extLst>
              <a:ext uri="{FF2B5EF4-FFF2-40B4-BE49-F238E27FC236}">
                <a16:creationId xmlns:a16="http://schemas.microsoft.com/office/drawing/2014/main" id="{50C32B86-B53D-4A25-A2FC-FDEC4351AE59}"/>
              </a:ext>
            </a:extLst>
          </p:cNvPr>
          <p:cNvSpPr>
            <a:spLocks noGrp="1" noChangeArrowheads="1"/>
          </p:cNvSpPr>
          <p:nvPr>
            <p:ph type="title" idx="4294967295"/>
          </p:nvPr>
        </p:nvSpPr>
        <p:spPr>
          <a:xfrm>
            <a:off x="0" y="274638"/>
            <a:ext cx="8229600" cy="1143000"/>
          </a:xfrm>
        </p:spPr>
        <p:txBody>
          <a:bodyPr/>
          <a:lstStyle/>
          <a:p>
            <a:pPr>
              <a:defRPr/>
            </a:pPr>
            <a:r>
              <a:rPr lang="en-US" sz="3200"/>
              <a:t>Packet-switched networks: routing</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62F5318D-6A71-48CF-A998-6FDEA0DDD1C3}"/>
              </a:ext>
            </a:extLst>
          </p:cNvPr>
          <p:cNvSpPr>
            <a:spLocks noGrp="1"/>
          </p:cNvSpPr>
          <p:nvPr>
            <p:ph sz="half" idx="1"/>
          </p:nvPr>
        </p:nvSpPr>
        <p:spPr/>
        <p:txBody>
          <a:bodyPr/>
          <a:lstStyle/>
          <a:p>
            <a:pPr fontAlgn="base">
              <a:lnSpc>
                <a:spcPct val="90000"/>
              </a:lnSpc>
              <a:spcAft>
                <a:spcPct val="0"/>
              </a:spcAft>
              <a:buFont typeface="ZapfDingbats" pitchFamily="82" charset="2"/>
              <a:buNone/>
            </a:pPr>
            <a:r>
              <a:rPr lang="en-US" altLang="en-US" sz="2400" i="1">
                <a:solidFill>
                  <a:srgbClr val="FF0000"/>
                </a:solidFill>
              </a:rPr>
              <a:t>Q: How to connect end systems to edge router?</a:t>
            </a:r>
          </a:p>
          <a:p>
            <a:pPr fontAlgn="base">
              <a:lnSpc>
                <a:spcPct val="90000"/>
              </a:lnSpc>
              <a:spcAft>
                <a:spcPct val="0"/>
              </a:spcAft>
              <a:buFont typeface="Arial" pitchFamily="34" charset="0"/>
              <a:buChar char="•"/>
            </a:pPr>
            <a:r>
              <a:rPr lang="en-US" altLang="en-US" sz="2400"/>
              <a:t>residential access nets</a:t>
            </a:r>
          </a:p>
          <a:p>
            <a:pPr fontAlgn="base">
              <a:lnSpc>
                <a:spcPct val="90000"/>
              </a:lnSpc>
              <a:spcAft>
                <a:spcPct val="0"/>
              </a:spcAft>
              <a:buFont typeface="Arial" pitchFamily="34" charset="0"/>
              <a:buChar char="•"/>
            </a:pPr>
            <a:r>
              <a:rPr lang="en-US" altLang="en-US" sz="2400"/>
              <a:t>institutional access networks (school, company)</a:t>
            </a:r>
          </a:p>
          <a:p>
            <a:pPr fontAlgn="base">
              <a:lnSpc>
                <a:spcPct val="90000"/>
              </a:lnSpc>
              <a:spcAft>
                <a:spcPct val="30000"/>
              </a:spcAft>
              <a:buFont typeface="Arial" pitchFamily="34" charset="0"/>
              <a:buChar char="•"/>
            </a:pPr>
            <a:r>
              <a:rPr lang="en-US" altLang="en-US" sz="2400"/>
              <a:t>mobile access networks</a:t>
            </a:r>
            <a:endParaRPr lang="en-US" altLang="en-US" sz="2400">
              <a:solidFill>
                <a:srgbClr val="FF0000"/>
              </a:solidFill>
            </a:endParaRPr>
          </a:p>
          <a:p>
            <a:pPr fontAlgn="base">
              <a:lnSpc>
                <a:spcPct val="90000"/>
              </a:lnSpc>
              <a:spcAft>
                <a:spcPct val="0"/>
              </a:spcAft>
              <a:buFont typeface="ZapfDingbats" pitchFamily="82" charset="2"/>
              <a:buNone/>
            </a:pPr>
            <a:r>
              <a:rPr lang="en-US" altLang="en-US" sz="2400" i="1">
                <a:solidFill>
                  <a:srgbClr val="FF0000"/>
                </a:solidFill>
              </a:rPr>
              <a:t>Keep in mind: </a:t>
            </a:r>
          </a:p>
          <a:p>
            <a:pPr fontAlgn="base">
              <a:lnSpc>
                <a:spcPct val="90000"/>
              </a:lnSpc>
              <a:spcAft>
                <a:spcPct val="0"/>
              </a:spcAft>
            </a:pPr>
            <a:r>
              <a:rPr lang="en-US" altLang="en-US" sz="2400"/>
              <a:t>bandwidth (bits per second) of access network?</a:t>
            </a:r>
          </a:p>
          <a:p>
            <a:pPr fontAlgn="base">
              <a:lnSpc>
                <a:spcPct val="90000"/>
              </a:lnSpc>
              <a:spcAft>
                <a:spcPct val="0"/>
              </a:spcAft>
            </a:pPr>
            <a:r>
              <a:rPr lang="en-US" altLang="en-US" sz="2400"/>
              <a:t>shared (e.g. cable, ethernet) or dedicated (e.g., DSL)?</a:t>
            </a:r>
          </a:p>
        </p:txBody>
      </p:sp>
      <p:sp>
        <p:nvSpPr>
          <p:cNvPr id="82947" name="Content Placeholder 1">
            <a:extLst>
              <a:ext uri="{FF2B5EF4-FFF2-40B4-BE49-F238E27FC236}">
                <a16:creationId xmlns:a16="http://schemas.microsoft.com/office/drawing/2014/main" id="{BDFE5D55-F9FA-4A1F-8AD4-29B10611EB66}"/>
              </a:ext>
            </a:extLst>
          </p:cNvPr>
          <p:cNvSpPr>
            <a:spLocks noGrp="1"/>
          </p:cNvSpPr>
          <p:nvPr>
            <p:ph sz="half" idx="2"/>
          </p:nvPr>
        </p:nvSpPr>
        <p:spPr/>
        <p:txBody>
          <a:bodyPr/>
          <a:lstStyle/>
          <a:p>
            <a:pPr fontAlgn="base">
              <a:spcAft>
                <a:spcPct val="0"/>
              </a:spcAft>
            </a:pPr>
            <a:endParaRPr lang="en-US" altLang="en-US"/>
          </a:p>
        </p:txBody>
      </p:sp>
      <p:sp>
        <p:nvSpPr>
          <p:cNvPr id="82948" name="Slide Number Placeholder 6">
            <a:extLst>
              <a:ext uri="{FF2B5EF4-FFF2-40B4-BE49-F238E27FC236}">
                <a16:creationId xmlns:a16="http://schemas.microsoft.com/office/drawing/2014/main" id="{104F0AEB-C183-4F31-8309-CEE2FC1674E1}"/>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7F5DFB5F-F659-4B19-9546-618868AD5302}" type="slidenum">
              <a:rPr lang="en-US" altLang="en-US" sz="1400">
                <a:latin typeface="Times New Roman" panose="02020603050405020304" pitchFamily="18" charset="0"/>
              </a:rPr>
              <a:pPr algn="l" eaLnBrk="0" hangingPunct="0">
                <a:spcBef>
                  <a:spcPct val="0"/>
                </a:spcBef>
                <a:buFontTx/>
                <a:buNone/>
              </a:pPr>
              <a:t>49</a:t>
            </a:fld>
            <a:endParaRPr lang="en-US" altLang="en-US" sz="1400">
              <a:latin typeface="Times New Roman" panose="02020603050405020304" pitchFamily="18" charset="0"/>
            </a:endParaRPr>
          </a:p>
        </p:txBody>
      </p:sp>
      <p:sp>
        <p:nvSpPr>
          <p:cNvPr id="10258" name="Rectangle 2">
            <a:extLst>
              <a:ext uri="{FF2B5EF4-FFF2-40B4-BE49-F238E27FC236}">
                <a16:creationId xmlns:a16="http://schemas.microsoft.com/office/drawing/2014/main" id="{AFBB4C83-3C88-42EC-A5A6-5B813BDC2D85}"/>
              </a:ext>
            </a:extLst>
          </p:cNvPr>
          <p:cNvSpPr>
            <a:spLocks noGrp="1" noChangeArrowheads="1"/>
          </p:cNvSpPr>
          <p:nvPr>
            <p:ph type="title" idx="4294967295"/>
          </p:nvPr>
        </p:nvSpPr>
        <p:spPr>
          <a:xfrm>
            <a:off x="0" y="228600"/>
            <a:ext cx="8382000" cy="1143000"/>
          </a:xfrm>
        </p:spPr>
        <p:txBody>
          <a:bodyPr/>
          <a:lstStyle/>
          <a:p>
            <a:pPr>
              <a:defRPr/>
            </a:pPr>
            <a:r>
              <a:rPr lang="en-US" sz="3200"/>
              <a:t>Access networks and physical media</a:t>
            </a:r>
            <a:endParaRPr lang="en-US"/>
          </a:p>
        </p:txBody>
      </p:sp>
      <p:sp>
        <p:nvSpPr>
          <p:cNvPr id="82950" name="Freeform 4">
            <a:extLst>
              <a:ext uri="{FF2B5EF4-FFF2-40B4-BE49-F238E27FC236}">
                <a16:creationId xmlns:a16="http://schemas.microsoft.com/office/drawing/2014/main" id="{27D0878F-BBA7-4933-BF5E-B02CB974ED2C}"/>
              </a:ext>
            </a:extLst>
          </p:cNvPr>
          <p:cNvSpPr>
            <a:spLocks/>
          </p:cNvSpPr>
          <p:nvPr/>
        </p:nvSpPr>
        <p:spPr bwMode="auto">
          <a:xfrm>
            <a:off x="6807200" y="1800225"/>
            <a:ext cx="1989138" cy="2009775"/>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951" name="Freeform 5">
            <a:extLst>
              <a:ext uri="{FF2B5EF4-FFF2-40B4-BE49-F238E27FC236}">
                <a16:creationId xmlns:a16="http://schemas.microsoft.com/office/drawing/2014/main" id="{DFC8EC32-4B38-4931-A26D-32FFB054ACDA}"/>
              </a:ext>
            </a:extLst>
          </p:cNvPr>
          <p:cNvSpPr>
            <a:spLocks/>
          </p:cNvSpPr>
          <p:nvPr/>
        </p:nvSpPr>
        <p:spPr bwMode="auto">
          <a:xfrm>
            <a:off x="4727575" y="1628775"/>
            <a:ext cx="2065338" cy="1906588"/>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952" name="Freeform 6">
            <a:extLst>
              <a:ext uri="{FF2B5EF4-FFF2-40B4-BE49-F238E27FC236}">
                <a16:creationId xmlns:a16="http://schemas.microsoft.com/office/drawing/2014/main" id="{4F2657D1-E0A7-4C95-BCBD-C93AEE4AAE4C}"/>
              </a:ext>
            </a:extLst>
          </p:cNvPr>
          <p:cNvSpPr>
            <a:spLocks/>
          </p:cNvSpPr>
          <p:nvPr/>
        </p:nvSpPr>
        <p:spPr bwMode="auto">
          <a:xfrm>
            <a:off x="5124450" y="3357563"/>
            <a:ext cx="3290888" cy="2662237"/>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82953" name="Object 7">
            <a:extLst>
              <a:ext uri="{FF2B5EF4-FFF2-40B4-BE49-F238E27FC236}">
                <a16:creationId xmlns:a16="http://schemas.microsoft.com/office/drawing/2014/main" id="{785EBD69-58E8-4AD5-BF7E-ED7D4C1066B8}"/>
              </a:ext>
            </a:extLst>
          </p:cNvPr>
          <p:cNvGraphicFramePr>
            <a:graphicFrameLocks noChangeAspect="1"/>
          </p:cNvGraphicFramePr>
          <p:nvPr/>
        </p:nvGraphicFramePr>
        <p:xfrm>
          <a:off x="4857750" y="1790700"/>
          <a:ext cx="460375" cy="38258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0" y="1790700"/>
                        <a:ext cx="460375"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54" name="Object 8">
            <a:extLst>
              <a:ext uri="{FF2B5EF4-FFF2-40B4-BE49-F238E27FC236}">
                <a16:creationId xmlns:a16="http://schemas.microsoft.com/office/drawing/2014/main" id="{0D839522-2747-46F0-B40C-E8CC8709CB91}"/>
              </a:ext>
            </a:extLst>
          </p:cNvPr>
          <p:cNvGraphicFramePr>
            <a:graphicFrameLocks noChangeAspect="1"/>
          </p:cNvGraphicFramePr>
          <p:nvPr/>
        </p:nvGraphicFramePr>
        <p:xfrm>
          <a:off x="5359400" y="1931988"/>
          <a:ext cx="309563" cy="222250"/>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9400" y="1931988"/>
                        <a:ext cx="309563"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55" name="Line 9">
            <a:extLst>
              <a:ext uri="{FF2B5EF4-FFF2-40B4-BE49-F238E27FC236}">
                <a16:creationId xmlns:a16="http://schemas.microsoft.com/office/drawing/2014/main" id="{48D7E47E-E7BA-472B-A921-2B33D6450B84}"/>
              </a:ext>
            </a:extLst>
          </p:cNvPr>
          <p:cNvSpPr>
            <a:spLocks noChangeShapeType="1"/>
          </p:cNvSpPr>
          <p:nvPr/>
        </p:nvSpPr>
        <p:spPr bwMode="auto">
          <a:xfrm flipV="1">
            <a:off x="5307013" y="2081213"/>
            <a:ext cx="1270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82956" name="Object 10">
            <a:extLst>
              <a:ext uri="{FF2B5EF4-FFF2-40B4-BE49-F238E27FC236}">
                <a16:creationId xmlns:a16="http://schemas.microsoft.com/office/drawing/2014/main" id="{A9C02C83-B5CA-4701-83F4-ED34D7A70695}"/>
              </a:ext>
            </a:extLst>
          </p:cNvPr>
          <p:cNvGraphicFramePr>
            <a:graphicFrameLocks noChangeAspect="1"/>
          </p:cNvGraphicFramePr>
          <p:nvPr/>
        </p:nvGraphicFramePr>
        <p:xfrm>
          <a:off x="4857750" y="2505075"/>
          <a:ext cx="460375" cy="38258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0" y="2505075"/>
                        <a:ext cx="460375"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57" name="Object 11">
            <a:extLst>
              <a:ext uri="{FF2B5EF4-FFF2-40B4-BE49-F238E27FC236}">
                <a16:creationId xmlns:a16="http://schemas.microsoft.com/office/drawing/2014/main" id="{57FF9417-D42A-4F0B-9B21-2A960F6E3103}"/>
              </a:ext>
            </a:extLst>
          </p:cNvPr>
          <p:cNvGraphicFramePr>
            <a:graphicFrameLocks noChangeAspect="1"/>
          </p:cNvGraphicFramePr>
          <p:nvPr/>
        </p:nvGraphicFramePr>
        <p:xfrm>
          <a:off x="5359400" y="2646363"/>
          <a:ext cx="309563" cy="222250"/>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9400" y="2646363"/>
                        <a:ext cx="309563"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58" name="Line 12">
            <a:extLst>
              <a:ext uri="{FF2B5EF4-FFF2-40B4-BE49-F238E27FC236}">
                <a16:creationId xmlns:a16="http://schemas.microsoft.com/office/drawing/2014/main" id="{B44C4FE3-631B-4F6F-814A-E4E3BE38DF59}"/>
              </a:ext>
            </a:extLst>
          </p:cNvPr>
          <p:cNvSpPr>
            <a:spLocks noChangeShapeType="1"/>
          </p:cNvSpPr>
          <p:nvPr/>
        </p:nvSpPr>
        <p:spPr bwMode="auto">
          <a:xfrm flipV="1">
            <a:off x="5307013" y="2795588"/>
            <a:ext cx="1270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2959" name="Group 13">
            <a:extLst>
              <a:ext uri="{FF2B5EF4-FFF2-40B4-BE49-F238E27FC236}">
                <a16:creationId xmlns:a16="http://schemas.microsoft.com/office/drawing/2014/main" id="{415F1BB9-8ABB-4AD4-B9FA-FE88FB30BC13}"/>
              </a:ext>
            </a:extLst>
          </p:cNvPr>
          <p:cNvGrpSpPr>
            <a:grpSpLocks/>
          </p:cNvGrpSpPr>
          <p:nvPr/>
        </p:nvGrpSpPr>
        <p:grpSpPr bwMode="auto">
          <a:xfrm>
            <a:off x="5273675" y="2249488"/>
            <a:ext cx="77788" cy="257175"/>
            <a:chOff x="3842" y="406"/>
            <a:chExt cx="51" cy="167"/>
          </a:xfrm>
        </p:grpSpPr>
        <p:sp>
          <p:nvSpPr>
            <p:cNvPr id="83184" name="Oval 14">
              <a:extLst>
                <a:ext uri="{FF2B5EF4-FFF2-40B4-BE49-F238E27FC236}">
                  <a16:creationId xmlns:a16="http://schemas.microsoft.com/office/drawing/2014/main" id="{DB1D795E-9D61-4353-8B1C-6A14EADAF7C7}"/>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85" name="Oval 15">
              <a:extLst>
                <a:ext uri="{FF2B5EF4-FFF2-40B4-BE49-F238E27FC236}">
                  <a16:creationId xmlns:a16="http://schemas.microsoft.com/office/drawing/2014/main" id="{686BEC65-567C-43E7-A47E-2731CBC34D59}"/>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86" name="Oval 16">
              <a:extLst>
                <a:ext uri="{FF2B5EF4-FFF2-40B4-BE49-F238E27FC236}">
                  <a16:creationId xmlns:a16="http://schemas.microsoft.com/office/drawing/2014/main" id="{AFDACBD1-0347-42B5-A630-8B2FD8A92CF7}"/>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82960" name="Group 17">
            <a:extLst>
              <a:ext uri="{FF2B5EF4-FFF2-40B4-BE49-F238E27FC236}">
                <a16:creationId xmlns:a16="http://schemas.microsoft.com/office/drawing/2014/main" id="{20C2AD0B-9431-4E8F-8609-2435D8816872}"/>
              </a:ext>
            </a:extLst>
          </p:cNvPr>
          <p:cNvGrpSpPr>
            <a:grpSpLocks/>
          </p:cNvGrpSpPr>
          <p:nvPr/>
        </p:nvGrpSpPr>
        <p:grpSpPr bwMode="auto">
          <a:xfrm>
            <a:off x="5792788" y="2852738"/>
            <a:ext cx="231775" cy="474662"/>
            <a:chOff x="4180" y="783"/>
            <a:chExt cx="150" cy="307"/>
          </a:xfrm>
        </p:grpSpPr>
        <p:sp>
          <p:nvSpPr>
            <p:cNvPr id="83176" name="AutoShape 18">
              <a:extLst>
                <a:ext uri="{FF2B5EF4-FFF2-40B4-BE49-F238E27FC236}">
                  <a16:creationId xmlns:a16="http://schemas.microsoft.com/office/drawing/2014/main" id="{86EAD208-C074-43C6-A013-D7204BEBD1D8}"/>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77" name="Rectangle 19">
              <a:extLst>
                <a:ext uri="{FF2B5EF4-FFF2-40B4-BE49-F238E27FC236}">
                  <a16:creationId xmlns:a16="http://schemas.microsoft.com/office/drawing/2014/main" id="{DB00FB33-11D5-49B0-A772-F2E0D1F2AC5A}"/>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78" name="Rectangle 20">
              <a:extLst>
                <a:ext uri="{FF2B5EF4-FFF2-40B4-BE49-F238E27FC236}">
                  <a16:creationId xmlns:a16="http://schemas.microsoft.com/office/drawing/2014/main" id="{915A6871-DD45-42F6-9751-1C3943993365}"/>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79" name="AutoShape 21">
              <a:extLst>
                <a:ext uri="{FF2B5EF4-FFF2-40B4-BE49-F238E27FC236}">
                  <a16:creationId xmlns:a16="http://schemas.microsoft.com/office/drawing/2014/main" id="{E3C0A0A4-5B43-4B87-BAF1-27CD8FD9FDEB}"/>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80" name="Line 22">
              <a:extLst>
                <a:ext uri="{FF2B5EF4-FFF2-40B4-BE49-F238E27FC236}">
                  <a16:creationId xmlns:a16="http://schemas.microsoft.com/office/drawing/2014/main" id="{902C4E63-6F48-4E6A-938D-3AC407A12535}"/>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81" name="Line 23">
              <a:extLst>
                <a:ext uri="{FF2B5EF4-FFF2-40B4-BE49-F238E27FC236}">
                  <a16:creationId xmlns:a16="http://schemas.microsoft.com/office/drawing/2014/main" id="{35E42405-4C07-49CC-B11D-53623B9C7EC1}"/>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82" name="Rectangle 24">
              <a:extLst>
                <a:ext uri="{FF2B5EF4-FFF2-40B4-BE49-F238E27FC236}">
                  <a16:creationId xmlns:a16="http://schemas.microsoft.com/office/drawing/2014/main" id="{BB64E58A-DFC4-4E0D-98D9-3FF68ABC018E}"/>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83" name="Rectangle 25">
              <a:extLst>
                <a:ext uri="{FF2B5EF4-FFF2-40B4-BE49-F238E27FC236}">
                  <a16:creationId xmlns:a16="http://schemas.microsoft.com/office/drawing/2014/main" id="{5EDE20E6-917D-4E03-A94E-3FDD371F1A69}"/>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82961" name="Group 26">
            <a:extLst>
              <a:ext uri="{FF2B5EF4-FFF2-40B4-BE49-F238E27FC236}">
                <a16:creationId xmlns:a16="http://schemas.microsoft.com/office/drawing/2014/main" id="{982C3CC5-7F15-4FE8-B7BD-5C5E5250ECFE}"/>
              </a:ext>
            </a:extLst>
          </p:cNvPr>
          <p:cNvGrpSpPr>
            <a:grpSpLocks/>
          </p:cNvGrpSpPr>
          <p:nvPr/>
        </p:nvGrpSpPr>
        <p:grpSpPr bwMode="auto">
          <a:xfrm rot="-5400000">
            <a:off x="6135688" y="2957512"/>
            <a:ext cx="96838" cy="258763"/>
            <a:chOff x="3842" y="406"/>
            <a:chExt cx="51" cy="167"/>
          </a:xfrm>
        </p:grpSpPr>
        <p:sp>
          <p:nvSpPr>
            <p:cNvPr id="83173" name="Oval 27">
              <a:extLst>
                <a:ext uri="{FF2B5EF4-FFF2-40B4-BE49-F238E27FC236}">
                  <a16:creationId xmlns:a16="http://schemas.microsoft.com/office/drawing/2014/main" id="{14DA0B2D-6446-4D8D-ABED-45403FC30C65}"/>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74" name="Oval 28">
              <a:extLst>
                <a:ext uri="{FF2B5EF4-FFF2-40B4-BE49-F238E27FC236}">
                  <a16:creationId xmlns:a16="http://schemas.microsoft.com/office/drawing/2014/main" id="{9B041EEE-4B57-40CD-9D3A-85F1F946C152}"/>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75" name="Oval 29">
              <a:extLst>
                <a:ext uri="{FF2B5EF4-FFF2-40B4-BE49-F238E27FC236}">
                  <a16:creationId xmlns:a16="http://schemas.microsoft.com/office/drawing/2014/main" id="{54AE24C4-9257-4850-BC05-CB52D209A1D9}"/>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82962" name="Line 30">
            <a:extLst>
              <a:ext uri="{FF2B5EF4-FFF2-40B4-BE49-F238E27FC236}">
                <a16:creationId xmlns:a16="http://schemas.microsoft.com/office/drawing/2014/main" id="{580F47B8-BF48-498C-B393-4279E6C89374}"/>
              </a:ext>
            </a:extLst>
          </p:cNvPr>
          <p:cNvSpPr>
            <a:spLocks noChangeShapeType="1"/>
          </p:cNvSpPr>
          <p:nvPr/>
        </p:nvSpPr>
        <p:spPr bwMode="auto">
          <a:xfrm>
            <a:off x="5945188" y="2743200"/>
            <a:ext cx="547687"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63" name="Line 31">
            <a:extLst>
              <a:ext uri="{FF2B5EF4-FFF2-40B4-BE49-F238E27FC236}">
                <a16:creationId xmlns:a16="http://schemas.microsoft.com/office/drawing/2014/main" id="{0057DE76-0608-4073-9CFA-81ED1A3EEB31}"/>
              </a:ext>
            </a:extLst>
          </p:cNvPr>
          <p:cNvSpPr>
            <a:spLocks noChangeShapeType="1"/>
          </p:cNvSpPr>
          <p:nvPr/>
        </p:nvSpPr>
        <p:spPr bwMode="auto">
          <a:xfrm>
            <a:off x="5948363" y="2738438"/>
            <a:ext cx="1587" cy="1143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64" name="Line 32">
            <a:extLst>
              <a:ext uri="{FF2B5EF4-FFF2-40B4-BE49-F238E27FC236}">
                <a16:creationId xmlns:a16="http://schemas.microsoft.com/office/drawing/2014/main" id="{D14DC2AA-3276-466F-B94D-92915D8182BF}"/>
              </a:ext>
            </a:extLst>
          </p:cNvPr>
          <p:cNvSpPr>
            <a:spLocks noChangeShapeType="1"/>
          </p:cNvSpPr>
          <p:nvPr/>
        </p:nvSpPr>
        <p:spPr bwMode="auto">
          <a:xfrm>
            <a:off x="6496050" y="2736850"/>
            <a:ext cx="1588" cy="10001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65" name="Line 33">
            <a:extLst>
              <a:ext uri="{FF2B5EF4-FFF2-40B4-BE49-F238E27FC236}">
                <a16:creationId xmlns:a16="http://schemas.microsoft.com/office/drawing/2014/main" id="{7E7450DC-27CD-49A9-9233-1888EA0DDB57}"/>
              </a:ext>
            </a:extLst>
          </p:cNvPr>
          <p:cNvSpPr>
            <a:spLocks noChangeShapeType="1"/>
          </p:cNvSpPr>
          <p:nvPr/>
        </p:nvSpPr>
        <p:spPr bwMode="auto">
          <a:xfrm>
            <a:off x="5613400" y="2095500"/>
            <a:ext cx="319088" cy="3175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66" name="Line 34">
            <a:extLst>
              <a:ext uri="{FF2B5EF4-FFF2-40B4-BE49-F238E27FC236}">
                <a16:creationId xmlns:a16="http://schemas.microsoft.com/office/drawing/2014/main" id="{955FED8D-7D2E-4947-87E2-7C78245088F4}"/>
              </a:ext>
            </a:extLst>
          </p:cNvPr>
          <p:cNvSpPr>
            <a:spLocks noChangeShapeType="1"/>
          </p:cNvSpPr>
          <p:nvPr/>
        </p:nvSpPr>
        <p:spPr bwMode="auto">
          <a:xfrm flipV="1">
            <a:off x="5626100" y="2438400"/>
            <a:ext cx="306388" cy="3952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67" name="Line 35">
            <a:extLst>
              <a:ext uri="{FF2B5EF4-FFF2-40B4-BE49-F238E27FC236}">
                <a16:creationId xmlns:a16="http://schemas.microsoft.com/office/drawing/2014/main" id="{3E8CB6F2-CA45-4B3D-9A14-5007E06CA4F3}"/>
              </a:ext>
            </a:extLst>
          </p:cNvPr>
          <p:cNvSpPr>
            <a:spLocks noChangeShapeType="1"/>
          </p:cNvSpPr>
          <p:nvPr/>
        </p:nvSpPr>
        <p:spPr bwMode="auto">
          <a:xfrm flipV="1">
            <a:off x="6210300" y="2541588"/>
            <a:ext cx="1588" cy="1952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2968" name="Group 36">
            <a:extLst>
              <a:ext uri="{FF2B5EF4-FFF2-40B4-BE49-F238E27FC236}">
                <a16:creationId xmlns:a16="http://schemas.microsoft.com/office/drawing/2014/main" id="{25A748A6-5565-402A-B616-414C8953E00C}"/>
              </a:ext>
            </a:extLst>
          </p:cNvPr>
          <p:cNvGrpSpPr>
            <a:grpSpLocks/>
          </p:cNvGrpSpPr>
          <p:nvPr/>
        </p:nvGrpSpPr>
        <p:grpSpPr bwMode="auto">
          <a:xfrm>
            <a:off x="6342063" y="2827338"/>
            <a:ext cx="231775" cy="473075"/>
            <a:chOff x="4180" y="783"/>
            <a:chExt cx="150" cy="307"/>
          </a:xfrm>
        </p:grpSpPr>
        <p:sp>
          <p:nvSpPr>
            <p:cNvPr id="83165" name="AutoShape 37">
              <a:extLst>
                <a:ext uri="{FF2B5EF4-FFF2-40B4-BE49-F238E27FC236}">
                  <a16:creationId xmlns:a16="http://schemas.microsoft.com/office/drawing/2014/main" id="{A2622B51-07C4-4364-A028-CBF7E368850F}"/>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66" name="Rectangle 38">
              <a:extLst>
                <a:ext uri="{FF2B5EF4-FFF2-40B4-BE49-F238E27FC236}">
                  <a16:creationId xmlns:a16="http://schemas.microsoft.com/office/drawing/2014/main" id="{D970255D-7610-4E9E-B6C1-81A4CCFE8909}"/>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67" name="Rectangle 39">
              <a:extLst>
                <a:ext uri="{FF2B5EF4-FFF2-40B4-BE49-F238E27FC236}">
                  <a16:creationId xmlns:a16="http://schemas.microsoft.com/office/drawing/2014/main" id="{0C0286B5-7571-4E1E-8B37-DE5CB8D53FCB}"/>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68" name="AutoShape 40">
              <a:extLst>
                <a:ext uri="{FF2B5EF4-FFF2-40B4-BE49-F238E27FC236}">
                  <a16:creationId xmlns:a16="http://schemas.microsoft.com/office/drawing/2014/main" id="{47C37A75-6D55-41B0-8B54-4B3606975F6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69" name="Line 41">
              <a:extLst>
                <a:ext uri="{FF2B5EF4-FFF2-40B4-BE49-F238E27FC236}">
                  <a16:creationId xmlns:a16="http://schemas.microsoft.com/office/drawing/2014/main" id="{62E84466-3E02-4036-9710-5CDEA6050C9B}"/>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70" name="Line 42">
              <a:extLst>
                <a:ext uri="{FF2B5EF4-FFF2-40B4-BE49-F238E27FC236}">
                  <a16:creationId xmlns:a16="http://schemas.microsoft.com/office/drawing/2014/main" id="{980C1472-A728-458A-B237-CFC5488241DC}"/>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71" name="Rectangle 43">
              <a:extLst>
                <a:ext uri="{FF2B5EF4-FFF2-40B4-BE49-F238E27FC236}">
                  <a16:creationId xmlns:a16="http://schemas.microsoft.com/office/drawing/2014/main" id="{1BD9CA5D-9204-4372-8EE6-AEBA4AF85C1B}"/>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72" name="Rectangle 44">
              <a:extLst>
                <a:ext uri="{FF2B5EF4-FFF2-40B4-BE49-F238E27FC236}">
                  <a16:creationId xmlns:a16="http://schemas.microsoft.com/office/drawing/2014/main" id="{5CA5B569-3891-4156-A1BE-BB49DECEAD39}"/>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aphicFrame>
        <p:nvGraphicFramePr>
          <p:cNvPr id="82969" name="Object 45">
            <a:extLst>
              <a:ext uri="{FF2B5EF4-FFF2-40B4-BE49-F238E27FC236}">
                <a16:creationId xmlns:a16="http://schemas.microsoft.com/office/drawing/2014/main" id="{05B161F3-B1EF-43BC-8DAA-F5862B61FAC2}"/>
              </a:ext>
            </a:extLst>
          </p:cNvPr>
          <p:cNvGraphicFramePr>
            <a:graphicFrameLocks noChangeAspect="1"/>
          </p:cNvGraphicFramePr>
          <p:nvPr/>
        </p:nvGraphicFramePr>
        <p:xfrm>
          <a:off x="5283200" y="3570288"/>
          <a:ext cx="460375" cy="396875"/>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0" name="Object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3200" y="3570288"/>
                        <a:ext cx="4603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70" name="Line 46">
            <a:extLst>
              <a:ext uri="{FF2B5EF4-FFF2-40B4-BE49-F238E27FC236}">
                <a16:creationId xmlns:a16="http://schemas.microsoft.com/office/drawing/2014/main" id="{09EC2DB3-3161-479D-B6E2-EAE077E67845}"/>
              </a:ext>
            </a:extLst>
          </p:cNvPr>
          <p:cNvSpPr>
            <a:spLocks noChangeShapeType="1"/>
          </p:cNvSpPr>
          <p:nvPr/>
        </p:nvSpPr>
        <p:spPr bwMode="auto">
          <a:xfrm flipV="1">
            <a:off x="5734050" y="3865563"/>
            <a:ext cx="79375" cy="793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82971" name="Object 47">
            <a:extLst>
              <a:ext uri="{FF2B5EF4-FFF2-40B4-BE49-F238E27FC236}">
                <a16:creationId xmlns:a16="http://schemas.microsoft.com/office/drawing/2014/main" id="{960633E2-71C1-45FD-97BF-606A513B723E}"/>
              </a:ext>
            </a:extLst>
          </p:cNvPr>
          <p:cNvGraphicFramePr>
            <a:graphicFrameLocks noChangeAspect="1"/>
          </p:cNvGraphicFramePr>
          <p:nvPr/>
        </p:nvGraphicFramePr>
        <p:xfrm>
          <a:off x="5283200" y="4283075"/>
          <a:ext cx="460375" cy="396875"/>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0" name="Object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3200" y="4283075"/>
                        <a:ext cx="4603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72" name="Line 48">
            <a:extLst>
              <a:ext uri="{FF2B5EF4-FFF2-40B4-BE49-F238E27FC236}">
                <a16:creationId xmlns:a16="http://schemas.microsoft.com/office/drawing/2014/main" id="{A66FA1D9-96D4-4A8A-8065-20742A4905E4}"/>
              </a:ext>
            </a:extLst>
          </p:cNvPr>
          <p:cNvSpPr>
            <a:spLocks noChangeShapeType="1"/>
          </p:cNvSpPr>
          <p:nvPr/>
        </p:nvSpPr>
        <p:spPr bwMode="auto">
          <a:xfrm flipV="1">
            <a:off x="5734050" y="4584700"/>
            <a:ext cx="79375"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2973" name="Group 49">
            <a:extLst>
              <a:ext uri="{FF2B5EF4-FFF2-40B4-BE49-F238E27FC236}">
                <a16:creationId xmlns:a16="http://schemas.microsoft.com/office/drawing/2014/main" id="{61D9D5AF-8367-4081-8ADB-845AFD0FE840}"/>
              </a:ext>
            </a:extLst>
          </p:cNvPr>
          <p:cNvGrpSpPr>
            <a:grpSpLocks/>
          </p:cNvGrpSpPr>
          <p:nvPr/>
        </p:nvGrpSpPr>
        <p:grpSpPr bwMode="auto">
          <a:xfrm>
            <a:off x="5421313" y="3979863"/>
            <a:ext cx="79375" cy="266700"/>
            <a:chOff x="3842" y="406"/>
            <a:chExt cx="51" cy="167"/>
          </a:xfrm>
        </p:grpSpPr>
        <p:sp>
          <p:nvSpPr>
            <p:cNvPr id="83162" name="Oval 50">
              <a:extLst>
                <a:ext uri="{FF2B5EF4-FFF2-40B4-BE49-F238E27FC236}">
                  <a16:creationId xmlns:a16="http://schemas.microsoft.com/office/drawing/2014/main" id="{AEE351C6-7445-4074-8A1D-719A3E909B87}"/>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63" name="Oval 51">
              <a:extLst>
                <a:ext uri="{FF2B5EF4-FFF2-40B4-BE49-F238E27FC236}">
                  <a16:creationId xmlns:a16="http://schemas.microsoft.com/office/drawing/2014/main" id="{94E2A19F-0472-4EA4-A2C2-93C8765AFF24}"/>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64" name="Oval 52">
              <a:extLst>
                <a:ext uri="{FF2B5EF4-FFF2-40B4-BE49-F238E27FC236}">
                  <a16:creationId xmlns:a16="http://schemas.microsoft.com/office/drawing/2014/main" id="{F5F82F14-4ADB-4CA6-BC1D-7662C2428C9B}"/>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82974" name="Line 53">
            <a:extLst>
              <a:ext uri="{FF2B5EF4-FFF2-40B4-BE49-F238E27FC236}">
                <a16:creationId xmlns:a16="http://schemas.microsoft.com/office/drawing/2014/main" id="{F6387D4A-70AA-4D35-976E-FAC67B0B5286}"/>
              </a:ext>
            </a:extLst>
          </p:cNvPr>
          <p:cNvSpPr>
            <a:spLocks noChangeShapeType="1"/>
          </p:cNvSpPr>
          <p:nvPr/>
        </p:nvSpPr>
        <p:spPr bwMode="auto">
          <a:xfrm>
            <a:off x="5807075" y="3862388"/>
            <a:ext cx="0" cy="720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82975" name="Object 54">
            <a:extLst>
              <a:ext uri="{FF2B5EF4-FFF2-40B4-BE49-F238E27FC236}">
                <a16:creationId xmlns:a16="http://schemas.microsoft.com/office/drawing/2014/main" id="{B880F8C3-0704-418F-9C7D-2E1FDA9C8872}"/>
              </a:ext>
            </a:extLst>
          </p:cNvPr>
          <p:cNvGraphicFramePr>
            <a:graphicFrameLocks noChangeAspect="1"/>
          </p:cNvGraphicFramePr>
          <p:nvPr/>
        </p:nvGraphicFramePr>
        <p:xfrm>
          <a:off x="6243638" y="4781550"/>
          <a:ext cx="461962" cy="396875"/>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0" name="Object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638" y="4781550"/>
                        <a:ext cx="46196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76" name="Object 55">
            <a:extLst>
              <a:ext uri="{FF2B5EF4-FFF2-40B4-BE49-F238E27FC236}">
                <a16:creationId xmlns:a16="http://schemas.microsoft.com/office/drawing/2014/main" id="{7079C27C-A5E7-48FD-B413-A5DD08F8B864}"/>
              </a:ext>
            </a:extLst>
          </p:cNvPr>
          <p:cNvGraphicFramePr>
            <a:graphicFrameLocks noChangeAspect="1"/>
          </p:cNvGraphicFramePr>
          <p:nvPr/>
        </p:nvGraphicFramePr>
        <p:xfrm>
          <a:off x="5564188" y="4767263"/>
          <a:ext cx="458787" cy="396875"/>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0" name="Object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4188" y="4767263"/>
                        <a:ext cx="45878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77" name="Line 56">
            <a:extLst>
              <a:ext uri="{FF2B5EF4-FFF2-40B4-BE49-F238E27FC236}">
                <a16:creationId xmlns:a16="http://schemas.microsoft.com/office/drawing/2014/main" id="{7677709F-5205-49D5-8E60-64EF3710CA0F}"/>
              </a:ext>
            </a:extLst>
          </p:cNvPr>
          <p:cNvSpPr>
            <a:spLocks noChangeShapeType="1"/>
          </p:cNvSpPr>
          <p:nvPr/>
        </p:nvSpPr>
        <p:spPr bwMode="auto">
          <a:xfrm rot="-5400000">
            <a:off x="6488906" y="4752182"/>
            <a:ext cx="73025"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78" name="Line 57">
            <a:extLst>
              <a:ext uri="{FF2B5EF4-FFF2-40B4-BE49-F238E27FC236}">
                <a16:creationId xmlns:a16="http://schemas.microsoft.com/office/drawing/2014/main" id="{5DFE9DCE-CBE0-44E3-9FF1-499A3A524B4D}"/>
              </a:ext>
            </a:extLst>
          </p:cNvPr>
          <p:cNvSpPr>
            <a:spLocks noChangeShapeType="1"/>
          </p:cNvSpPr>
          <p:nvPr/>
        </p:nvSpPr>
        <p:spPr bwMode="auto">
          <a:xfrm rot="5400000" flipH="1">
            <a:off x="5795963" y="4741863"/>
            <a:ext cx="762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79" name="Line 58">
            <a:extLst>
              <a:ext uri="{FF2B5EF4-FFF2-40B4-BE49-F238E27FC236}">
                <a16:creationId xmlns:a16="http://schemas.microsoft.com/office/drawing/2014/main" id="{EAA66B68-FEEC-46C8-B516-CAA813CE3202}"/>
              </a:ext>
            </a:extLst>
          </p:cNvPr>
          <p:cNvSpPr>
            <a:spLocks noChangeShapeType="1"/>
          </p:cNvSpPr>
          <p:nvPr/>
        </p:nvSpPr>
        <p:spPr bwMode="auto">
          <a:xfrm rot="16200000" flipV="1">
            <a:off x="6182519" y="4363244"/>
            <a:ext cx="0" cy="69373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80" name="Line 59">
            <a:extLst>
              <a:ext uri="{FF2B5EF4-FFF2-40B4-BE49-F238E27FC236}">
                <a16:creationId xmlns:a16="http://schemas.microsoft.com/office/drawing/2014/main" id="{0AB49E10-433E-4CF0-ABA2-ED84D5F02532}"/>
              </a:ext>
            </a:extLst>
          </p:cNvPr>
          <p:cNvSpPr>
            <a:spLocks noChangeShapeType="1"/>
          </p:cNvSpPr>
          <p:nvPr/>
        </p:nvSpPr>
        <p:spPr bwMode="auto">
          <a:xfrm>
            <a:off x="5803900" y="4256088"/>
            <a:ext cx="112713" cy="47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81" name="Line 60">
            <a:extLst>
              <a:ext uri="{FF2B5EF4-FFF2-40B4-BE49-F238E27FC236}">
                <a16:creationId xmlns:a16="http://schemas.microsoft.com/office/drawing/2014/main" id="{55908C3F-0364-4495-91BA-B3C7446BC275}"/>
              </a:ext>
            </a:extLst>
          </p:cNvPr>
          <p:cNvSpPr>
            <a:spLocks noChangeShapeType="1"/>
          </p:cNvSpPr>
          <p:nvPr/>
        </p:nvSpPr>
        <p:spPr bwMode="auto">
          <a:xfrm>
            <a:off x="6478588" y="4316413"/>
            <a:ext cx="334962" cy="463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82" name="Line 61">
            <a:extLst>
              <a:ext uri="{FF2B5EF4-FFF2-40B4-BE49-F238E27FC236}">
                <a16:creationId xmlns:a16="http://schemas.microsoft.com/office/drawing/2014/main" id="{955C580A-3E69-48BA-ACCE-D042173899DB}"/>
              </a:ext>
            </a:extLst>
          </p:cNvPr>
          <p:cNvSpPr>
            <a:spLocks noChangeShapeType="1"/>
          </p:cNvSpPr>
          <p:nvPr/>
        </p:nvSpPr>
        <p:spPr bwMode="auto">
          <a:xfrm flipH="1">
            <a:off x="7358063" y="4313238"/>
            <a:ext cx="309562" cy="469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82983" name="Object 62">
            <a:extLst>
              <a:ext uri="{FF2B5EF4-FFF2-40B4-BE49-F238E27FC236}">
                <a16:creationId xmlns:a16="http://schemas.microsoft.com/office/drawing/2014/main" id="{A269BFD7-9F7F-48E2-8DB9-F310BA618B6A}"/>
              </a:ext>
            </a:extLst>
          </p:cNvPr>
          <p:cNvGraphicFramePr>
            <a:graphicFrameLocks noChangeAspect="1"/>
          </p:cNvGraphicFramePr>
          <p:nvPr/>
        </p:nvGraphicFramePr>
        <p:xfrm>
          <a:off x="7554913" y="3775075"/>
          <a:ext cx="225425" cy="290513"/>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0" name="Object 6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54913" y="3775075"/>
                        <a:ext cx="225425"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84" name="Object 63">
            <a:extLst>
              <a:ext uri="{FF2B5EF4-FFF2-40B4-BE49-F238E27FC236}">
                <a16:creationId xmlns:a16="http://schemas.microsoft.com/office/drawing/2014/main" id="{7F4AABF2-47D6-4D73-8BEA-C34155499452}"/>
              </a:ext>
            </a:extLst>
          </p:cNvPr>
          <p:cNvGraphicFramePr>
            <a:graphicFrameLocks noChangeAspect="1"/>
          </p:cNvGraphicFramePr>
          <p:nvPr/>
        </p:nvGraphicFramePr>
        <p:xfrm>
          <a:off x="6076950" y="3871913"/>
          <a:ext cx="223838" cy="288925"/>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0" name="Object 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76950" y="3871913"/>
                        <a:ext cx="223838"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85" name="Freeform 64">
            <a:extLst>
              <a:ext uri="{FF2B5EF4-FFF2-40B4-BE49-F238E27FC236}">
                <a16:creationId xmlns:a16="http://schemas.microsoft.com/office/drawing/2014/main" id="{6C2FF6D7-91C1-4078-9EBF-8872AB5ED6B8}"/>
              </a:ext>
            </a:extLst>
          </p:cNvPr>
          <p:cNvSpPr>
            <a:spLocks/>
          </p:cNvSpPr>
          <p:nvPr/>
        </p:nvSpPr>
        <p:spPr bwMode="auto">
          <a:xfrm>
            <a:off x="6165850" y="3602038"/>
            <a:ext cx="1498600" cy="365125"/>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aphicFrame>
        <p:nvGraphicFramePr>
          <p:cNvPr id="82986" name="Object 65">
            <a:extLst>
              <a:ext uri="{FF2B5EF4-FFF2-40B4-BE49-F238E27FC236}">
                <a16:creationId xmlns:a16="http://schemas.microsoft.com/office/drawing/2014/main" id="{31E39FBD-3665-4882-87DF-AFB01923E53C}"/>
              </a:ext>
            </a:extLst>
          </p:cNvPr>
          <p:cNvGraphicFramePr>
            <a:graphicFrameLocks noChangeAspect="1"/>
          </p:cNvGraphicFramePr>
          <p:nvPr/>
        </p:nvGraphicFramePr>
        <p:xfrm>
          <a:off x="6461125" y="5308600"/>
          <a:ext cx="419100" cy="452438"/>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0" name="Object 6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61125" y="5308600"/>
                        <a:ext cx="419100" cy="45243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87" name="Object 66">
            <a:extLst>
              <a:ext uri="{FF2B5EF4-FFF2-40B4-BE49-F238E27FC236}">
                <a16:creationId xmlns:a16="http://schemas.microsoft.com/office/drawing/2014/main" id="{916B09BC-1F68-412F-B4A5-FDE629668ED1}"/>
              </a:ext>
            </a:extLst>
          </p:cNvPr>
          <p:cNvGraphicFramePr>
            <a:graphicFrameLocks noChangeAspect="1"/>
          </p:cNvGraphicFramePr>
          <p:nvPr/>
        </p:nvGraphicFramePr>
        <p:xfrm>
          <a:off x="6527800" y="5443538"/>
          <a:ext cx="382588" cy="377825"/>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0" name="Object 6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27800" y="5443538"/>
                        <a:ext cx="382588"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988" name="Group 67">
            <a:extLst>
              <a:ext uri="{FF2B5EF4-FFF2-40B4-BE49-F238E27FC236}">
                <a16:creationId xmlns:a16="http://schemas.microsoft.com/office/drawing/2014/main" id="{B3DE738D-43E5-4019-B5F9-7A5D48F3677B}"/>
              </a:ext>
            </a:extLst>
          </p:cNvPr>
          <p:cNvGrpSpPr>
            <a:grpSpLocks/>
          </p:cNvGrpSpPr>
          <p:nvPr/>
        </p:nvGrpSpPr>
        <p:grpSpPr bwMode="auto">
          <a:xfrm>
            <a:off x="7321550" y="5346700"/>
            <a:ext cx="449263" cy="512763"/>
            <a:chOff x="2870" y="1518"/>
            <a:chExt cx="292" cy="320"/>
          </a:xfrm>
        </p:grpSpPr>
        <p:graphicFrame>
          <p:nvGraphicFramePr>
            <p:cNvPr id="83160" name="Object 68">
              <a:extLst>
                <a:ext uri="{FF2B5EF4-FFF2-40B4-BE49-F238E27FC236}">
                  <a16:creationId xmlns:a16="http://schemas.microsoft.com/office/drawing/2014/main" id="{86AD9FA3-BC06-40F3-8F87-25FEEC16B5B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0" name="Object 6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61" name="Object 69">
              <a:extLst>
                <a:ext uri="{FF2B5EF4-FFF2-40B4-BE49-F238E27FC236}">
                  <a16:creationId xmlns:a16="http://schemas.microsoft.com/office/drawing/2014/main" id="{20BED1E1-FFDE-42AD-A5B1-B85501D6C7B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0" name="Object 6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989" name="Group 70">
            <a:extLst>
              <a:ext uri="{FF2B5EF4-FFF2-40B4-BE49-F238E27FC236}">
                <a16:creationId xmlns:a16="http://schemas.microsoft.com/office/drawing/2014/main" id="{182BB483-0923-4FA0-BFFA-C34C83513A08}"/>
              </a:ext>
            </a:extLst>
          </p:cNvPr>
          <p:cNvGrpSpPr>
            <a:grpSpLocks/>
          </p:cNvGrpSpPr>
          <p:nvPr/>
        </p:nvGrpSpPr>
        <p:grpSpPr bwMode="auto">
          <a:xfrm>
            <a:off x="6862763" y="5005388"/>
            <a:ext cx="419100" cy="452437"/>
            <a:chOff x="4733" y="2082"/>
            <a:chExt cx="272" cy="282"/>
          </a:xfrm>
        </p:grpSpPr>
        <p:graphicFrame>
          <p:nvGraphicFramePr>
            <p:cNvPr id="83158" name="Object 71">
              <a:extLst>
                <a:ext uri="{FF2B5EF4-FFF2-40B4-BE49-F238E27FC236}">
                  <a16:creationId xmlns:a16="http://schemas.microsoft.com/office/drawing/2014/main" id="{0A1228B1-E0E3-4ABE-A8FC-6D1817AD2EEE}"/>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0" name="Object 7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159" name="Rectangle 72">
              <a:extLst>
                <a:ext uri="{FF2B5EF4-FFF2-40B4-BE49-F238E27FC236}">
                  <a16:creationId xmlns:a16="http://schemas.microsoft.com/office/drawing/2014/main" id="{64C4DC44-F302-40A1-A116-84319C8652AE}"/>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82990" name="Group 73">
            <a:extLst>
              <a:ext uri="{FF2B5EF4-FFF2-40B4-BE49-F238E27FC236}">
                <a16:creationId xmlns:a16="http://schemas.microsoft.com/office/drawing/2014/main" id="{B0F080C8-5823-4795-B00B-8722390615D7}"/>
              </a:ext>
            </a:extLst>
          </p:cNvPr>
          <p:cNvGrpSpPr>
            <a:grpSpLocks/>
          </p:cNvGrpSpPr>
          <p:nvPr/>
        </p:nvGrpSpPr>
        <p:grpSpPr bwMode="auto">
          <a:xfrm>
            <a:off x="7999413" y="4198938"/>
            <a:ext cx="230187" cy="490537"/>
            <a:chOff x="4180" y="783"/>
            <a:chExt cx="150" cy="307"/>
          </a:xfrm>
        </p:grpSpPr>
        <p:sp>
          <p:nvSpPr>
            <p:cNvPr id="83150" name="AutoShape 74">
              <a:extLst>
                <a:ext uri="{FF2B5EF4-FFF2-40B4-BE49-F238E27FC236}">
                  <a16:creationId xmlns:a16="http://schemas.microsoft.com/office/drawing/2014/main" id="{AEC8B170-ECE0-4819-93EE-1B9B53B46807}"/>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51" name="Rectangle 75">
              <a:extLst>
                <a:ext uri="{FF2B5EF4-FFF2-40B4-BE49-F238E27FC236}">
                  <a16:creationId xmlns:a16="http://schemas.microsoft.com/office/drawing/2014/main" id="{6A15ED52-1BA9-46A3-9FE2-DD47A1DC6D6E}"/>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52" name="Rectangle 76">
              <a:extLst>
                <a:ext uri="{FF2B5EF4-FFF2-40B4-BE49-F238E27FC236}">
                  <a16:creationId xmlns:a16="http://schemas.microsoft.com/office/drawing/2014/main" id="{82CF2CAA-4D67-4AD5-8255-29FE0FE220EE}"/>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53" name="AutoShape 77">
              <a:extLst>
                <a:ext uri="{FF2B5EF4-FFF2-40B4-BE49-F238E27FC236}">
                  <a16:creationId xmlns:a16="http://schemas.microsoft.com/office/drawing/2014/main" id="{191B46D8-9E7D-4CBE-AE51-CEBAC9CAB104}"/>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54" name="Line 78">
              <a:extLst>
                <a:ext uri="{FF2B5EF4-FFF2-40B4-BE49-F238E27FC236}">
                  <a16:creationId xmlns:a16="http://schemas.microsoft.com/office/drawing/2014/main" id="{E203BB61-05A8-4708-A619-3C5C9953916F}"/>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5" name="Line 79">
              <a:extLst>
                <a:ext uri="{FF2B5EF4-FFF2-40B4-BE49-F238E27FC236}">
                  <a16:creationId xmlns:a16="http://schemas.microsoft.com/office/drawing/2014/main" id="{9BC19A8B-2F4D-4736-AE63-9F8F8FD3F2B7}"/>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6" name="Rectangle 80">
              <a:extLst>
                <a:ext uri="{FF2B5EF4-FFF2-40B4-BE49-F238E27FC236}">
                  <a16:creationId xmlns:a16="http://schemas.microsoft.com/office/drawing/2014/main" id="{76A4C03A-601F-4718-88D8-CB1FA8A2A155}"/>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57" name="Rectangle 81">
              <a:extLst>
                <a:ext uri="{FF2B5EF4-FFF2-40B4-BE49-F238E27FC236}">
                  <a16:creationId xmlns:a16="http://schemas.microsoft.com/office/drawing/2014/main" id="{4DABA7EB-AE32-4843-AD5B-11590D58EA1D}"/>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82991" name="Group 82">
            <a:extLst>
              <a:ext uri="{FF2B5EF4-FFF2-40B4-BE49-F238E27FC236}">
                <a16:creationId xmlns:a16="http://schemas.microsoft.com/office/drawing/2014/main" id="{17F027FD-7D6C-424D-9544-ED020D610453}"/>
              </a:ext>
            </a:extLst>
          </p:cNvPr>
          <p:cNvGrpSpPr>
            <a:grpSpLocks/>
          </p:cNvGrpSpPr>
          <p:nvPr/>
        </p:nvGrpSpPr>
        <p:grpSpPr bwMode="auto">
          <a:xfrm>
            <a:off x="7985125" y="4732338"/>
            <a:ext cx="230188" cy="490537"/>
            <a:chOff x="4180" y="783"/>
            <a:chExt cx="150" cy="307"/>
          </a:xfrm>
        </p:grpSpPr>
        <p:sp>
          <p:nvSpPr>
            <p:cNvPr id="83142" name="AutoShape 83">
              <a:extLst>
                <a:ext uri="{FF2B5EF4-FFF2-40B4-BE49-F238E27FC236}">
                  <a16:creationId xmlns:a16="http://schemas.microsoft.com/office/drawing/2014/main" id="{A34B572F-A61C-430F-9465-AECCFF75EFE0}"/>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43" name="Rectangle 84">
              <a:extLst>
                <a:ext uri="{FF2B5EF4-FFF2-40B4-BE49-F238E27FC236}">
                  <a16:creationId xmlns:a16="http://schemas.microsoft.com/office/drawing/2014/main" id="{216943D3-3048-44A0-9397-62395AD547AE}"/>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44" name="Rectangle 85">
              <a:extLst>
                <a:ext uri="{FF2B5EF4-FFF2-40B4-BE49-F238E27FC236}">
                  <a16:creationId xmlns:a16="http://schemas.microsoft.com/office/drawing/2014/main" id="{746FE317-62DA-4429-8628-211F754A1C6B}"/>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45" name="AutoShape 86">
              <a:extLst>
                <a:ext uri="{FF2B5EF4-FFF2-40B4-BE49-F238E27FC236}">
                  <a16:creationId xmlns:a16="http://schemas.microsoft.com/office/drawing/2014/main" id="{5CDCD8EC-6960-4E3B-B7B5-A6EFCA7BB98B}"/>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46" name="Line 87">
              <a:extLst>
                <a:ext uri="{FF2B5EF4-FFF2-40B4-BE49-F238E27FC236}">
                  <a16:creationId xmlns:a16="http://schemas.microsoft.com/office/drawing/2014/main" id="{A7BC7CE7-D7CF-4744-8752-E9AF2A8C8239}"/>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47" name="Line 88">
              <a:extLst>
                <a:ext uri="{FF2B5EF4-FFF2-40B4-BE49-F238E27FC236}">
                  <a16:creationId xmlns:a16="http://schemas.microsoft.com/office/drawing/2014/main" id="{A3B77713-4BB4-492E-9E14-37D17CF73532}"/>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48" name="Rectangle 89">
              <a:extLst>
                <a:ext uri="{FF2B5EF4-FFF2-40B4-BE49-F238E27FC236}">
                  <a16:creationId xmlns:a16="http://schemas.microsoft.com/office/drawing/2014/main" id="{C2F7A325-5B6E-4358-B03D-FD6257CAFCA8}"/>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49" name="Rectangle 90">
              <a:extLst>
                <a:ext uri="{FF2B5EF4-FFF2-40B4-BE49-F238E27FC236}">
                  <a16:creationId xmlns:a16="http://schemas.microsoft.com/office/drawing/2014/main" id="{88145F89-01A5-4FF9-9795-1C8EBFC1190B}"/>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82992" name="Line 91">
            <a:extLst>
              <a:ext uri="{FF2B5EF4-FFF2-40B4-BE49-F238E27FC236}">
                <a16:creationId xmlns:a16="http://schemas.microsoft.com/office/drawing/2014/main" id="{9FA451B7-AC73-4560-ADA3-E905A218BC63}"/>
              </a:ext>
            </a:extLst>
          </p:cNvPr>
          <p:cNvSpPr>
            <a:spLocks noChangeShapeType="1"/>
          </p:cNvSpPr>
          <p:nvPr/>
        </p:nvSpPr>
        <p:spPr bwMode="auto">
          <a:xfrm rot="5400000" flipH="1">
            <a:off x="7542212" y="4646613"/>
            <a:ext cx="7334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3" name="Line 92">
            <a:extLst>
              <a:ext uri="{FF2B5EF4-FFF2-40B4-BE49-F238E27FC236}">
                <a16:creationId xmlns:a16="http://schemas.microsoft.com/office/drawing/2014/main" id="{93335416-14F9-41CF-AA82-EB151FB5ABF5}"/>
              </a:ext>
            </a:extLst>
          </p:cNvPr>
          <p:cNvSpPr>
            <a:spLocks noChangeShapeType="1"/>
          </p:cNvSpPr>
          <p:nvPr/>
        </p:nvSpPr>
        <p:spPr bwMode="auto">
          <a:xfrm rot="-5400000">
            <a:off x="7962900" y="4954588"/>
            <a:ext cx="0" cy="1143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4" name="Line 93">
            <a:extLst>
              <a:ext uri="{FF2B5EF4-FFF2-40B4-BE49-F238E27FC236}">
                <a16:creationId xmlns:a16="http://schemas.microsoft.com/office/drawing/2014/main" id="{7DA601E0-F09B-4F87-B491-3DD0B1A9878E}"/>
              </a:ext>
            </a:extLst>
          </p:cNvPr>
          <p:cNvSpPr>
            <a:spLocks noChangeShapeType="1"/>
          </p:cNvSpPr>
          <p:nvPr/>
        </p:nvSpPr>
        <p:spPr bwMode="auto">
          <a:xfrm rot="-5400000">
            <a:off x="7951788" y="4391025"/>
            <a:ext cx="0" cy="984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5" name="Line 94">
            <a:extLst>
              <a:ext uri="{FF2B5EF4-FFF2-40B4-BE49-F238E27FC236}">
                <a16:creationId xmlns:a16="http://schemas.microsoft.com/office/drawing/2014/main" id="{24C70D47-B9D4-466F-BB35-69162CC5D63C}"/>
              </a:ext>
            </a:extLst>
          </p:cNvPr>
          <p:cNvSpPr>
            <a:spLocks noChangeShapeType="1"/>
          </p:cNvSpPr>
          <p:nvPr/>
        </p:nvSpPr>
        <p:spPr bwMode="auto">
          <a:xfrm flipV="1">
            <a:off x="6491288" y="2155825"/>
            <a:ext cx="506412" cy="250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6" name="Line 95">
            <a:extLst>
              <a:ext uri="{FF2B5EF4-FFF2-40B4-BE49-F238E27FC236}">
                <a16:creationId xmlns:a16="http://schemas.microsoft.com/office/drawing/2014/main" id="{FA6748EF-00F9-4487-AB99-67FC2F34FFFD}"/>
              </a:ext>
            </a:extLst>
          </p:cNvPr>
          <p:cNvSpPr>
            <a:spLocks noChangeShapeType="1"/>
          </p:cNvSpPr>
          <p:nvPr/>
        </p:nvSpPr>
        <p:spPr bwMode="auto">
          <a:xfrm>
            <a:off x="7524750" y="2136775"/>
            <a:ext cx="538163" cy="250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7" name="Line 96">
            <a:extLst>
              <a:ext uri="{FF2B5EF4-FFF2-40B4-BE49-F238E27FC236}">
                <a16:creationId xmlns:a16="http://schemas.microsoft.com/office/drawing/2014/main" id="{F58FA8F1-7E4E-47E7-9903-4A7C73BE9F40}"/>
              </a:ext>
            </a:extLst>
          </p:cNvPr>
          <p:cNvSpPr>
            <a:spLocks noChangeShapeType="1"/>
          </p:cNvSpPr>
          <p:nvPr/>
        </p:nvSpPr>
        <p:spPr bwMode="auto">
          <a:xfrm flipH="1">
            <a:off x="8099425" y="2541588"/>
            <a:ext cx="266700" cy="815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8" name="Line 97">
            <a:extLst>
              <a:ext uri="{FF2B5EF4-FFF2-40B4-BE49-F238E27FC236}">
                <a16:creationId xmlns:a16="http://schemas.microsoft.com/office/drawing/2014/main" id="{DEE8ABCD-3EC5-4E6E-B7A9-5703F765861B}"/>
              </a:ext>
            </a:extLst>
          </p:cNvPr>
          <p:cNvSpPr>
            <a:spLocks noChangeShapeType="1"/>
          </p:cNvSpPr>
          <p:nvPr/>
        </p:nvSpPr>
        <p:spPr bwMode="auto">
          <a:xfrm>
            <a:off x="7246938" y="2273300"/>
            <a:ext cx="0" cy="5175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9" name="Line 98">
            <a:extLst>
              <a:ext uri="{FF2B5EF4-FFF2-40B4-BE49-F238E27FC236}">
                <a16:creationId xmlns:a16="http://schemas.microsoft.com/office/drawing/2014/main" id="{DEAF1077-6041-4E74-B997-01FA6B4F0BC4}"/>
              </a:ext>
            </a:extLst>
          </p:cNvPr>
          <p:cNvSpPr>
            <a:spLocks noChangeShapeType="1"/>
          </p:cNvSpPr>
          <p:nvPr/>
        </p:nvSpPr>
        <p:spPr bwMode="auto">
          <a:xfrm>
            <a:off x="7275513" y="3049588"/>
            <a:ext cx="592137"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00" name="Line 99">
            <a:extLst>
              <a:ext uri="{FF2B5EF4-FFF2-40B4-BE49-F238E27FC236}">
                <a16:creationId xmlns:a16="http://schemas.microsoft.com/office/drawing/2014/main" id="{20717BBD-FF65-46BA-86F8-6F869B7F8AED}"/>
              </a:ext>
            </a:extLst>
          </p:cNvPr>
          <p:cNvSpPr>
            <a:spLocks noChangeShapeType="1"/>
          </p:cNvSpPr>
          <p:nvPr/>
        </p:nvSpPr>
        <p:spPr bwMode="auto">
          <a:xfrm flipH="1">
            <a:off x="7785100" y="3608388"/>
            <a:ext cx="295275"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01" name="Line 100">
            <a:extLst>
              <a:ext uri="{FF2B5EF4-FFF2-40B4-BE49-F238E27FC236}">
                <a16:creationId xmlns:a16="http://schemas.microsoft.com/office/drawing/2014/main" id="{0255C819-EFD0-4B15-940A-BEFBF07D4BF1}"/>
              </a:ext>
            </a:extLst>
          </p:cNvPr>
          <p:cNvSpPr>
            <a:spLocks noChangeShapeType="1"/>
          </p:cNvSpPr>
          <p:nvPr/>
        </p:nvSpPr>
        <p:spPr bwMode="auto">
          <a:xfrm flipH="1">
            <a:off x="7534275" y="2503488"/>
            <a:ext cx="619125" cy="460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02" name="Line 101">
            <a:extLst>
              <a:ext uri="{FF2B5EF4-FFF2-40B4-BE49-F238E27FC236}">
                <a16:creationId xmlns:a16="http://schemas.microsoft.com/office/drawing/2014/main" id="{79AA0B41-5119-42C0-A055-F9743D085E7D}"/>
              </a:ext>
            </a:extLst>
          </p:cNvPr>
          <p:cNvSpPr>
            <a:spLocks noChangeShapeType="1"/>
          </p:cNvSpPr>
          <p:nvPr/>
        </p:nvSpPr>
        <p:spPr bwMode="auto">
          <a:xfrm flipH="1">
            <a:off x="7543800" y="1830388"/>
            <a:ext cx="388938"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03" name="Line 102">
            <a:extLst>
              <a:ext uri="{FF2B5EF4-FFF2-40B4-BE49-F238E27FC236}">
                <a16:creationId xmlns:a16="http://schemas.microsoft.com/office/drawing/2014/main" id="{ED45B7E3-9395-48F0-BAF1-B5FB78120C43}"/>
              </a:ext>
            </a:extLst>
          </p:cNvPr>
          <p:cNvSpPr>
            <a:spLocks noChangeShapeType="1"/>
          </p:cNvSpPr>
          <p:nvPr/>
        </p:nvSpPr>
        <p:spPr bwMode="auto">
          <a:xfrm flipH="1">
            <a:off x="8337550" y="2041525"/>
            <a:ext cx="223838" cy="212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3004" name="Group 103">
            <a:extLst>
              <a:ext uri="{FF2B5EF4-FFF2-40B4-BE49-F238E27FC236}">
                <a16:creationId xmlns:a16="http://schemas.microsoft.com/office/drawing/2014/main" id="{1C863394-9205-4F0C-8A1A-FC543AB2D584}"/>
              </a:ext>
            </a:extLst>
          </p:cNvPr>
          <p:cNvGrpSpPr>
            <a:grpSpLocks/>
          </p:cNvGrpSpPr>
          <p:nvPr/>
        </p:nvGrpSpPr>
        <p:grpSpPr bwMode="auto">
          <a:xfrm>
            <a:off x="5916613" y="2273300"/>
            <a:ext cx="554037" cy="279400"/>
            <a:chOff x="3600" y="219"/>
            <a:chExt cx="360" cy="175"/>
          </a:xfrm>
        </p:grpSpPr>
        <p:sp>
          <p:nvSpPr>
            <p:cNvPr id="83129" name="Oval 104">
              <a:extLst>
                <a:ext uri="{FF2B5EF4-FFF2-40B4-BE49-F238E27FC236}">
                  <a16:creationId xmlns:a16="http://schemas.microsoft.com/office/drawing/2014/main" id="{A5BF5976-B919-4673-99A6-14D492B4B6D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30" name="Line 105">
              <a:extLst>
                <a:ext uri="{FF2B5EF4-FFF2-40B4-BE49-F238E27FC236}">
                  <a16:creationId xmlns:a16="http://schemas.microsoft.com/office/drawing/2014/main" id="{71A5254F-23F9-477D-8DE9-A5D9795932C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31" name="Line 106">
              <a:extLst>
                <a:ext uri="{FF2B5EF4-FFF2-40B4-BE49-F238E27FC236}">
                  <a16:creationId xmlns:a16="http://schemas.microsoft.com/office/drawing/2014/main" id="{16E02824-6C04-48D4-BCEE-71893F22721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32" name="Rectangle 107">
              <a:extLst>
                <a:ext uri="{FF2B5EF4-FFF2-40B4-BE49-F238E27FC236}">
                  <a16:creationId xmlns:a16="http://schemas.microsoft.com/office/drawing/2014/main" id="{826BC013-3F19-4FFD-88D1-2A02063D0B49}"/>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133" name="Oval 108">
              <a:extLst>
                <a:ext uri="{FF2B5EF4-FFF2-40B4-BE49-F238E27FC236}">
                  <a16:creationId xmlns:a16="http://schemas.microsoft.com/office/drawing/2014/main" id="{63A9D718-708C-4454-A84C-DAEAAECF527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134" name="Group 109">
              <a:extLst>
                <a:ext uri="{FF2B5EF4-FFF2-40B4-BE49-F238E27FC236}">
                  <a16:creationId xmlns:a16="http://schemas.microsoft.com/office/drawing/2014/main" id="{33426C97-1DBF-4BEB-9658-3BEE82A4547D}"/>
                </a:ext>
              </a:extLst>
            </p:cNvPr>
            <p:cNvGrpSpPr>
              <a:grpSpLocks/>
            </p:cNvGrpSpPr>
            <p:nvPr/>
          </p:nvGrpSpPr>
          <p:grpSpPr bwMode="auto">
            <a:xfrm>
              <a:off x="3686" y="244"/>
              <a:ext cx="177" cy="66"/>
              <a:chOff x="2848" y="848"/>
              <a:chExt cx="140" cy="98"/>
            </a:xfrm>
          </p:grpSpPr>
          <p:sp>
            <p:nvSpPr>
              <p:cNvPr id="83139" name="Line 110">
                <a:extLst>
                  <a:ext uri="{FF2B5EF4-FFF2-40B4-BE49-F238E27FC236}">
                    <a16:creationId xmlns:a16="http://schemas.microsoft.com/office/drawing/2014/main" id="{641F52D8-8FC5-4B95-B4A4-D47E002B4C9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40" name="Line 111">
                <a:extLst>
                  <a:ext uri="{FF2B5EF4-FFF2-40B4-BE49-F238E27FC236}">
                    <a16:creationId xmlns:a16="http://schemas.microsoft.com/office/drawing/2014/main" id="{895F00DE-AC44-43B8-9F46-E8ABE98C59D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41" name="Line 112">
                <a:extLst>
                  <a:ext uri="{FF2B5EF4-FFF2-40B4-BE49-F238E27FC236}">
                    <a16:creationId xmlns:a16="http://schemas.microsoft.com/office/drawing/2014/main" id="{47A7D8E5-0E12-4659-896E-CE303F759E6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135" name="Group 113">
              <a:extLst>
                <a:ext uri="{FF2B5EF4-FFF2-40B4-BE49-F238E27FC236}">
                  <a16:creationId xmlns:a16="http://schemas.microsoft.com/office/drawing/2014/main" id="{7222626E-2E27-4C1A-B469-072D1C0EBF92}"/>
                </a:ext>
              </a:extLst>
            </p:cNvPr>
            <p:cNvGrpSpPr>
              <a:grpSpLocks/>
            </p:cNvGrpSpPr>
            <p:nvPr/>
          </p:nvGrpSpPr>
          <p:grpSpPr bwMode="auto">
            <a:xfrm flipV="1">
              <a:off x="3686" y="243"/>
              <a:ext cx="177" cy="66"/>
              <a:chOff x="2848" y="848"/>
              <a:chExt cx="140" cy="98"/>
            </a:xfrm>
          </p:grpSpPr>
          <p:sp>
            <p:nvSpPr>
              <p:cNvPr id="83136" name="Line 114">
                <a:extLst>
                  <a:ext uri="{FF2B5EF4-FFF2-40B4-BE49-F238E27FC236}">
                    <a16:creationId xmlns:a16="http://schemas.microsoft.com/office/drawing/2014/main" id="{A31A7C33-1361-468D-A0EA-8604925AE5F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37" name="Line 115">
                <a:extLst>
                  <a:ext uri="{FF2B5EF4-FFF2-40B4-BE49-F238E27FC236}">
                    <a16:creationId xmlns:a16="http://schemas.microsoft.com/office/drawing/2014/main" id="{016D9D5B-F080-42FB-8156-25900C51C31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38" name="Line 116">
                <a:extLst>
                  <a:ext uri="{FF2B5EF4-FFF2-40B4-BE49-F238E27FC236}">
                    <a16:creationId xmlns:a16="http://schemas.microsoft.com/office/drawing/2014/main" id="{387C0191-C33E-4E7A-8EEF-34DD21059C9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005" name="Group 117">
            <a:extLst>
              <a:ext uri="{FF2B5EF4-FFF2-40B4-BE49-F238E27FC236}">
                <a16:creationId xmlns:a16="http://schemas.microsoft.com/office/drawing/2014/main" id="{F278B5D9-BA15-472C-A0CF-EAB41AE64C90}"/>
              </a:ext>
            </a:extLst>
          </p:cNvPr>
          <p:cNvGrpSpPr>
            <a:grpSpLocks/>
          </p:cNvGrpSpPr>
          <p:nvPr/>
        </p:nvGrpSpPr>
        <p:grpSpPr bwMode="auto">
          <a:xfrm>
            <a:off x="6970713" y="1998663"/>
            <a:ext cx="554037" cy="279400"/>
            <a:chOff x="3600" y="219"/>
            <a:chExt cx="360" cy="175"/>
          </a:xfrm>
        </p:grpSpPr>
        <p:sp>
          <p:nvSpPr>
            <p:cNvPr id="83116" name="Oval 118">
              <a:extLst>
                <a:ext uri="{FF2B5EF4-FFF2-40B4-BE49-F238E27FC236}">
                  <a16:creationId xmlns:a16="http://schemas.microsoft.com/office/drawing/2014/main" id="{56CF6157-D121-4F83-BADB-1056E046FF8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17" name="Line 119">
              <a:extLst>
                <a:ext uri="{FF2B5EF4-FFF2-40B4-BE49-F238E27FC236}">
                  <a16:creationId xmlns:a16="http://schemas.microsoft.com/office/drawing/2014/main" id="{4FCBD418-50BB-4D1E-939F-A0DAD5FC685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18" name="Line 120">
              <a:extLst>
                <a:ext uri="{FF2B5EF4-FFF2-40B4-BE49-F238E27FC236}">
                  <a16:creationId xmlns:a16="http://schemas.microsoft.com/office/drawing/2014/main" id="{DA2EAAFC-08E0-4509-9BB7-A7C3E1E0146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19" name="Rectangle 121">
              <a:extLst>
                <a:ext uri="{FF2B5EF4-FFF2-40B4-BE49-F238E27FC236}">
                  <a16:creationId xmlns:a16="http://schemas.microsoft.com/office/drawing/2014/main" id="{7FA20831-D0D0-4A5F-A2D1-0C3FC5229A1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120" name="Oval 122">
              <a:extLst>
                <a:ext uri="{FF2B5EF4-FFF2-40B4-BE49-F238E27FC236}">
                  <a16:creationId xmlns:a16="http://schemas.microsoft.com/office/drawing/2014/main" id="{ED64A05B-2203-43D9-BAB7-21D64089C626}"/>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121" name="Group 123">
              <a:extLst>
                <a:ext uri="{FF2B5EF4-FFF2-40B4-BE49-F238E27FC236}">
                  <a16:creationId xmlns:a16="http://schemas.microsoft.com/office/drawing/2014/main" id="{37377D2E-E79E-407B-B765-46E2CD7F3D54}"/>
                </a:ext>
              </a:extLst>
            </p:cNvPr>
            <p:cNvGrpSpPr>
              <a:grpSpLocks/>
            </p:cNvGrpSpPr>
            <p:nvPr/>
          </p:nvGrpSpPr>
          <p:grpSpPr bwMode="auto">
            <a:xfrm>
              <a:off x="3686" y="244"/>
              <a:ext cx="177" cy="66"/>
              <a:chOff x="2848" y="848"/>
              <a:chExt cx="140" cy="98"/>
            </a:xfrm>
          </p:grpSpPr>
          <p:sp>
            <p:nvSpPr>
              <p:cNvPr id="83126" name="Line 124">
                <a:extLst>
                  <a:ext uri="{FF2B5EF4-FFF2-40B4-BE49-F238E27FC236}">
                    <a16:creationId xmlns:a16="http://schemas.microsoft.com/office/drawing/2014/main" id="{B731FD93-AEB2-416F-8E3B-6E75887A8B5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27" name="Line 125">
                <a:extLst>
                  <a:ext uri="{FF2B5EF4-FFF2-40B4-BE49-F238E27FC236}">
                    <a16:creationId xmlns:a16="http://schemas.microsoft.com/office/drawing/2014/main" id="{91323932-ED3F-4E86-9F03-0A4B77D5920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28" name="Line 126">
                <a:extLst>
                  <a:ext uri="{FF2B5EF4-FFF2-40B4-BE49-F238E27FC236}">
                    <a16:creationId xmlns:a16="http://schemas.microsoft.com/office/drawing/2014/main" id="{9123C801-FD47-45B3-AE98-0D5C3D5E08B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122" name="Group 127">
              <a:extLst>
                <a:ext uri="{FF2B5EF4-FFF2-40B4-BE49-F238E27FC236}">
                  <a16:creationId xmlns:a16="http://schemas.microsoft.com/office/drawing/2014/main" id="{18BB3F80-9D29-47ED-BBEA-EF2756C57C1E}"/>
                </a:ext>
              </a:extLst>
            </p:cNvPr>
            <p:cNvGrpSpPr>
              <a:grpSpLocks/>
            </p:cNvGrpSpPr>
            <p:nvPr/>
          </p:nvGrpSpPr>
          <p:grpSpPr bwMode="auto">
            <a:xfrm flipV="1">
              <a:off x="3686" y="243"/>
              <a:ext cx="177" cy="66"/>
              <a:chOff x="2848" y="848"/>
              <a:chExt cx="140" cy="98"/>
            </a:xfrm>
          </p:grpSpPr>
          <p:sp>
            <p:nvSpPr>
              <p:cNvPr id="83123" name="Line 128">
                <a:extLst>
                  <a:ext uri="{FF2B5EF4-FFF2-40B4-BE49-F238E27FC236}">
                    <a16:creationId xmlns:a16="http://schemas.microsoft.com/office/drawing/2014/main" id="{8598D772-3329-488C-96DF-71A0CEAFFA0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24" name="Line 129">
                <a:extLst>
                  <a:ext uri="{FF2B5EF4-FFF2-40B4-BE49-F238E27FC236}">
                    <a16:creationId xmlns:a16="http://schemas.microsoft.com/office/drawing/2014/main" id="{92623CC0-096D-43B1-A4C0-F975629832A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25" name="Line 130">
                <a:extLst>
                  <a:ext uri="{FF2B5EF4-FFF2-40B4-BE49-F238E27FC236}">
                    <a16:creationId xmlns:a16="http://schemas.microsoft.com/office/drawing/2014/main" id="{05EC78F4-B6B5-4869-92DE-157D92D819B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006" name="Group 131">
            <a:extLst>
              <a:ext uri="{FF2B5EF4-FFF2-40B4-BE49-F238E27FC236}">
                <a16:creationId xmlns:a16="http://schemas.microsoft.com/office/drawing/2014/main" id="{28BB0F16-6E47-4FF2-B36C-951ED5462575}"/>
              </a:ext>
            </a:extLst>
          </p:cNvPr>
          <p:cNvGrpSpPr>
            <a:grpSpLocks/>
          </p:cNvGrpSpPr>
          <p:nvPr/>
        </p:nvGrpSpPr>
        <p:grpSpPr bwMode="auto">
          <a:xfrm>
            <a:off x="6989763" y="2786063"/>
            <a:ext cx="554037" cy="280987"/>
            <a:chOff x="3600" y="219"/>
            <a:chExt cx="360" cy="175"/>
          </a:xfrm>
        </p:grpSpPr>
        <p:sp>
          <p:nvSpPr>
            <p:cNvPr id="83103" name="Oval 132">
              <a:extLst>
                <a:ext uri="{FF2B5EF4-FFF2-40B4-BE49-F238E27FC236}">
                  <a16:creationId xmlns:a16="http://schemas.microsoft.com/office/drawing/2014/main" id="{6FFDBFED-1ABD-498F-A6DC-A6C75AA88C0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104" name="Line 133">
              <a:extLst>
                <a:ext uri="{FF2B5EF4-FFF2-40B4-BE49-F238E27FC236}">
                  <a16:creationId xmlns:a16="http://schemas.microsoft.com/office/drawing/2014/main" id="{2A0FCF01-2CF6-40B6-82BF-F05D74C1386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05" name="Line 134">
              <a:extLst>
                <a:ext uri="{FF2B5EF4-FFF2-40B4-BE49-F238E27FC236}">
                  <a16:creationId xmlns:a16="http://schemas.microsoft.com/office/drawing/2014/main" id="{377B5DE6-128B-4F16-9511-8A121A01C60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06" name="Rectangle 135">
              <a:extLst>
                <a:ext uri="{FF2B5EF4-FFF2-40B4-BE49-F238E27FC236}">
                  <a16:creationId xmlns:a16="http://schemas.microsoft.com/office/drawing/2014/main" id="{C6CB7844-DAB4-4C28-B18E-481E36CE6CD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107" name="Oval 136">
              <a:extLst>
                <a:ext uri="{FF2B5EF4-FFF2-40B4-BE49-F238E27FC236}">
                  <a16:creationId xmlns:a16="http://schemas.microsoft.com/office/drawing/2014/main" id="{C232E174-BDFA-4745-A81A-86BE1C8733E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108" name="Group 137">
              <a:extLst>
                <a:ext uri="{FF2B5EF4-FFF2-40B4-BE49-F238E27FC236}">
                  <a16:creationId xmlns:a16="http://schemas.microsoft.com/office/drawing/2014/main" id="{B21B2018-9568-4EE8-9687-CC6B6B763069}"/>
                </a:ext>
              </a:extLst>
            </p:cNvPr>
            <p:cNvGrpSpPr>
              <a:grpSpLocks/>
            </p:cNvGrpSpPr>
            <p:nvPr/>
          </p:nvGrpSpPr>
          <p:grpSpPr bwMode="auto">
            <a:xfrm>
              <a:off x="3686" y="244"/>
              <a:ext cx="177" cy="66"/>
              <a:chOff x="2848" y="848"/>
              <a:chExt cx="140" cy="98"/>
            </a:xfrm>
          </p:grpSpPr>
          <p:sp>
            <p:nvSpPr>
              <p:cNvPr id="83113" name="Line 138">
                <a:extLst>
                  <a:ext uri="{FF2B5EF4-FFF2-40B4-BE49-F238E27FC236}">
                    <a16:creationId xmlns:a16="http://schemas.microsoft.com/office/drawing/2014/main" id="{6DAFF268-DAEC-49E9-9F8B-F8C5F8F33BB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14" name="Line 139">
                <a:extLst>
                  <a:ext uri="{FF2B5EF4-FFF2-40B4-BE49-F238E27FC236}">
                    <a16:creationId xmlns:a16="http://schemas.microsoft.com/office/drawing/2014/main" id="{C49405F8-1276-40B3-9D29-F604AE9AEF4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15" name="Line 140">
                <a:extLst>
                  <a:ext uri="{FF2B5EF4-FFF2-40B4-BE49-F238E27FC236}">
                    <a16:creationId xmlns:a16="http://schemas.microsoft.com/office/drawing/2014/main" id="{235623DC-3974-411C-8DFF-E4FE5B19C75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109" name="Group 141">
              <a:extLst>
                <a:ext uri="{FF2B5EF4-FFF2-40B4-BE49-F238E27FC236}">
                  <a16:creationId xmlns:a16="http://schemas.microsoft.com/office/drawing/2014/main" id="{9C24C308-DFB5-4D28-938E-C1DC7F41D7A5}"/>
                </a:ext>
              </a:extLst>
            </p:cNvPr>
            <p:cNvGrpSpPr>
              <a:grpSpLocks/>
            </p:cNvGrpSpPr>
            <p:nvPr/>
          </p:nvGrpSpPr>
          <p:grpSpPr bwMode="auto">
            <a:xfrm flipV="1">
              <a:off x="3686" y="243"/>
              <a:ext cx="177" cy="66"/>
              <a:chOff x="2848" y="848"/>
              <a:chExt cx="140" cy="98"/>
            </a:xfrm>
          </p:grpSpPr>
          <p:sp>
            <p:nvSpPr>
              <p:cNvPr id="83110" name="Line 142">
                <a:extLst>
                  <a:ext uri="{FF2B5EF4-FFF2-40B4-BE49-F238E27FC236}">
                    <a16:creationId xmlns:a16="http://schemas.microsoft.com/office/drawing/2014/main" id="{8CD08DB0-21BC-4CB9-B0B2-66E2802C264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11" name="Line 143">
                <a:extLst>
                  <a:ext uri="{FF2B5EF4-FFF2-40B4-BE49-F238E27FC236}">
                    <a16:creationId xmlns:a16="http://schemas.microsoft.com/office/drawing/2014/main" id="{19FD18A7-844E-46A9-BED4-EA8C6568760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12" name="Line 144">
                <a:extLst>
                  <a:ext uri="{FF2B5EF4-FFF2-40B4-BE49-F238E27FC236}">
                    <a16:creationId xmlns:a16="http://schemas.microsoft.com/office/drawing/2014/main" id="{207B3005-E8C1-4EF9-A188-F3D89FDB1B3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007" name="Group 145">
            <a:extLst>
              <a:ext uri="{FF2B5EF4-FFF2-40B4-BE49-F238E27FC236}">
                <a16:creationId xmlns:a16="http://schemas.microsoft.com/office/drawing/2014/main" id="{203F35A7-2CB9-4F8D-9CFF-C5C3F1489596}"/>
              </a:ext>
            </a:extLst>
          </p:cNvPr>
          <p:cNvGrpSpPr>
            <a:grpSpLocks/>
          </p:cNvGrpSpPr>
          <p:nvPr/>
        </p:nvGrpSpPr>
        <p:grpSpPr bwMode="auto">
          <a:xfrm>
            <a:off x="8062913" y="2247900"/>
            <a:ext cx="552450" cy="279400"/>
            <a:chOff x="3600" y="219"/>
            <a:chExt cx="360" cy="175"/>
          </a:xfrm>
        </p:grpSpPr>
        <p:sp>
          <p:nvSpPr>
            <p:cNvPr id="83090" name="Oval 146">
              <a:extLst>
                <a:ext uri="{FF2B5EF4-FFF2-40B4-BE49-F238E27FC236}">
                  <a16:creationId xmlns:a16="http://schemas.microsoft.com/office/drawing/2014/main" id="{E379985F-45A1-4983-817D-87667C6D3D4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91" name="Line 147">
              <a:extLst>
                <a:ext uri="{FF2B5EF4-FFF2-40B4-BE49-F238E27FC236}">
                  <a16:creationId xmlns:a16="http://schemas.microsoft.com/office/drawing/2014/main" id="{6246AF27-137B-4ADE-886D-A4289DEC58C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92" name="Line 148">
              <a:extLst>
                <a:ext uri="{FF2B5EF4-FFF2-40B4-BE49-F238E27FC236}">
                  <a16:creationId xmlns:a16="http://schemas.microsoft.com/office/drawing/2014/main" id="{360D1799-2C53-45B0-89BB-F63FBA0DF62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93" name="Rectangle 149">
              <a:extLst>
                <a:ext uri="{FF2B5EF4-FFF2-40B4-BE49-F238E27FC236}">
                  <a16:creationId xmlns:a16="http://schemas.microsoft.com/office/drawing/2014/main" id="{F2339A73-804D-4630-84BF-192034736B6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094" name="Oval 150">
              <a:extLst>
                <a:ext uri="{FF2B5EF4-FFF2-40B4-BE49-F238E27FC236}">
                  <a16:creationId xmlns:a16="http://schemas.microsoft.com/office/drawing/2014/main" id="{ABEA7E5B-7DE2-4EF6-B65C-36FE64C2F49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095" name="Group 151">
              <a:extLst>
                <a:ext uri="{FF2B5EF4-FFF2-40B4-BE49-F238E27FC236}">
                  <a16:creationId xmlns:a16="http://schemas.microsoft.com/office/drawing/2014/main" id="{C16971FB-50D4-4CB9-9E40-1EA3A534B91F}"/>
                </a:ext>
              </a:extLst>
            </p:cNvPr>
            <p:cNvGrpSpPr>
              <a:grpSpLocks/>
            </p:cNvGrpSpPr>
            <p:nvPr/>
          </p:nvGrpSpPr>
          <p:grpSpPr bwMode="auto">
            <a:xfrm>
              <a:off x="3686" y="244"/>
              <a:ext cx="177" cy="66"/>
              <a:chOff x="2848" y="848"/>
              <a:chExt cx="140" cy="98"/>
            </a:xfrm>
          </p:grpSpPr>
          <p:sp>
            <p:nvSpPr>
              <p:cNvPr id="83100" name="Line 152">
                <a:extLst>
                  <a:ext uri="{FF2B5EF4-FFF2-40B4-BE49-F238E27FC236}">
                    <a16:creationId xmlns:a16="http://schemas.microsoft.com/office/drawing/2014/main" id="{F5F427A7-3CE0-4408-9B8D-A9460E897E2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01" name="Line 153">
                <a:extLst>
                  <a:ext uri="{FF2B5EF4-FFF2-40B4-BE49-F238E27FC236}">
                    <a16:creationId xmlns:a16="http://schemas.microsoft.com/office/drawing/2014/main" id="{85D7802F-6AF3-4A9B-9897-11966570A38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02" name="Line 154">
                <a:extLst>
                  <a:ext uri="{FF2B5EF4-FFF2-40B4-BE49-F238E27FC236}">
                    <a16:creationId xmlns:a16="http://schemas.microsoft.com/office/drawing/2014/main" id="{DD7C3FF6-CE79-46EC-AE28-A4FCE18B172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096" name="Group 155">
              <a:extLst>
                <a:ext uri="{FF2B5EF4-FFF2-40B4-BE49-F238E27FC236}">
                  <a16:creationId xmlns:a16="http://schemas.microsoft.com/office/drawing/2014/main" id="{03F8260A-5C9A-4233-94C3-0FBD6EC78D0E}"/>
                </a:ext>
              </a:extLst>
            </p:cNvPr>
            <p:cNvGrpSpPr>
              <a:grpSpLocks/>
            </p:cNvGrpSpPr>
            <p:nvPr/>
          </p:nvGrpSpPr>
          <p:grpSpPr bwMode="auto">
            <a:xfrm flipV="1">
              <a:off x="3686" y="243"/>
              <a:ext cx="177" cy="66"/>
              <a:chOff x="2848" y="848"/>
              <a:chExt cx="140" cy="98"/>
            </a:xfrm>
          </p:grpSpPr>
          <p:sp>
            <p:nvSpPr>
              <p:cNvPr id="83097" name="Line 156">
                <a:extLst>
                  <a:ext uri="{FF2B5EF4-FFF2-40B4-BE49-F238E27FC236}">
                    <a16:creationId xmlns:a16="http://schemas.microsoft.com/office/drawing/2014/main" id="{671CED3D-411F-45EF-B9B9-79FA514943D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98" name="Line 157">
                <a:extLst>
                  <a:ext uri="{FF2B5EF4-FFF2-40B4-BE49-F238E27FC236}">
                    <a16:creationId xmlns:a16="http://schemas.microsoft.com/office/drawing/2014/main" id="{8413E7C3-8591-4E24-93C6-8E8BBF0CEC5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99" name="Line 158">
                <a:extLst>
                  <a:ext uri="{FF2B5EF4-FFF2-40B4-BE49-F238E27FC236}">
                    <a16:creationId xmlns:a16="http://schemas.microsoft.com/office/drawing/2014/main" id="{9CF8745E-9E95-4FDA-9890-188072126CD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008" name="Group 159">
            <a:extLst>
              <a:ext uri="{FF2B5EF4-FFF2-40B4-BE49-F238E27FC236}">
                <a16:creationId xmlns:a16="http://schemas.microsoft.com/office/drawing/2014/main" id="{801A0C75-A573-4E42-9E48-7C8A31D1D1F2}"/>
              </a:ext>
            </a:extLst>
          </p:cNvPr>
          <p:cNvGrpSpPr>
            <a:grpSpLocks/>
          </p:cNvGrpSpPr>
          <p:nvPr/>
        </p:nvGrpSpPr>
        <p:grpSpPr bwMode="auto">
          <a:xfrm>
            <a:off x="7848600" y="3324225"/>
            <a:ext cx="554038" cy="279400"/>
            <a:chOff x="3600" y="219"/>
            <a:chExt cx="360" cy="175"/>
          </a:xfrm>
        </p:grpSpPr>
        <p:sp>
          <p:nvSpPr>
            <p:cNvPr id="83077" name="Oval 160">
              <a:extLst>
                <a:ext uri="{FF2B5EF4-FFF2-40B4-BE49-F238E27FC236}">
                  <a16:creationId xmlns:a16="http://schemas.microsoft.com/office/drawing/2014/main" id="{E542B6DC-5BB1-46A7-B4F4-BCC5C9D1CA1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78" name="Line 161">
              <a:extLst>
                <a:ext uri="{FF2B5EF4-FFF2-40B4-BE49-F238E27FC236}">
                  <a16:creationId xmlns:a16="http://schemas.microsoft.com/office/drawing/2014/main" id="{3949720E-7EC5-4E88-B553-638325568EA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79" name="Line 162">
              <a:extLst>
                <a:ext uri="{FF2B5EF4-FFF2-40B4-BE49-F238E27FC236}">
                  <a16:creationId xmlns:a16="http://schemas.microsoft.com/office/drawing/2014/main" id="{FE2D3DCD-ACE1-4612-A0CA-53A8B340EE5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80" name="Rectangle 163">
              <a:extLst>
                <a:ext uri="{FF2B5EF4-FFF2-40B4-BE49-F238E27FC236}">
                  <a16:creationId xmlns:a16="http://schemas.microsoft.com/office/drawing/2014/main" id="{48E9E87B-E24E-4ACD-BAFB-DD97C4F6C7E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081" name="Oval 164">
              <a:extLst>
                <a:ext uri="{FF2B5EF4-FFF2-40B4-BE49-F238E27FC236}">
                  <a16:creationId xmlns:a16="http://schemas.microsoft.com/office/drawing/2014/main" id="{166CE833-4F05-4557-937F-7EACD5F9440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082" name="Group 165">
              <a:extLst>
                <a:ext uri="{FF2B5EF4-FFF2-40B4-BE49-F238E27FC236}">
                  <a16:creationId xmlns:a16="http://schemas.microsoft.com/office/drawing/2014/main" id="{8DEE063B-7F24-4C62-A940-DE6C07EB0248}"/>
                </a:ext>
              </a:extLst>
            </p:cNvPr>
            <p:cNvGrpSpPr>
              <a:grpSpLocks/>
            </p:cNvGrpSpPr>
            <p:nvPr/>
          </p:nvGrpSpPr>
          <p:grpSpPr bwMode="auto">
            <a:xfrm>
              <a:off x="3686" y="244"/>
              <a:ext cx="177" cy="66"/>
              <a:chOff x="2848" y="848"/>
              <a:chExt cx="140" cy="98"/>
            </a:xfrm>
          </p:grpSpPr>
          <p:sp>
            <p:nvSpPr>
              <p:cNvPr id="83087" name="Line 166">
                <a:extLst>
                  <a:ext uri="{FF2B5EF4-FFF2-40B4-BE49-F238E27FC236}">
                    <a16:creationId xmlns:a16="http://schemas.microsoft.com/office/drawing/2014/main" id="{E4979053-D54B-4887-B6B4-8F6D510FC9B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88" name="Line 167">
                <a:extLst>
                  <a:ext uri="{FF2B5EF4-FFF2-40B4-BE49-F238E27FC236}">
                    <a16:creationId xmlns:a16="http://schemas.microsoft.com/office/drawing/2014/main" id="{3C96A56B-A7B7-4B70-9ECE-CBA94516D1C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89" name="Line 168">
                <a:extLst>
                  <a:ext uri="{FF2B5EF4-FFF2-40B4-BE49-F238E27FC236}">
                    <a16:creationId xmlns:a16="http://schemas.microsoft.com/office/drawing/2014/main" id="{4EFB495B-4EE6-457B-9C61-ADCB1E13540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083" name="Group 169">
              <a:extLst>
                <a:ext uri="{FF2B5EF4-FFF2-40B4-BE49-F238E27FC236}">
                  <a16:creationId xmlns:a16="http://schemas.microsoft.com/office/drawing/2014/main" id="{F9E75552-6823-4341-8221-3BC2CE00D316}"/>
                </a:ext>
              </a:extLst>
            </p:cNvPr>
            <p:cNvGrpSpPr>
              <a:grpSpLocks/>
            </p:cNvGrpSpPr>
            <p:nvPr/>
          </p:nvGrpSpPr>
          <p:grpSpPr bwMode="auto">
            <a:xfrm flipV="1">
              <a:off x="3686" y="243"/>
              <a:ext cx="177" cy="66"/>
              <a:chOff x="2848" y="848"/>
              <a:chExt cx="140" cy="98"/>
            </a:xfrm>
          </p:grpSpPr>
          <p:sp>
            <p:nvSpPr>
              <p:cNvPr id="83084" name="Line 170">
                <a:extLst>
                  <a:ext uri="{FF2B5EF4-FFF2-40B4-BE49-F238E27FC236}">
                    <a16:creationId xmlns:a16="http://schemas.microsoft.com/office/drawing/2014/main" id="{6731EB9A-369A-4782-8E45-623451A909B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85" name="Line 171">
                <a:extLst>
                  <a:ext uri="{FF2B5EF4-FFF2-40B4-BE49-F238E27FC236}">
                    <a16:creationId xmlns:a16="http://schemas.microsoft.com/office/drawing/2014/main" id="{FCA1BA74-D825-4514-8D2E-C397BF56B16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86" name="Line 172">
                <a:extLst>
                  <a:ext uri="{FF2B5EF4-FFF2-40B4-BE49-F238E27FC236}">
                    <a16:creationId xmlns:a16="http://schemas.microsoft.com/office/drawing/2014/main" id="{EAF9A037-B64E-4E50-A1C5-603170934D4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009" name="Group 173">
            <a:extLst>
              <a:ext uri="{FF2B5EF4-FFF2-40B4-BE49-F238E27FC236}">
                <a16:creationId xmlns:a16="http://schemas.microsoft.com/office/drawing/2014/main" id="{D7062BA9-3A1F-4846-B3BE-155F5D84609F}"/>
              </a:ext>
            </a:extLst>
          </p:cNvPr>
          <p:cNvGrpSpPr>
            <a:grpSpLocks/>
          </p:cNvGrpSpPr>
          <p:nvPr/>
        </p:nvGrpSpPr>
        <p:grpSpPr bwMode="auto">
          <a:xfrm>
            <a:off x="7478713" y="4024313"/>
            <a:ext cx="555625" cy="282575"/>
            <a:chOff x="3600" y="219"/>
            <a:chExt cx="360" cy="175"/>
          </a:xfrm>
        </p:grpSpPr>
        <p:sp>
          <p:nvSpPr>
            <p:cNvPr id="83064" name="Oval 174">
              <a:extLst>
                <a:ext uri="{FF2B5EF4-FFF2-40B4-BE49-F238E27FC236}">
                  <a16:creationId xmlns:a16="http://schemas.microsoft.com/office/drawing/2014/main" id="{88E6A284-032E-43E5-8721-3D55F1C2D37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65" name="Line 175">
              <a:extLst>
                <a:ext uri="{FF2B5EF4-FFF2-40B4-BE49-F238E27FC236}">
                  <a16:creationId xmlns:a16="http://schemas.microsoft.com/office/drawing/2014/main" id="{FB2E306F-2A64-4376-9620-74529FE25A0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66" name="Line 176">
              <a:extLst>
                <a:ext uri="{FF2B5EF4-FFF2-40B4-BE49-F238E27FC236}">
                  <a16:creationId xmlns:a16="http://schemas.microsoft.com/office/drawing/2014/main" id="{CC54D1DE-E1E7-40AF-A40F-523986DCEE1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67" name="Rectangle 177">
              <a:extLst>
                <a:ext uri="{FF2B5EF4-FFF2-40B4-BE49-F238E27FC236}">
                  <a16:creationId xmlns:a16="http://schemas.microsoft.com/office/drawing/2014/main" id="{1A13DD54-8E65-4FE1-809B-37F55609E4C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068" name="Oval 178">
              <a:extLst>
                <a:ext uri="{FF2B5EF4-FFF2-40B4-BE49-F238E27FC236}">
                  <a16:creationId xmlns:a16="http://schemas.microsoft.com/office/drawing/2014/main" id="{285926F2-B77F-4FC6-B486-999FCC61CB4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069" name="Group 179">
              <a:extLst>
                <a:ext uri="{FF2B5EF4-FFF2-40B4-BE49-F238E27FC236}">
                  <a16:creationId xmlns:a16="http://schemas.microsoft.com/office/drawing/2014/main" id="{2A56B151-2942-476D-9BAC-9CD6334E1C4B}"/>
                </a:ext>
              </a:extLst>
            </p:cNvPr>
            <p:cNvGrpSpPr>
              <a:grpSpLocks/>
            </p:cNvGrpSpPr>
            <p:nvPr/>
          </p:nvGrpSpPr>
          <p:grpSpPr bwMode="auto">
            <a:xfrm>
              <a:off x="3686" y="244"/>
              <a:ext cx="177" cy="66"/>
              <a:chOff x="2848" y="848"/>
              <a:chExt cx="140" cy="98"/>
            </a:xfrm>
          </p:grpSpPr>
          <p:sp>
            <p:nvSpPr>
              <p:cNvPr id="83074" name="Line 180">
                <a:extLst>
                  <a:ext uri="{FF2B5EF4-FFF2-40B4-BE49-F238E27FC236}">
                    <a16:creationId xmlns:a16="http://schemas.microsoft.com/office/drawing/2014/main" id="{9D1E1BDF-28F1-46D8-9B9F-F6A14D9F8D5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75" name="Line 181">
                <a:extLst>
                  <a:ext uri="{FF2B5EF4-FFF2-40B4-BE49-F238E27FC236}">
                    <a16:creationId xmlns:a16="http://schemas.microsoft.com/office/drawing/2014/main" id="{23F75107-347C-4133-8412-2C895F10483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76" name="Line 182">
                <a:extLst>
                  <a:ext uri="{FF2B5EF4-FFF2-40B4-BE49-F238E27FC236}">
                    <a16:creationId xmlns:a16="http://schemas.microsoft.com/office/drawing/2014/main" id="{47CE0942-FFEC-45D7-85E4-4164E0A025A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070" name="Group 183">
              <a:extLst>
                <a:ext uri="{FF2B5EF4-FFF2-40B4-BE49-F238E27FC236}">
                  <a16:creationId xmlns:a16="http://schemas.microsoft.com/office/drawing/2014/main" id="{E99FE3F5-9148-45EE-9ABB-DF9C757A2D0E}"/>
                </a:ext>
              </a:extLst>
            </p:cNvPr>
            <p:cNvGrpSpPr>
              <a:grpSpLocks/>
            </p:cNvGrpSpPr>
            <p:nvPr/>
          </p:nvGrpSpPr>
          <p:grpSpPr bwMode="auto">
            <a:xfrm flipV="1">
              <a:off x="3686" y="243"/>
              <a:ext cx="177" cy="66"/>
              <a:chOff x="2848" y="848"/>
              <a:chExt cx="140" cy="98"/>
            </a:xfrm>
          </p:grpSpPr>
          <p:sp>
            <p:nvSpPr>
              <p:cNvPr id="83071" name="Line 184">
                <a:extLst>
                  <a:ext uri="{FF2B5EF4-FFF2-40B4-BE49-F238E27FC236}">
                    <a16:creationId xmlns:a16="http://schemas.microsoft.com/office/drawing/2014/main" id="{4CC0ABC0-1631-4D77-9F2B-9F625A09775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72" name="Line 185">
                <a:extLst>
                  <a:ext uri="{FF2B5EF4-FFF2-40B4-BE49-F238E27FC236}">
                    <a16:creationId xmlns:a16="http://schemas.microsoft.com/office/drawing/2014/main" id="{AF1B5663-1447-48EB-BD52-5E5307501BC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73" name="Line 186">
                <a:extLst>
                  <a:ext uri="{FF2B5EF4-FFF2-40B4-BE49-F238E27FC236}">
                    <a16:creationId xmlns:a16="http://schemas.microsoft.com/office/drawing/2014/main" id="{BC69B2A7-5669-46EE-B054-E823BA4D74E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010" name="Group 187">
            <a:extLst>
              <a:ext uri="{FF2B5EF4-FFF2-40B4-BE49-F238E27FC236}">
                <a16:creationId xmlns:a16="http://schemas.microsoft.com/office/drawing/2014/main" id="{E29DCD01-00D2-4059-A2FC-92FFBB91FA08}"/>
              </a:ext>
            </a:extLst>
          </p:cNvPr>
          <p:cNvGrpSpPr>
            <a:grpSpLocks/>
          </p:cNvGrpSpPr>
          <p:nvPr/>
        </p:nvGrpSpPr>
        <p:grpSpPr bwMode="auto">
          <a:xfrm>
            <a:off x="6805613" y="4611688"/>
            <a:ext cx="552450" cy="279400"/>
            <a:chOff x="3600" y="219"/>
            <a:chExt cx="360" cy="175"/>
          </a:xfrm>
        </p:grpSpPr>
        <p:sp>
          <p:nvSpPr>
            <p:cNvPr id="83051" name="Oval 188">
              <a:extLst>
                <a:ext uri="{FF2B5EF4-FFF2-40B4-BE49-F238E27FC236}">
                  <a16:creationId xmlns:a16="http://schemas.microsoft.com/office/drawing/2014/main" id="{D247545B-1644-4C3D-A66E-DFB9437C765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52" name="Line 189">
              <a:extLst>
                <a:ext uri="{FF2B5EF4-FFF2-40B4-BE49-F238E27FC236}">
                  <a16:creationId xmlns:a16="http://schemas.microsoft.com/office/drawing/2014/main" id="{65A4BC16-03D3-4612-A99A-9B479664822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53" name="Line 190">
              <a:extLst>
                <a:ext uri="{FF2B5EF4-FFF2-40B4-BE49-F238E27FC236}">
                  <a16:creationId xmlns:a16="http://schemas.microsoft.com/office/drawing/2014/main" id="{86A3745D-2782-4BF1-8C6B-225A99B3CDB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54" name="Rectangle 191">
              <a:extLst>
                <a:ext uri="{FF2B5EF4-FFF2-40B4-BE49-F238E27FC236}">
                  <a16:creationId xmlns:a16="http://schemas.microsoft.com/office/drawing/2014/main" id="{891C6E63-24F1-4B1E-B951-3C8DAEF7832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055" name="Oval 192">
              <a:extLst>
                <a:ext uri="{FF2B5EF4-FFF2-40B4-BE49-F238E27FC236}">
                  <a16:creationId xmlns:a16="http://schemas.microsoft.com/office/drawing/2014/main" id="{FC94C9EF-A964-4810-944B-C99875E724C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056" name="Group 193">
              <a:extLst>
                <a:ext uri="{FF2B5EF4-FFF2-40B4-BE49-F238E27FC236}">
                  <a16:creationId xmlns:a16="http://schemas.microsoft.com/office/drawing/2014/main" id="{2F737479-4FC3-4125-8F9E-51356668C951}"/>
                </a:ext>
              </a:extLst>
            </p:cNvPr>
            <p:cNvGrpSpPr>
              <a:grpSpLocks/>
            </p:cNvGrpSpPr>
            <p:nvPr/>
          </p:nvGrpSpPr>
          <p:grpSpPr bwMode="auto">
            <a:xfrm>
              <a:off x="3686" y="244"/>
              <a:ext cx="177" cy="66"/>
              <a:chOff x="2848" y="848"/>
              <a:chExt cx="140" cy="98"/>
            </a:xfrm>
          </p:grpSpPr>
          <p:sp>
            <p:nvSpPr>
              <p:cNvPr id="83061" name="Line 194">
                <a:extLst>
                  <a:ext uri="{FF2B5EF4-FFF2-40B4-BE49-F238E27FC236}">
                    <a16:creationId xmlns:a16="http://schemas.microsoft.com/office/drawing/2014/main" id="{90CE97BA-C105-42C7-84CD-9CA5328B590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62" name="Line 195">
                <a:extLst>
                  <a:ext uri="{FF2B5EF4-FFF2-40B4-BE49-F238E27FC236}">
                    <a16:creationId xmlns:a16="http://schemas.microsoft.com/office/drawing/2014/main" id="{F1995E53-5494-4927-B2DE-1B6233DC142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63" name="Line 196">
                <a:extLst>
                  <a:ext uri="{FF2B5EF4-FFF2-40B4-BE49-F238E27FC236}">
                    <a16:creationId xmlns:a16="http://schemas.microsoft.com/office/drawing/2014/main" id="{E523E37E-B6DD-4E0D-A58C-7D7F06D4EC4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057" name="Group 197">
              <a:extLst>
                <a:ext uri="{FF2B5EF4-FFF2-40B4-BE49-F238E27FC236}">
                  <a16:creationId xmlns:a16="http://schemas.microsoft.com/office/drawing/2014/main" id="{E2070290-626C-4A72-891C-2C6757248FF8}"/>
                </a:ext>
              </a:extLst>
            </p:cNvPr>
            <p:cNvGrpSpPr>
              <a:grpSpLocks/>
            </p:cNvGrpSpPr>
            <p:nvPr/>
          </p:nvGrpSpPr>
          <p:grpSpPr bwMode="auto">
            <a:xfrm flipV="1">
              <a:off x="3686" y="243"/>
              <a:ext cx="177" cy="66"/>
              <a:chOff x="2848" y="848"/>
              <a:chExt cx="140" cy="98"/>
            </a:xfrm>
          </p:grpSpPr>
          <p:sp>
            <p:nvSpPr>
              <p:cNvPr id="83058" name="Line 198">
                <a:extLst>
                  <a:ext uri="{FF2B5EF4-FFF2-40B4-BE49-F238E27FC236}">
                    <a16:creationId xmlns:a16="http://schemas.microsoft.com/office/drawing/2014/main" id="{C2682B8D-A0A8-43BC-9AD0-745DE13C7F4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59" name="Line 199">
                <a:extLst>
                  <a:ext uri="{FF2B5EF4-FFF2-40B4-BE49-F238E27FC236}">
                    <a16:creationId xmlns:a16="http://schemas.microsoft.com/office/drawing/2014/main" id="{3C4C7173-0D3B-4F1D-A549-043971360DC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60" name="Line 200">
                <a:extLst>
                  <a:ext uri="{FF2B5EF4-FFF2-40B4-BE49-F238E27FC236}">
                    <a16:creationId xmlns:a16="http://schemas.microsoft.com/office/drawing/2014/main" id="{F2F36239-2AFA-4D7E-B2C7-F0E1BAD993E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011" name="Group 201">
            <a:extLst>
              <a:ext uri="{FF2B5EF4-FFF2-40B4-BE49-F238E27FC236}">
                <a16:creationId xmlns:a16="http://schemas.microsoft.com/office/drawing/2014/main" id="{F9D700EE-DD82-4B2C-BFD8-FA16638DCE05}"/>
              </a:ext>
            </a:extLst>
          </p:cNvPr>
          <p:cNvGrpSpPr>
            <a:grpSpLocks/>
          </p:cNvGrpSpPr>
          <p:nvPr/>
        </p:nvGrpSpPr>
        <p:grpSpPr bwMode="auto">
          <a:xfrm>
            <a:off x="5916613" y="4160838"/>
            <a:ext cx="554037" cy="279400"/>
            <a:chOff x="3600" y="219"/>
            <a:chExt cx="360" cy="175"/>
          </a:xfrm>
        </p:grpSpPr>
        <p:sp>
          <p:nvSpPr>
            <p:cNvPr id="83038" name="Oval 202">
              <a:extLst>
                <a:ext uri="{FF2B5EF4-FFF2-40B4-BE49-F238E27FC236}">
                  <a16:creationId xmlns:a16="http://schemas.microsoft.com/office/drawing/2014/main" id="{E18A9959-1DBD-4F62-9AB4-331FAD7CEDA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39" name="Line 203">
              <a:extLst>
                <a:ext uri="{FF2B5EF4-FFF2-40B4-BE49-F238E27FC236}">
                  <a16:creationId xmlns:a16="http://schemas.microsoft.com/office/drawing/2014/main" id="{A2420095-2A66-4959-B87C-6068C973DC4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40" name="Line 204">
              <a:extLst>
                <a:ext uri="{FF2B5EF4-FFF2-40B4-BE49-F238E27FC236}">
                  <a16:creationId xmlns:a16="http://schemas.microsoft.com/office/drawing/2014/main" id="{D3FB0278-F901-4291-814A-03A21DB9BAF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41" name="Rectangle 205">
              <a:extLst>
                <a:ext uri="{FF2B5EF4-FFF2-40B4-BE49-F238E27FC236}">
                  <a16:creationId xmlns:a16="http://schemas.microsoft.com/office/drawing/2014/main" id="{9AD4ACDE-3E59-4A05-AA7C-E3352C585A8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042" name="Oval 206">
              <a:extLst>
                <a:ext uri="{FF2B5EF4-FFF2-40B4-BE49-F238E27FC236}">
                  <a16:creationId xmlns:a16="http://schemas.microsoft.com/office/drawing/2014/main" id="{0BF7E2FC-978B-4EB2-8851-75294A3CF13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043" name="Group 207">
              <a:extLst>
                <a:ext uri="{FF2B5EF4-FFF2-40B4-BE49-F238E27FC236}">
                  <a16:creationId xmlns:a16="http://schemas.microsoft.com/office/drawing/2014/main" id="{ABE2C85D-2A52-43FA-989B-E4629DBC3E7D}"/>
                </a:ext>
              </a:extLst>
            </p:cNvPr>
            <p:cNvGrpSpPr>
              <a:grpSpLocks/>
            </p:cNvGrpSpPr>
            <p:nvPr/>
          </p:nvGrpSpPr>
          <p:grpSpPr bwMode="auto">
            <a:xfrm>
              <a:off x="3686" y="244"/>
              <a:ext cx="177" cy="66"/>
              <a:chOff x="2848" y="848"/>
              <a:chExt cx="140" cy="98"/>
            </a:xfrm>
          </p:grpSpPr>
          <p:sp>
            <p:nvSpPr>
              <p:cNvPr id="83048" name="Line 208">
                <a:extLst>
                  <a:ext uri="{FF2B5EF4-FFF2-40B4-BE49-F238E27FC236}">
                    <a16:creationId xmlns:a16="http://schemas.microsoft.com/office/drawing/2014/main" id="{A74B5D34-B48D-4A0C-8198-D212242A1E7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49" name="Line 209">
                <a:extLst>
                  <a:ext uri="{FF2B5EF4-FFF2-40B4-BE49-F238E27FC236}">
                    <a16:creationId xmlns:a16="http://schemas.microsoft.com/office/drawing/2014/main" id="{35676567-C05A-4134-A127-B308C50D8FC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50" name="Line 210">
                <a:extLst>
                  <a:ext uri="{FF2B5EF4-FFF2-40B4-BE49-F238E27FC236}">
                    <a16:creationId xmlns:a16="http://schemas.microsoft.com/office/drawing/2014/main" id="{2C0D1FF1-5657-47A4-B508-F6AB1BDDCD7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044" name="Group 211">
              <a:extLst>
                <a:ext uri="{FF2B5EF4-FFF2-40B4-BE49-F238E27FC236}">
                  <a16:creationId xmlns:a16="http://schemas.microsoft.com/office/drawing/2014/main" id="{84FB0B4B-8AEB-4CB8-AB92-016892620E4F}"/>
                </a:ext>
              </a:extLst>
            </p:cNvPr>
            <p:cNvGrpSpPr>
              <a:grpSpLocks/>
            </p:cNvGrpSpPr>
            <p:nvPr/>
          </p:nvGrpSpPr>
          <p:grpSpPr bwMode="auto">
            <a:xfrm flipV="1">
              <a:off x="3686" y="243"/>
              <a:ext cx="177" cy="66"/>
              <a:chOff x="2848" y="848"/>
              <a:chExt cx="140" cy="98"/>
            </a:xfrm>
          </p:grpSpPr>
          <p:sp>
            <p:nvSpPr>
              <p:cNvPr id="83045" name="Line 212">
                <a:extLst>
                  <a:ext uri="{FF2B5EF4-FFF2-40B4-BE49-F238E27FC236}">
                    <a16:creationId xmlns:a16="http://schemas.microsoft.com/office/drawing/2014/main" id="{B5E8773E-DED8-414B-BC8D-E23B6985B63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46" name="Line 213">
                <a:extLst>
                  <a:ext uri="{FF2B5EF4-FFF2-40B4-BE49-F238E27FC236}">
                    <a16:creationId xmlns:a16="http://schemas.microsoft.com/office/drawing/2014/main" id="{50D66D1E-464C-4663-8BF8-AC4EF850759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47" name="Line 214">
                <a:extLst>
                  <a:ext uri="{FF2B5EF4-FFF2-40B4-BE49-F238E27FC236}">
                    <a16:creationId xmlns:a16="http://schemas.microsoft.com/office/drawing/2014/main" id="{7559B42E-7546-4B25-84EB-93225D8E6CC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83012" name="Line 215">
            <a:extLst>
              <a:ext uri="{FF2B5EF4-FFF2-40B4-BE49-F238E27FC236}">
                <a16:creationId xmlns:a16="http://schemas.microsoft.com/office/drawing/2014/main" id="{8538DABB-9F3D-408D-90F3-1D366627CE02}"/>
              </a:ext>
            </a:extLst>
          </p:cNvPr>
          <p:cNvSpPr>
            <a:spLocks noChangeShapeType="1"/>
          </p:cNvSpPr>
          <p:nvPr/>
        </p:nvSpPr>
        <p:spPr bwMode="auto">
          <a:xfrm>
            <a:off x="6192838" y="4430713"/>
            <a:ext cx="1587" cy="27305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3013" name="Group 216">
            <a:extLst>
              <a:ext uri="{FF2B5EF4-FFF2-40B4-BE49-F238E27FC236}">
                <a16:creationId xmlns:a16="http://schemas.microsoft.com/office/drawing/2014/main" id="{DA36F5EF-BCA3-4096-9952-1CE0042F11B2}"/>
              </a:ext>
            </a:extLst>
          </p:cNvPr>
          <p:cNvGrpSpPr>
            <a:grpSpLocks/>
          </p:cNvGrpSpPr>
          <p:nvPr/>
        </p:nvGrpSpPr>
        <p:grpSpPr bwMode="auto">
          <a:xfrm>
            <a:off x="6022975" y="4889500"/>
            <a:ext cx="1179513" cy="287338"/>
            <a:chOff x="3794" y="3080"/>
            <a:chExt cx="743" cy="181"/>
          </a:xfrm>
        </p:grpSpPr>
        <p:sp>
          <p:nvSpPr>
            <p:cNvPr id="83028" name="Oval 217">
              <a:extLst>
                <a:ext uri="{FF2B5EF4-FFF2-40B4-BE49-F238E27FC236}">
                  <a16:creationId xmlns:a16="http://schemas.microsoft.com/office/drawing/2014/main" id="{D42A63B8-75C1-47B3-9AD3-C3BC2E21097B}"/>
                </a:ext>
              </a:extLst>
            </p:cNvPr>
            <p:cNvSpPr>
              <a:spLocks noChangeArrowheads="1"/>
            </p:cNvSpPr>
            <p:nvPr/>
          </p:nvSpPr>
          <p:spPr bwMode="auto">
            <a:xfrm rot="-5400000">
              <a:off x="3793" y="3084"/>
              <a:ext cx="47" cy="4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29" name="Oval 218">
              <a:extLst>
                <a:ext uri="{FF2B5EF4-FFF2-40B4-BE49-F238E27FC236}">
                  <a16:creationId xmlns:a16="http://schemas.microsoft.com/office/drawing/2014/main" id="{8E583122-300D-4E21-B9A7-CCF7EDBE003A}"/>
                </a:ext>
              </a:extLst>
            </p:cNvPr>
            <p:cNvSpPr>
              <a:spLocks noChangeArrowheads="1"/>
            </p:cNvSpPr>
            <p:nvPr/>
          </p:nvSpPr>
          <p:spPr bwMode="auto">
            <a:xfrm rot="-5400000">
              <a:off x="3852" y="3082"/>
              <a:ext cx="48" cy="4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30" name="Oval 219">
              <a:extLst>
                <a:ext uri="{FF2B5EF4-FFF2-40B4-BE49-F238E27FC236}">
                  <a16:creationId xmlns:a16="http://schemas.microsoft.com/office/drawing/2014/main" id="{772FC267-B21B-4EA4-893D-6B095065DD73}"/>
                </a:ext>
              </a:extLst>
            </p:cNvPr>
            <p:cNvSpPr>
              <a:spLocks noChangeArrowheads="1"/>
            </p:cNvSpPr>
            <p:nvPr/>
          </p:nvSpPr>
          <p:spPr bwMode="auto">
            <a:xfrm rot="-5400000">
              <a:off x="3906" y="3086"/>
              <a:ext cx="47" cy="4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031" name="Line 220">
              <a:extLst>
                <a:ext uri="{FF2B5EF4-FFF2-40B4-BE49-F238E27FC236}">
                  <a16:creationId xmlns:a16="http://schemas.microsoft.com/office/drawing/2014/main" id="{8126C08B-B14B-4383-8870-21522369E14B}"/>
                </a:ext>
              </a:extLst>
            </p:cNvPr>
            <p:cNvSpPr>
              <a:spLocks noChangeShapeType="1"/>
            </p:cNvSpPr>
            <p:nvPr/>
          </p:nvSpPr>
          <p:spPr bwMode="auto">
            <a:xfrm>
              <a:off x="4537" y="3080"/>
              <a:ext cx="0" cy="17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32" name="Freeform 221">
              <a:extLst>
                <a:ext uri="{FF2B5EF4-FFF2-40B4-BE49-F238E27FC236}">
                  <a16:creationId xmlns:a16="http://schemas.microsoft.com/office/drawing/2014/main" id="{B3E5D19F-4FD8-4885-A708-65A895D3CE2E}"/>
                </a:ext>
              </a:extLst>
            </p:cNvPr>
            <p:cNvSpPr>
              <a:spLocks/>
            </p:cNvSpPr>
            <p:nvPr/>
          </p:nvSpPr>
          <p:spPr bwMode="auto">
            <a:xfrm>
              <a:off x="4366" y="3174"/>
              <a:ext cx="41" cy="48"/>
            </a:xfrm>
            <a:custGeom>
              <a:avLst/>
              <a:gdLst>
                <a:gd name="T0" fmla="*/ 35 w 41"/>
                <a:gd name="T1" fmla="*/ 0 h 48"/>
                <a:gd name="T2" fmla="*/ 4 w 41"/>
                <a:gd name="T3" fmla="*/ 23 h 48"/>
                <a:gd name="T4" fmla="*/ 8 w 41"/>
                <a:gd name="T5" fmla="*/ 39 h 48"/>
                <a:gd name="T6" fmla="*/ 41 w 41"/>
                <a:gd name="T7" fmla="*/ 48 h 48"/>
                <a:gd name="T8" fmla="*/ 0 60000 65536"/>
                <a:gd name="T9" fmla="*/ 0 60000 65536"/>
                <a:gd name="T10" fmla="*/ 0 60000 65536"/>
                <a:gd name="T11" fmla="*/ 0 60000 65536"/>
                <a:gd name="T12" fmla="*/ 0 w 41"/>
                <a:gd name="T13" fmla="*/ 0 h 48"/>
                <a:gd name="T14" fmla="*/ 41 w 41"/>
                <a:gd name="T15" fmla="*/ 48 h 48"/>
              </a:gdLst>
              <a:ahLst/>
              <a:cxnLst>
                <a:cxn ang="T8">
                  <a:pos x="T0" y="T1"/>
                </a:cxn>
                <a:cxn ang="T9">
                  <a:pos x="T2" y="T3"/>
                </a:cxn>
                <a:cxn ang="T10">
                  <a:pos x="T4" y="T5"/>
                </a:cxn>
                <a:cxn ang="T11">
                  <a:pos x="T6" y="T7"/>
                </a:cxn>
              </a:cxnLst>
              <a:rect l="T12" t="T13" r="T14" b="T15"/>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33" name="Freeform 222">
              <a:extLst>
                <a:ext uri="{FF2B5EF4-FFF2-40B4-BE49-F238E27FC236}">
                  <a16:creationId xmlns:a16="http://schemas.microsoft.com/office/drawing/2014/main" id="{018CE0FB-F85A-479A-9EB4-417397E0FC4A}"/>
                </a:ext>
              </a:extLst>
            </p:cNvPr>
            <p:cNvSpPr>
              <a:spLocks/>
            </p:cNvSpPr>
            <p:nvPr/>
          </p:nvSpPr>
          <p:spPr bwMode="auto">
            <a:xfrm>
              <a:off x="4330" y="3158"/>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 name="T10" fmla="*/ 0 60000 65536"/>
                <a:gd name="T11" fmla="*/ 0 60000 65536"/>
                <a:gd name="T12" fmla="*/ 0 60000 65536"/>
                <a:gd name="T13" fmla="*/ 0 60000 65536"/>
                <a:gd name="T14" fmla="*/ 0 60000 65536"/>
                <a:gd name="T15" fmla="*/ 0 w 58"/>
                <a:gd name="T16" fmla="*/ 0 h 82"/>
                <a:gd name="T17" fmla="*/ 58 w 58"/>
                <a:gd name="T18" fmla="*/ 82 h 82"/>
              </a:gdLst>
              <a:ahLst/>
              <a:cxnLst>
                <a:cxn ang="T10">
                  <a:pos x="T0" y="T1"/>
                </a:cxn>
                <a:cxn ang="T11">
                  <a:pos x="T2" y="T3"/>
                </a:cxn>
                <a:cxn ang="T12">
                  <a:pos x="T4" y="T5"/>
                </a:cxn>
                <a:cxn ang="T13">
                  <a:pos x="T6" y="T7"/>
                </a:cxn>
                <a:cxn ang="T14">
                  <a:pos x="T8" y="T9"/>
                </a:cxn>
              </a:cxnLst>
              <a:rect l="T15" t="T16" r="T17" b="T18"/>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34" name="Freeform 223">
              <a:extLst>
                <a:ext uri="{FF2B5EF4-FFF2-40B4-BE49-F238E27FC236}">
                  <a16:creationId xmlns:a16="http://schemas.microsoft.com/office/drawing/2014/main" id="{C4EBCC1B-DD2F-40DE-9D52-98B6375E451C}"/>
                </a:ext>
              </a:extLst>
            </p:cNvPr>
            <p:cNvSpPr>
              <a:spLocks/>
            </p:cNvSpPr>
            <p:nvPr/>
          </p:nvSpPr>
          <p:spPr bwMode="auto">
            <a:xfrm>
              <a:off x="4295" y="3148"/>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 name="T10" fmla="*/ 0 60000 65536"/>
                <a:gd name="T11" fmla="*/ 0 60000 65536"/>
                <a:gd name="T12" fmla="*/ 0 60000 65536"/>
                <a:gd name="T13" fmla="*/ 0 60000 65536"/>
                <a:gd name="T14" fmla="*/ 0 60000 65536"/>
                <a:gd name="T15" fmla="*/ 0 w 73"/>
                <a:gd name="T16" fmla="*/ 0 h 113"/>
                <a:gd name="T17" fmla="*/ 73 w 73"/>
                <a:gd name="T18" fmla="*/ 113 h 113"/>
              </a:gdLst>
              <a:ahLst/>
              <a:cxnLst>
                <a:cxn ang="T10">
                  <a:pos x="T0" y="T1"/>
                </a:cxn>
                <a:cxn ang="T11">
                  <a:pos x="T2" y="T3"/>
                </a:cxn>
                <a:cxn ang="T12">
                  <a:pos x="T4" y="T5"/>
                </a:cxn>
                <a:cxn ang="T13">
                  <a:pos x="T6" y="T7"/>
                </a:cxn>
                <a:cxn ang="T14">
                  <a:pos x="T8" y="T9"/>
                </a:cxn>
              </a:cxnLst>
              <a:rect l="T15" t="T16" r="T17" b="T18"/>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35" name="Freeform 224">
              <a:extLst>
                <a:ext uri="{FF2B5EF4-FFF2-40B4-BE49-F238E27FC236}">
                  <a16:creationId xmlns:a16="http://schemas.microsoft.com/office/drawing/2014/main" id="{93E899D1-88F1-4349-8769-54EECDD96235}"/>
                </a:ext>
              </a:extLst>
            </p:cNvPr>
            <p:cNvSpPr>
              <a:spLocks/>
            </p:cNvSpPr>
            <p:nvPr/>
          </p:nvSpPr>
          <p:spPr bwMode="auto">
            <a:xfrm flipH="1" flipV="1">
              <a:off x="4423" y="3165"/>
              <a:ext cx="41" cy="48"/>
            </a:xfrm>
            <a:custGeom>
              <a:avLst/>
              <a:gdLst>
                <a:gd name="T0" fmla="*/ 35 w 41"/>
                <a:gd name="T1" fmla="*/ 0 h 48"/>
                <a:gd name="T2" fmla="*/ 4 w 41"/>
                <a:gd name="T3" fmla="*/ 23 h 48"/>
                <a:gd name="T4" fmla="*/ 8 w 41"/>
                <a:gd name="T5" fmla="*/ 39 h 48"/>
                <a:gd name="T6" fmla="*/ 41 w 41"/>
                <a:gd name="T7" fmla="*/ 48 h 48"/>
                <a:gd name="T8" fmla="*/ 0 60000 65536"/>
                <a:gd name="T9" fmla="*/ 0 60000 65536"/>
                <a:gd name="T10" fmla="*/ 0 60000 65536"/>
                <a:gd name="T11" fmla="*/ 0 60000 65536"/>
                <a:gd name="T12" fmla="*/ 0 w 41"/>
                <a:gd name="T13" fmla="*/ 0 h 48"/>
                <a:gd name="T14" fmla="*/ 41 w 41"/>
                <a:gd name="T15" fmla="*/ 48 h 48"/>
              </a:gdLst>
              <a:ahLst/>
              <a:cxnLst>
                <a:cxn ang="T8">
                  <a:pos x="T0" y="T1"/>
                </a:cxn>
                <a:cxn ang="T9">
                  <a:pos x="T2" y="T3"/>
                </a:cxn>
                <a:cxn ang="T10">
                  <a:pos x="T4" y="T5"/>
                </a:cxn>
                <a:cxn ang="T11">
                  <a:pos x="T6" y="T7"/>
                </a:cxn>
              </a:cxnLst>
              <a:rect l="T12" t="T13" r="T14" b="T15"/>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36" name="Freeform 225">
              <a:extLst>
                <a:ext uri="{FF2B5EF4-FFF2-40B4-BE49-F238E27FC236}">
                  <a16:creationId xmlns:a16="http://schemas.microsoft.com/office/drawing/2014/main" id="{53DE60A2-A589-4259-B7D8-AF7C53285A00}"/>
                </a:ext>
              </a:extLst>
            </p:cNvPr>
            <p:cNvSpPr>
              <a:spLocks/>
            </p:cNvSpPr>
            <p:nvPr/>
          </p:nvSpPr>
          <p:spPr bwMode="auto">
            <a:xfrm flipH="1" flipV="1">
              <a:off x="4440" y="3149"/>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 name="T10" fmla="*/ 0 60000 65536"/>
                <a:gd name="T11" fmla="*/ 0 60000 65536"/>
                <a:gd name="T12" fmla="*/ 0 60000 65536"/>
                <a:gd name="T13" fmla="*/ 0 60000 65536"/>
                <a:gd name="T14" fmla="*/ 0 60000 65536"/>
                <a:gd name="T15" fmla="*/ 0 w 58"/>
                <a:gd name="T16" fmla="*/ 0 h 82"/>
                <a:gd name="T17" fmla="*/ 58 w 58"/>
                <a:gd name="T18" fmla="*/ 82 h 82"/>
              </a:gdLst>
              <a:ahLst/>
              <a:cxnLst>
                <a:cxn ang="T10">
                  <a:pos x="T0" y="T1"/>
                </a:cxn>
                <a:cxn ang="T11">
                  <a:pos x="T2" y="T3"/>
                </a:cxn>
                <a:cxn ang="T12">
                  <a:pos x="T4" y="T5"/>
                </a:cxn>
                <a:cxn ang="T13">
                  <a:pos x="T6" y="T7"/>
                </a:cxn>
                <a:cxn ang="T14">
                  <a:pos x="T8" y="T9"/>
                </a:cxn>
              </a:cxnLst>
              <a:rect l="T15" t="T16" r="T17" b="T18"/>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37" name="Freeform 226">
              <a:extLst>
                <a:ext uri="{FF2B5EF4-FFF2-40B4-BE49-F238E27FC236}">
                  <a16:creationId xmlns:a16="http://schemas.microsoft.com/office/drawing/2014/main" id="{AF4958CA-3FFB-4631-8AFC-06D7113BCC5F}"/>
                </a:ext>
              </a:extLst>
            </p:cNvPr>
            <p:cNvSpPr>
              <a:spLocks/>
            </p:cNvSpPr>
            <p:nvPr/>
          </p:nvSpPr>
          <p:spPr bwMode="auto">
            <a:xfrm flipH="1" flipV="1">
              <a:off x="4454" y="3127"/>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 name="T10" fmla="*/ 0 60000 65536"/>
                <a:gd name="T11" fmla="*/ 0 60000 65536"/>
                <a:gd name="T12" fmla="*/ 0 60000 65536"/>
                <a:gd name="T13" fmla="*/ 0 60000 65536"/>
                <a:gd name="T14" fmla="*/ 0 60000 65536"/>
                <a:gd name="T15" fmla="*/ 0 w 73"/>
                <a:gd name="T16" fmla="*/ 0 h 113"/>
                <a:gd name="T17" fmla="*/ 73 w 73"/>
                <a:gd name="T18" fmla="*/ 113 h 113"/>
              </a:gdLst>
              <a:ahLst/>
              <a:cxnLst>
                <a:cxn ang="T10">
                  <a:pos x="T0" y="T1"/>
                </a:cxn>
                <a:cxn ang="T11">
                  <a:pos x="T2" y="T3"/>
                </a:cxn>
                <a:cxn ang="T12">
                  <a:pos x="T4" y="T5"/>
                </a:cxn>
                <a:cxn ang="T13">
                  <a:pos x="T6" y="T7"/>
                </a:cxn>
                <a:cxn ang="T14">
                  <a:pos x="T8" y="T9"/>
                </a:cxn>
              </a:cxnLst>
              <a:rect l="T15" t="T16" r="T17" b="T18"/>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3014" name="Group 227">
            <a:extLst>
              <a:ext uri="{FF2B5EF4-FFF2-40B4-BE49-F238E27FC236}">
                <a16:creationId xmlns:a16="http://schemas.microsoft.com/office/drawing/2014/main" id="{DA1AF701-B72C-4319-91A6-9E626392AE36}"/>
              </a:ext>
            </a:extLst>
          </p:cNvPr>
          <p:cNvGrpSpPr>
            <a:grpSpLocks/>
          </p:cNvGrpSpPr>
          <p:nvPr/>
        </p:nvGrpSpPr>
        <p:grpSpPr bwMode="auto">
          <a:xfrm>
            <a:off x="7304088" y="5316538"/>
            <a:ext cx="368300" cy="212725"/>
            <a:chOff x="3479" y="3685"/>
            <a:chExt cx="232" cy="134"/>
          </a:xfrm>
        </p:grpSpPr>
        <p:sp>
          <p:nvSpPr>
            <p:cNvPr id="83022" name="Freeform 228">
              <a:extLst>
                <a:ext uri="{FF2B5EF4-FFF2-40B4-BE49-F238E27FC236}">
                  <a16:creationId xmlns:a16="http://schemas.microsoft.com/office/drawing/2014/main" id="{D7065E49-4568-4D26-B592-C3C099D5A182}"/>
                </a:ext>
              </a:extLst>
            </p:cNvPr>
            <p:cNvSpPr>
              <a:spLocks/>
            </p:cNvSpPr>
            <p:nvPr/>
          </p:nvSpPr>
          <p:spPr bwMode="auto">
            <a:xfrm>
              <a:off x="3550" y="3732"/>
              <a:ext cx="41" cy="48"/>
            </a:xfrm>
            <a:custGeom>
              <a:avLst/>
              <a:gdLst>
                <a:gd name="T0" fmla="*/ 35 w 41"/>
                <a:gd name="T1" fmla="*/ 0 h 48"/>
                <a:gd name="T2" fmla="*/ 4 w 41"/>
                <a:gd name="T3" fmla="*/ 23 h 48"/>
                <a:gd name="T4" fmla="*/ 8 w 41"/>
                <a:gd name="T5" fmla="*/ 39 h 48"/>
                <a:gd name="T6" fmla="*/ 41 w 41"/>
                <a:gd name="T7" fmla="*/ 48 h 48"/>
                <a:gd name="T8" fmla="*/ 0 60000 65536"/>
                <a:gd name="T9" fmla="*/ 0 60000 65536"/>
                <a:gd name="T10" fmla="*/ 0 60000 65536"/>
                <a:gd name="T11" fmla="*/ 0 60000 65536"/>
                <a:gd name="T12" fmla="*/ 0 w 41"/>
                <a:gd name="T13" fmla="*/ 0 h 48"/>
                <a:gd name="T14" fmla="*/ 41 w 41"/>
                <a:gd name="T15" fmla="*/ 48 h 48"/>
              </a:gdLst>
              <a:ahLst/>
              <a:cxnLst>
                <a:cxn ang="T8">
                  <a:pos x="T0" y="T1"/>
                </a:cxn>
                <a:cxn ang="T9">
                  <a:pos x="T2" y="T3"/>
                </a:cxn>
                <a:cxn ang="T10">
                  <a:pos x="T4" y="T5"/>
                </a:cxn>
                <a:cxn ang="T11">
                  <a:pos x="T6" y="T7"/>
                </a:cxn>
              </a:cxnLst>
              <a:rect l="T12" t="T13" r="T14" b="T15"/>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23" name="Freeform 229">
              <a:extLst>
                <a:ext uri="{FF2B5EF4-FFF2-40B4-BE49-F238E27FC236}">
                  <a16:creationId xmlns:a16="http://schemas.microsoft.com/office/drawing/2014/main" id="{779FAED5-2114-42BA-9FC2-95AE031FEC8A}"/>
                </a:ext>
              </a:extLst>
            </p:cNvPr>
            <p:cNvSpPr>
              <a:spLocks/>
            </p:cNvSpPr>
            <p:nvPr/>
          </p:nvSpPr>
          <p:spPr bwMode="auto">
            <a:xfrm>
              <a:off x="3514" y="3716"/>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 name="T10" fmla="*/ 0 60000 65536"/>
                <a:gd name="T11" fmla="*/ 0 60000 65536"/>
                <a:gd name="T12" fmla="*/ 0 60000 65536"/>
                <a:gd name="T13" fmla="*/ 0 60000 65536"/>
                <a:gd name="T14" fmla="*/ 0 60000 65536"/>
                <a:gd name="T15" fmla="*/ 0 w 58"/>
                <a:gd name="T16" fmla="*/ 0 h 82"/>
                <a:gd name="T17" fmla="*/ 58 w 58"/>
                <a:gd name="T18" fmla="*/ 82 h 82"/>
              </a:gdLst>
              <a:ahLst/>
              <a:cxnLst>
                <a:cxn ang="T10">
                  <a:pos x="T0" y="T1"/>
                </a:cxn>
                <a:cxn ang="T11">
                  <a:pos x="T2" y="T3"/>
                </a:cxn>
                <a:cxn ang="T12">
                  <a:pos x="T4" y="T5"/>
                </a:cxn>
                <a:cxn ang="T13">
                  <a:pos x="T6" y="T7"/>
                </a:cxn>
                <a:cxn ang="T14">
                  <a:pos x="T8" y="T9"/>
                </a:cxn>
              </a:cxnLst>
              <a:rect l="T15" t="T16" r="T17" b="T18"/>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24" name="Freeform 230">
              <a:extLst>
                <a:ext uri="{FF2B5EF4-FFF2-40B4-BE49-F238E27FC236}">
                  <a16:creationId xmlns:a16="http://schemas.microsoft.com/office/drawing/2014/main" id="{A060AE19-1D6D-4AA7-804A-E0C8B1B1DB6F}"/>
                </a:ext>
              </a:extLst>
            </p:cNvPr>
            <p:cNvSpPr>
              <a:spLocks/>
            </p:cNvSpPr>
            <p:nvPr/>
          </p:nvSpPr>
          <p:spPr bwMode="auto">
            <a:xfrm>
              <a:off x="3479" y="3706"/>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 name="T10" fmla="*/ 0 60000 65536"/>
                <a:gd name="T11" fmla="*/ 0 60000 65536"/>
                <a:gd name="T12" fmla="*/ 0 60000 65536"/>
                <a:gd name="T13" fmla="*/ 0 60000 65536"/>
                <a:gd name="T14" fmla="*/ 0 60000 65536"/>
                <a:gd name="T15" fmla="*/ 0 w 73"/>
                <a:gd name="T16" fmla="*/ 0 h 113"/>
                <a:gd name="T17" fmla="*/ 73 w 73"/>
                <a:gd name="T18" fmla="*/ 113 h 113"/>
              </a:gdLst>
              <a:ahLst/>
              <a:cxnLst>
                <a:cxn ang="T10">
                  <a:pos x="T0" y="T1"/>
                </a:cxn>
                <a:cxn ang="T11">
                  <a:pos x="T2" y="T3"/>
                </a:cxn>
                <a:cxn ang="T12">
                  <a:pos x="T4" y="T5"/>
                </a:cxn>
                <a:cxn ang="T13">
                  <a:pos x="T6" y="T7"/>
                </a:cxn>
                <a:cxn ang="T14">
                  <a:pos x="T8" y="T9"/>
                </a:cxn>
              </a:cxnLst>
              <a:rect l="T15" t="T16" r="T17" b="T18"/>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25" name="Freeform 231">
              <a:extLst>
                <a:ext uri="{FF2B5EF4-FFF2-40B4-BE49-F238E27FC236}">
                  <a16:creationId xmlns:a16="http://schemas.microsoft.com/office/drawing/2014/main" id="{7F624DB9-638F-48CC-AB66-33F248AC6C6A}"/>
                </a:ext>
              </a:extLst>
            </p:cNvPr>
            <p:cNvSpPr>
              <a:spLocks/>
            </p:cNvSpPr>
            <p:nvPr/>
          </p:nvSpPr>
          <p:spPr bwMode="auto">
            <a:xfrm flipH="1" flipV="1">
              <a:off x="3607" y="3723"/>
              <a:ext cx="41" cy="48"/>
            </a:xfrm>
            <a:custGeom>
              <a:avLst/>
              <a:gdLst>
                <a:gd name="T0" fmla="*/ 35 w 41"/>
                <a:gd name="T1" fmla="*/ 0 h 48"/>
                <a:gd name="T2" fmla="*/ 4 w 41"/>
                <a:gd name="T3" fmla="*/ 23 h 48"/>
                <a:gd name="T4" fmla="*/ 8 w 41"/>
                <a:gd name="T5" fmla="*/ 39 h 48"/>
                <a:gd name="T6" fmla="*/ 41 w 41"/>
                <a:gd name="T7" fmla="*/ 48 h 48"/>
                <a:gd name="T8" fmla="*/ 0 60000 65536"/>
                <a:gd name="T9" fmla="*/ 0 60000 65536"/>
                <a:gd name="T10" fmla="*/ 0 60000 65536"/>
                <a:gd name="T11" fmla="*/ 0 60000 65536"/>
                <a:gd name="T12" fmla="*/ 0 w 41"/>
                <a:gd name="T13" fmla="*/ 0 h 48"/>
                <a:gd name="T14" fmla="*/ 41 w 41"/>
                <a:gd name="T15" fmla="*/ 48 h 48"/>
              </a:gdLst>
              <a:ahLst/>
              <a:cxnLst>
                <a:cxn ang="T8">
                  <a:pos x="T0" y="T1"/>
                </a:cxn>
                <a:cxn ang="T9">
                  <a:pos x="T2" y="T3"/>
                </a:cxn>
                <a:cxn ang="T10">
                  <a:pos x="T4" y="T5"/>
                </a:cxn>
                <a:cxn ang="T11">
                  <a:pos x="T6" y="T7"/>
                </a:cxn>
              </a:cxnLst>
              <a:rect l="T12" t="T13" r="T14" b="T15"/>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26" name="Freeform 232">
              <a:extLst>
                <a:ext uri="{FF2B5EF4-FFF2-40B4-BE49-F238E27FC236}">
                  <a16:creationId xmlns:a16="http://schemas.microsoft.com/office/drawing/2014/main" id="{BF309669-6454-49C3-ADF3-CA69694BBC9D}"/>
                </a:ext>
              </a:extLst>
            </p:cNvPr>
            <p:cNvSpPr>
              <a:spLocks/>
            </p:cNvSpPr>
            <p:nvPr/>
          </p:nvSpPr>
          <p:spPr bwMode="auto">
            <a:xfrm flipH="1" flipV="1">
              <a:off x="3624" y="3707"/>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 name="T10" fmla="*/ 0 60000 65536"/>
                <a:gd name="T11" fmla="*/ 0 60000 65536"/>
                <a:gd name="T12" fmla="*/ 0 60000 65536"/>
                <a:gd name="T13" fmla="*/ 0 60000 65536"/>
                <a:gd name="T14" fmla="*/ 0 60000 65536"/>
                <a:gd name="T15" fmla="*/ 0 w 58"/>
                <a:gd name="T16" fmla="*/ 0 h 82"/>
                <a:gd name="T17" fmla="*/ 58 w 58"/>
                <a:gd name="T18" fmla="*/ 82 h 82"/>
              </a:gdLst>
              <a:ahLst/>
              <a:cxnLst>
                <a:cxn ang="T10">
                  <a:pos x="T0" y="T1"/>
                </a:cxn>
                <a:cxn ang="T11">
                  <a:pos x="T2" y="T3"/>
                </a:cxn>
                <a:cxn ang="T12">
                  <a:pos x="T4" y="T5"/>
                </a:cxn>
                <a:cxn ang="T13">
                  <a:pos x="T6" y="T7"/>
                </a:cxn>
                <a:cxn ang="T14">
                  <a:pos x="T8" y="T9"/>
                </a:cxn>
              </a:cxnLst>
              <a:rect l="T15" t="T16" r="T17" b="T18"/>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27" name="Freeform 233">
              <a:extLst>
                <a:ext uri="{FF2B5EF4-FFF2-40B4-BE49-F238E27FC236}">
                  <a16:creationId xmlns:a16="http://schemas.microsoft.com/office/drawing/2014/main" id="{DC887BD2-CF8A-4179-B8B7-B8FEB0C19D5F}"/>
                </a:ext>
              </a:extLst>
            </p:cNvPr>
            <p:cNvSpPr>
              <a:spLocks/>
            </p:cNvSpPr>
            <p:nvPr/>
          </p:nvSpPr>
          <p:spPr bwMode="auto">
            <a:xfrm flipH="1" flipV="1">
              <a:off x="3638" y="3685"/>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 name="T10" fmla="*/ 0 60000 65536"/>
                <a:gd name="T11" fmla="*/ 0 60000 65536"/>
                <a:gd name="T12" fmla="*/ 0 60000 65536"/>
                <a:gd name="T13" fmla="*/ 0 60000 65536"/>
                <a:gd name="T14" fmla="*/ 0 60000 65536"/>
                <a:gd name="T15" fmla="*/ 0 w 73"/>
                <a:gd name="T16" fmla="*/ 0 h 113"/>
                <a:gd name="T17" fmla="*/ 73 w 73"/>
                <a:gd name="T18" fmla="*/ 113 h 113"/>
              </a:gdLst>
              <a:ahLst/>
              <a:cxnLst>
                <a:cxn ang="T10">
                  <a:pos x="T0" y="T1"/>
                </a:cxn>
                <a:cxn ang="T11">
                  <a:pos x="T2" y="T3"/>
                </a:cxn>
                <a:cxn ang="T12">
                  <a:pos x="T4" y="T5"/>
                </a:cxn>
                <a:cxn ang="T13">
                  <a:pos x="T6" y="T7"/>
                </a:cxn>
                <a:cxn ang="T14">
                  <a:pos x="T8" y="T9"/>
                </a:cxn>
              </a:cxnLst>
              <a:rect l="T15" t="T16" r="T17" b="T18"/>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3015" name="Group 234">
            <a:extLst>
              <a:ext uri="{FF2B5EF4-FFF2-40B4-BE49-F238E27FC236}">
                <a16:creationId xmlns:a16="http://schemas.microsoft.com/office/drawing/2014/main" id="{F82A673E-F63D-4A0E-9741-367C316999A5}"/>
              </a:ext>
            </a:extLst>
          </p:cNvPr>
          <p:cNvGrpSpPr>
            <a:grpSpLocks/>
          </p:cNvGrpSpPr>
          <p:nvPr/>
        </p:nvGrpSpPr>
        <p:grpSpPr bwMode="auto">
          <a:xfrm>
            <a:off x="6399213" y="5268913"/>
            <a:ext cx="368300" cy="212725"/>
            <a:chOff x="3479" y="3685"/>
            <a:chExt cx="232" cy="134"/>
          </a:xfrm>
        </p:grpSpPr>
        <p:sp>
          <p:nvSpPr>
            <p:cNvPr id="83016" name="Freeform 235">
              <a:extLst>
                <a:ext uri="{FF2B5EF4-FFF2-40B4-BE49-F238E27FC236}">
                  <a16:creationId xmlns:a16="http://schemas.microsoft.com/office/drawing/2014/main" id="{847C7FB8-D724-4A00-9FDA-757C25E738D8}"/>
                </a:ext>
              </a:extLst>
            </p:cNvPr>
            <p:cNvSpPr>
              <a:spLocks/>
            </p:cNvSpPr>
            <p:nvPr/>
          </p:nvSpPr>
          <p:spPr bwMode="auto">
            <a:xfrm>
              <a:off x="3550" y="3732"/>
              <a:ext cx="41" cy="48"/>
            </a:xfrm>
            <a:custGeom>
              <a:avLst/>
              <a:gdLst>
                <a:gd name="T0" fmla="*/ 35 w 41"/>
                <a:gd name="T1" fmla="*/ 0 h 48"/>
                <a:gd name="T2" fmla="*/ 4 w 41"/>
                <a:gd name="T3" fmla="*/ 23 h 48"/>
                <a:gd name="T4" fmla="*/ 8 w 41"/>
                <a:gd name="T5" fmla="*/ 39 h 48"/>
                <a:gd name="T6" fmla="*/ 41 w 41"/>
                <a:gd name="T7" fmla="*/ 48 h 48"/>
                <a:gd name="T8" fmla="*/ 0 60000 65536"/>
                <a:gd name="T9" fmla="*/ 0 60000 65536"/>
                <a:gd name="T10" fmla="*/ 0 60000 65536"/>
                <a:gd name="T11" fmla="*/ 0 60000 65536"/>
                <a:gd name="T12" fmla="*/ 0 w 41"/>
                <a:gd name="T13" fmla="*/ 0 h 48"/>
                <a:gd name="T14" fmla="*/ 41 w 41"/>
                <a:gd name="T15" fmla="*/ 48 h 48"/>
              </a:gdLst>
              <a:ahLst/>
              <a:cxnLst>
                <a:cxn ang="T8">
                  <a:pos x="T0" y="T1"/>
                </a:cxn>
                <a:cxn ang="T9">
                  <a:pos x="T2" y="T3"/>
                </a:cxn>
                <a:cxn ang="T10">
                  <a:pos x="T4" y="T5"/>
                </a:cxn>
                <a:cxn ang="T11">
                  <a:pos x="T6" y="T7"/>
                </a:cxn>
              </a:cxnLst>
              <a:rect l="T12" t="T13" r="T14" b="T15"/>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17" name="Freeform 236">
              <a:extLst>
                <a:ext uri="{FF2B5EF4-FFF2-40B4-BE49-F238E27FC236}">
                  <a16:creationId xmlns:a16="http://schemas.microsoft.com/office/drawing/2014/main" id="{CBF65D54-2ADD-4075-BB19-452F227E89EE}"/>
                </a:ext>
              </a:extLst>
            </p:cNvPr>
            <p:cNvSpPr>
              <a:spLocks/>
            </p:cNvSpPr>
            <p:nvPr/>
          </p:nvSpPr>
          <p:spPr bwMode="auto">
            <a:xfrm>
              <a:off x="3514" y="3716"/>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 name="T10" fmla="*/ 0 60000 65536"/>
                <a:gd name="T11" fmla="*/ 0 60000 65536"/>
                <a:gd name="T12" fmla="*/ 0 60000 65536"/>
                <a:gd name="T13" fmla="*/ 0 60000 65536"/>
                <a:gd name="T14" fmla="*/ 0 60000 65536"/>
                <a:gd name="T15" fmla="*/ 0 w 58"/>
                <a:gd name="T16" fmla="*/ 0 h 82"/>
                <a:gd name="T17" fmla="*/ 58 w 58"/>
                <a:gd name="T18" fmla="*/ 82 h 82"/>
              </a:gdLst>
              <a:ahLst/>
              <a:cxnLst>
                <a:cxn ang="T10">
                  <a:pos x="T0" y="T1"/>
                </a:cxn>
                <a:cxn ang="T11">
                  <a:pos x="T2" y="T3"/>
                </a:cxn>
                <a:cxn ang="T12">
                  <a:pos x="T4" y="T5"/>
                </a:cxn>
                <a:cxn ang="T13">
                  <a:pos x="T6" y="T7"/>
                </a:cxn>
                <a:cxn ang="T14">
                  <a:pos x="T8" y="T9"/>
                </a:cxn>
              </a:cxnLst>
              <a:rect l="T15" t="T16" r="T17" b="T18"/>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18" name="Freeform 237">
              <a:extLst>
                <a:ext uri="{FF2B5EF4-FFF2-40B4-BE49-F238E27FC236}">
                  <a16:creationId xmlns:a16="http://schemas.microsoft.com/office/drawing/2014/main" id="{05E36775-C228-4407-A4C2-FE7FBFC7A0EE}"/>
                </a:ext>
              </a:extLst>
            </p:cNvPr>
            <p:cNvSpPr>
              <a:spLocks/>
            </p:cNvSpPr>
            <p:nvPr/>
          </p:nvSpPr>
          <p:spPr bwMode="auto">
            <a:xfrm>
              <a:off x="3479" y="3706"/>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 name="T10" fmla="*/ 0 60000 65536"/>
                <a:gd name="T11" fmla="*/ 0 60000 65536"/>
                <a:gd name="T12" fmla="*/ 0 60000 65536"/>
                <a:gd name="T13" fmla="*/ 0 60000 65536"/>
                <a:gd name="T14" fmla="*/ 0 60000 65536"/>
                <a:gd name="T15" fmla="*/ 0 w 73"/>
                <a:gd name="T16" fmla="*/ 0 h 113"/>
                <a:gd name="T17" fmla="*/ 73 w 73"/>
                <a:gd name="T18" fmla="*/ 113 h 113"/>
              </a:gdLst>
              <a:ahLst/>
              <a:cxnLst>
                <a:cxn ang="T10">
                  <a:pos x="T0" y="T1"/>
                </a:cxn>
                <a:cxn ang="T11">
                  <a:pos x="T2" y="T3"/>
                </a:cxn>
                <a:cxn ang="T12">
                  <a:pos x="T4" y="T5"/>
                </a:cxn>
                <a:cxn ang="T13">
                  <a:pos x="T6" y="T7"/>
                </a:cxn>
                <a:cxn ang="T14">
                  <a:pos x="T8" y="T9"/>
                </a:cxn>
              </a:cxnLst>
              <a:rect l="T15" t="T16" r="T17" b="T18"/>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19" name="Freeform 238">
              <a:extLst>
                <a:ext uri="{FF2B5EF4-FFF2-40B4-BE49-F238E27FC236}">
                  <a16:creationId xmlns:a16="http://schemas.microsoft.com/office/drawing/2014/main" id="{CF211610-3EDD-49C1-838F-F47D9B57DE65}"/>
                </a:ext>
              </a:extLst>
            </p:cNvPr>
            <p:cNvSpPr>
              <a:spLocks/>
            </p:cNvSpPr>
            <p:nvPr/>
          </p:nvSpPr>
          <p:spPr bwMode="auto">
            <a:xfrm flipH="1" flipV="1">
              <a:off x="3607" y="3723"/>
              <a:ext cx="41" cy="48"/>
            </a:xfrm>
            <a:custGeom>
              <a:avLst/>
              <a:gdLst>
                <a:gd name="T0" fmla="*/ 35 w 41"/>
                <a:gd name="T1" fmla="*/ 0 h 48"/>
                <a:gd name="T2" fmla="*/ 4 w 41"/>
                <a:gd name="T3" fmla="*/ 23 h 48"/>
                <a:gd name="T4" fmla="*/ 8 w 41"/>
                <a:gd name="T5" fmla="*/ 39 h 48"/>
                <a:gd name="T6" fmla="*/ 41 w 41"/>
                <a:gd name="T7" fmla="*/ 48 h 48"/>
                <a:gd name="T8" fmla="*/ 0 60000 65536"/>
                <a:gd name="T9" fmla="*/ 0 60000 65536"/>
                <a:gd name="T10" fmla="*/ 0 60000 65536"/>
                <a:gd name="T11" fmla="*/ 0 60000 65536"/>
                <a:gd name="T12" fmla="*/ 0 w 41"/>
                <a:gd name="T13" fmla="*/ 0 h 48"/>
                <a:gd name="T14" fmla="*/ 41 w 41"/>
                <a:gd name="T15" fmla="*/ 48 h 48"/>
              </a:gdLst>
              <a:ahLst/>
              <a:cxnLst>
                <a:cxn ang="T8">
                  <a:pos x="T0" y="T1"/>
                </a:cxn>
                <a:cxn ang="T9">
                  <a:pos x="T2" y="T3"/>
                </a:cxn>
                <a:cxn ang="T10">
                  <a:pos x="T4" y="T5"/>
                </a:cxn>
                <a:cxn ang="T11">
                  <a:pos x="T6" y="T7"/>
                </a:cxn>
              </a:cxnLst>
              <a:rect l="T12" t="T13" r="T14" b="T15"/>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20" name="Freeform 239">
              <a:extLst>
                <a:ext uri="{FF2B5EF4-FFF2-40B4-BE49-F238E27FC236}">
                  <a16:creationId xmlns:a16="http://schemas.microsoft.com/office/drawing/2014/main" id="{88B3B78A-936A-4DCB-8B84-8F2F1FDB64C4}"/>
                </a:ext>
              </a:extLst>
            </p:cNvPr>
            <p:cNvSpPr>
              <a:spLocks/>
            </p:cNvSpPr>
            <p:nvPr/>
          </p:nvSpPr>
          <p:spPr bwMode="auto">
            <a:xfrm flipH="1" flipV="1">
              <a:off x="3624" y="3707"/>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 name="T10" fmla="*/ 0 60000 65536"/>
                <a:gd name="T11" fmla="*/ 0 60000 65536"/>
                <a:gd name="T12" fmla="*/ 0 60000 65536"/>
                <a:gd name="T13" fmla="*/ 0 60000 65536"/>
                <a:gd name="T14" fmla="*/ 0 60000 65536"/>
                <a:gd name="T15" fmla="*/ 0 w 58"/>
                <a:gd name="T16" fmla="*/ 0 h 82"/>
                <a:gd name="T17" fmla="*/ 58 w 58"/>
                <a:gd name="T18" fmla="*/ 82 h 82"/>
              </a:gdLst>
              <a:ahLst/>
              <a:cxnLst>
                <a:cxn ang="T10">
                  <a:pos x="T0" y="T1"/>
                </a:cxn>
                <a:cxn ang="T11">
                  <a:pos x="T2" y="T3"/>
                </a:cxn>
                <a:cxn ang="T12">
                  <a:pos x="T4" y="T5"/>
                </a:cxn>
                <a:cxn ang="T13">
                  <a:pos x="T6" y="T7"/>
                </a:cxn>
                <a:cxn ang="T14">
                  <a:pos x="T8" y="T9"/>
                </a:cxn>
              </a:cxnLst>
              <a:rect l="T15" t="T16" r="T17" b="T18"/>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021" name="Freeform 240">
              <a:extLst>
                <a:ext uri="{FF2B5EF4-FFF2-40B4-BE49-F238E27FC236}">
                  <a16:creationId xmlns:a16="http://schemas.microsoft.com/office/drawing/2014/main" id="{82675287-8A0F-4078-89F2-A31AD93557D6}"/>
                </a:ext>
              </a:extLst>
            </p:cNvPr>
            <p:cNvSpPr>
              <a:spLocks/>
            </p:cNvSpPr>
            <p:nvPr/>
          </p:nvSpPr>
          <p:spPr bwMode="auto">
            <a:xfrm flipH="1" flipV="1">
              <a:off x="3638" y="3685"/>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 name="T10" fmla="*/ 0 60000 65536"/>
                <a:gd name="T11" fmla="*/ 0 60000 65536"/>
                <a:gd name="T12" fmla="*/ 0 60000 65536"/>
                <a:gd name="T13" fmla="*/ 0 60000 65536"/>
                <a:gd name="T14" fmla="*/ 0 60000 65536"/>
                <a:gd name="T15" fmla="*/ 0 w 73"/>
                <a:gd name="T16" fmla="*/ 0 h 113"/>
                <a:gd name="T17" fmla="*/ 73 w 73"/>
                <a:gd name="T18" fmla="*/ 113 h 113"/>
              </a:gdLst>
              <a:ahLst/>
              <a:cxnLst>
                <a:cxn ang="T10">
                  <a:pos x="T0" y="T1"/>
                </a:cxn>
                <a:cxn ang="T11">
                  <a:pos x="T2" y="T3"/>
                </a:cxn>
                <a:cxn ang="T12">
                  <a:pos x="T4" y="T5"/>
                </a:cxn>
                <a:cxn ang="T13">
                  <a:pos x="T6" y="T7"/>
                </a:cxn>
                <a:cxn ang="T14">
                  <a:pos x="T8" y="T9"/>
                </a:cxn>
              </a:cxnLst>
              <a:rect l="T15" t="T16" r="T17" b="T18"/>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a:extLst>
              <a:ext uri="{FF2B5EF4-FFF2-40B4-BE49-F238E27FC236}">
                <a16:creationId xmlns:a16="http://schemas.microsoft.com/office/drawing/2014/main" id="{6E5E19B2-3932-4084-A284-63F88309F185}"/>
              </a:ext>
            </a:extLst>
          </p:cNvPr>
          <p:cNvSpPr>
            <a:spLocks noGrp="1"/>
          </p:cNvSpPr>
          <p:nvPr>
            <p:ph idx="1"/>
          </p:nvPr>
        </p:nvSpPr>
        <p:spPr>
          <a:xfrm>
            <a:off x="304800" y="1493838"/>
            <a:ext cx="8229600" cy="4525962"/>
          </a:xfrm>
        </p:spPr>
        <p:txBody>
          <a:bodyPr/>
          <a:lstStyle/>
          <a:p>
            <a:pPr fontAlgn="base">
              <a:spcAft>
                <a:spcPct val="0"/>
              </a:spcAft>
            </a:pPr>
            <a:r>
              <a:rPr lang="en-US" altLang="en-US">
                <a:solidFill>
                  <a:srgbClr val="FF0000"/>
                </a:solidFill>
              </a:rPr>
              <a:t>Dialup via modem</a:t>
            </a:r>
            <a:endParaRPr lang="en-US" altLang="en-US"/>
          </a:p>
          <a:p>
            <a:pPr lvl="1" fontAlgn="base">
              <a:spcAft>
                <a:spcPct val="0"/>
              </a:spcAft>
            </a:pPr>
            <a:r>
              <a:rPr lang="en-US" altLang="en-US"/>
              <a:t>up to 56Kbps direct access to router (conceptually)</a:t>
            </a:r>
          </a:p>
          <a:p>
            <a:pPr fontAlgn="base">
              <a:spcAft>
                <a:spcPct val="0"/>
              </a:spcAft>
            </a:pPr>
            <a:r>
              <a:rPr lang="en-US" altLang="en-US" u="sng">
                <a:solidFill>
                  <a:srgbClr val="FF0000"/>
                </a:solidFill>
              </a:rPr>
              <a:t>DSL:</a:t>
            </a:r>
            <a:r>
              <a:rPr lang="en-US" altLang="en-US">
                <a:solidFill>
                  <a:srgbClr val="FF0000"/>
                </a:solidFill>
              </a:rPr>
              <a:t> digital subscriber line</a:t>
            </a:r>
            <a:endParaRPr lang="en-US" altLang="en-US"/>
          </a:p>
          <a:p>
            <a:pPr lvl="1" fontAlgn="base">
              <a:spcAft>
                <a:spcPct val="0"/>
              </a:spcAft>
            </a:pPr>
            <a:r>
              <a:rPr lang="en-US" altLang="en-US"/>
              <a:t>up to 1 Mbps home-to-router</a:t>
            </a:r>
          </a:p>
          <a:p>
            <a:pPr lvl="1" fontAlgn="base">
              <a:spcAft>
                <a:spcPct val="0"/>
              </a:spcAft>
            </a:pPr>
            <a:r>
              <a:rPr lang="en-US" altLang="en-US"/>
              <a:t>up to 8 Mbps router-to-home</a:t>
            </a:r>
          </a:p>
        </p:txBody>
      </p:sp>
      <p:sp>
        <p:nvSpPr>
          <p:cNvPr id="83971" name="Slide Number Placeholder 6">
            <a:extLst>
              <a:ext uri="{FF2B5EF4-FFF2-40B4-BE49-F238E27FC236}">
                <a16:creationId xmlns:a16="http://schemas.microsoft.com/office/drawing/2014/main" id="{F0971C9C-933F-4E5D-9E62-70CDDEF3D23B}"/>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4C1B46E7-987F-494F-8300-E91AC625A9D5}" type="slidenum">
              <a:rPr lang="en-US" altLang="en-US" sz="1400">
                <a:latin typeface="Times New Roman" panose="02020603050405020304" pitchFamily="18" charset="0"/>
              </a:rPr>
              <a:pPr algn="l" eaLnBrk="0" hangingPunct="0">
                <a:spcBef>
                  <a:spcPct val="0"/>
                </a:spcBef>
                <a:buFontTx/>
                <a:buNone/>
              </a:pPr>
              <a:t>50</a:t>
            </a:fld>
            <a:endParaRPr lang="en-US" altLang="en-US" sz="1400">
              <a:latin typeface="Times New Roman" panose="02020603050405020304" pitchFamily="18" charset="0"/>
            </a:endParaRPr>
          </a:p>
        </p:txBody>
      </p:sp>
      <p:sp>
        <p:nvSpPr>
          <p:cNvPr id="11271" name="Rectangle 2">
            <a:extLst>
              <a:ext uri="{FF2B5EF4-FFF2-40B4-BE49-F238E27FC236}">
                <a16:creationId xmlns:a16="http://schemas.microsoft.com/office/drawing/2014/main" id="{1E2376B7-E454-4EB7-A557-A71BD0AC376C}"/>
              </a:ext>
            </a:extLst>
          </p:cNvPr>
          <p:cNvSpPr>
            <a:spLocks noGrp="1" noChangeArrowheads="1"/>
          </p:cNvSpPr>
          <p:nvPr>
            <p:ph type="title" idx="4294967295"/>
          </p:nvPr>
        </p:nvSpPr>
        <p:spPr>
          <a:xfrm>
            <a:off x="0" y="228600"/>
            <a:ext cx="8382000" cy="1143000"/>
          </a:xfrm>
        </p:spPr>
        <p:txBody>
          <a:bodyPr/>
          <a:lstStyle/>
          <a:p>
            <a:pPr>
              <a:defRPr/>
            </a:pPr>
            <a:r>
              <a:rPr lang="en-US" sz="3200"/>
              <a:t>Residential access: point to point access</a:t>
            </a:r>
            <a:endParaRPr lang="en-US"/>
          </a:p>
        </p:txBody>
      </p:sp>
      <p:grpSp>
        <p:nvGrpSpPr>
          <p:cNvPr id="83973" name="Group 4">
            <a:extLst>
              <a:ext uri="{FF2B5EF4-FFF2-40B4-BE49-F238E27FC236}">
                <a16:creationId xmlns:a16="http://schemas.microsoft.com/office/drawing/2014/main" id="{E786801E-4F5B-44B4-B200-CA6E25D57048}"/>
              </a:ext>
            </a:extLst>
          </p:cNvPr>
          <p:cNvGrpSpPr>
            <a:grpSpLocks/>
          </p:cNvGrpSpPr>
          <p:nvPr/>
        </p:nvGrpSpPr>
        <p:grpSpPr bwMode="auto">
          <a:xfrm>
            <a:off x="5591175" y="2543175"/>
            <a:ext cx="2555875" cy="1830388"/>
            <a:chOff x="3060" y="1128"/>
            <a:chExt cx="1016" cy="691"/>
          </a:xfrm>
        </p:grpSpPr>
        <p:graphicFrame>
          <p:nvGraphicFramePr>
            <p:cNvPr id="83974" name="Object 5">
              <a:extLst>
                <a:ext uri="{FF2B5EF4-FFF2-40B4-BE49-F238E27FC236}">
                  <a16:creationId xmlns:a16="http://schemas.microsoft.com/office/drawing/2014/main" id="{8FD7BE1B-2D32-4207-BF5A-43E292590131}"/>
                </a:ext>
              </a:extLst>
            </p:cNvPr>
            <p:cNvGraphicFramePr>
              <a:graphicFrameLocks noChangeAspect="1"/>
            </p:cNvGraphicFramePr>
            <p:nvPr/>
          </p:nvGraphicFramePr>
          <p:xfrm>
            <a:off x="3060" y="1128"/>
            <a:ext cx="290" cy="241"/>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 y="1128"/>
                          <a:ext cx="290"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5" name="Object 6">
              <a:extLst>
                <a:ext uri="{FF2B5EF4-FFF2-40B4-BE49-F238E27FC236}">
                  <a16:creationId xmlns:a16="http://schemas.microsoft.com/office/drawing/2014/main" id="{E8484E16-47FC-4042-8F7B-2E5B255B5F9D}"/>
                </a:ext>
              </a:extLst>
            </p:cNvPr>
            <p:cNvGraphicFramePr>
              <a:graphicFrameLocks noChangeAspect="1"/>
            </p:cNvGraphicFramePr>
            <p:nvPr/>
          </p:nvGraphicFramePr>
          <p:xfrm>
            <a:off x="3376" y="1217"/>
            <a:ext cx="195" cy="140"/>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6" y="1217"/>
                          <a:ext cx="195"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6" name="Line 7">
              <a:extLst>
                <a:ext uri="{FF2B5EF4-FFF2-40B4-BE49-F238E27FC236}">
                  <a16:creationId xmlns:a16="http://schemas.microsoft.com/office/drawing/2014/main" id="{2836BBAA-C217-425E-8ED5-2C25BE81AD4D}"/>
                </a:ext>
              </a:extLst>
            </p:cNvPr>
            <p:cNvSpPr>
              <a:spLocks noChangeShapeType="1"/>
            </p:cNvSpPr>
            <p:nvPr/>
          </p:nvSpPr>
          <p:spPr bwMode="auto">
            <a:xfrm flipV="1">
              <a:off x="3343" y="1311"/>
              <a:ext cx="80" cy="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83977" name="Object 8">
              <a:extLst>
                <a:ext uri="{FF2B5EF4-FFF2-40B4-BE49-F238E27FC236}">
                  <a16:creationId xmlns:a16="http://schemas.microsoft.com/office/drawing/2014/main" id="{469E0053-AAA9-4A33-8FDF-B7BAE718493F}"/>
                </a:ext>
              </a:extLst>
            </p:cNvPr>
            <p:cNvGraphicFramePr>
              <a:graphicFrameLocks noChangeAspect="1"/>
            </p:cNvGraphicFramePr>
            <p:nvPr/>
          </p:nvGraphicFramePr>
          <p:xfrm>
            <a:off x="3060" y="1578"/>
            <a:ext cx="290" cy="241"/>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 y="1578"/>
                          <a:ext cx="290"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8" name="Object 9">
              <a:extLst>
                <a:ext uri="{FF2B5EF4-FFF2-40B4-BE49-F238E27FC236}">
                  <a16:creationId xmlns:a16="http://schemas.microsoft.com/office/drawing/2014/main" id="{1AD41DD4-838C-46D7-B148-014284439849}"/>
                </a:ext>
              </a:extLst>
            </p:cNvPr>
            <p:cNvGraphicFramePr>
              <a:graphicFrameLocks noChangeAspect="1"/>
            </p:cNvGraphicFramePr>
            <p:nvPr/>
          </p:nvGraphicFramePr>
          <p:xfrm>
            <a:off x="3376" y="1667"/>
            <a:ext cx="195" cy="140"/>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6" y="1667"/>
                          <a:ext cx="195"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9" name="Line 10">
              <a:extLst>
                <a:ext uri="{FF2B5EF4-FFF2-40B4-BE49-F238E27FC236}">
                  <a16:creationId xmlns:a16="http://schemas.microsoft.com/office/drawing/2014/main" id="{E2BE60EA-1281-4706-9AF5-A11DDF7F3821}"/>
                </a:ext>
              </a:extLst>
            </p:cNvPr>
            <p:cNvSpPr>
              <a:spLocks noChangeShapeType="1"/>
            </p:cNvSpPr>
            <p:nvPr/>
          </p:nvSpPr>
          <p:spPr bwMode="auto">
            <a:xfrm flipV="1">
              <a:off x="3343" y="1761"/>
              <a:ext cx="80" cy="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3980" name="Group 11">
              <a:extLst>
                <a:ext uri="{FF2B5EF4-FFF2-40B4-BE49-F238E27FC236}">
                  <a16:creationId xmlns:a16="http://schemas.microsoft.com/office/drawing/2014/main" id="{A2E543B4-971B-4421-9997-8AEA36037763}"/>
                </a:ext>
              </a:extLst>
            </p:cNvPr>
            <p:cNvGrpSpPr>
              <a:grpSpLocks/>
            </p:cNvGrpSpPr>
            <p:nvPr/>
          </p:nvGrpSpPr>
          <p:grpSpPr bwMode="auto">
            <a:xfrm>
              <a:off x="3322" y="1417"/>
              <a:ext cx="49" cy="162"/>
              <a:chOff x="3842" y="406"/>
              <a:chExt cx="51" cy="167"/>
            </a:xfrm>
          </p:grpSpPr>
          <p:sp>
            <p:nvSpPr>
              <p:cNvPr id="83997" name="Oval 12">
                <a:extLst>
                  <a:ext uri="{FF2B5EF4-FFF2-40B4-BE49-F238E27FC236}">
                    <a16:creationId xmlns:a16="http://schemas.microsoft.com/office/drawing/2014/main" id="{42F396C8-B064-4EF0-B84A-58168D919858}"/>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998" name="Oval 13">
                <a:extLst>
                  <a:ext uri="{FF2B5EF4-FFF2-40B4-BE49-F238E27FC236}">
                    <a16:creationId xmlns:a16="http://schemas.microsoft.com/office/drawing/2014/main" id="{BE84DA4B-06F8-4293-B241-70A07DB6CA87}"/>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999" name="Oval 14">
                <a:extLst>
                  <a:ext uri="{FF2B5EF4-FFF2-40B4-BE49-F238E27FC236}">
                    <a16:creationId xmlns:a16="http://schemas.microsoft.com/office/drawing/2014/main" id="{5CDF1BE8-D96F-4558-B71C-18AD64DEC0FC}"/>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83981" name="Line 15">
              <a:extLst>
                <a:ext uri="{FF2B5EF4-FFF2-40B4-BE49-F238E27FC236}">
                  <a16:creationId xmlns:a16="http://schemas.microsoft.com/office/drawing/2014/main" id="{E841EAD9-F0E5-4691-AEDA-65DF36582DBC}"/>
                </a:ext>
              </a:extLst>
            </p:cNvPr>
            <p:cNvSpPr>
              <a:spLocks noChangeShapeType="1"/>
            </p:cNvSpPr>
            <p:nvPr/>
          </p:nvSpPr>
          <p:spPr bwMode="auto">
            <a:xfrm>
              <a:off x="3536" y="1320"/>
              <a:ext cx="201" cy="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2" name="Line 16">
              <a:extLst>
                <a:ext uri="{FF2B5EF4-FFF2-40B4-BE49-F238E27FC236}">
                  <a16:creationId xmlns:a16="http://schemas.microsoft.com/office/drawing/2014/main" id="{26256CA5-34D0-4D84-B419-6953AF034594}"/>
                </a:ext>
              </a:extLst>
            </p:cNvPr>
            <p:cNvSpPr>
              <a:spLocks noChangeShapeType="1"/>
            </p:cNvSpPr>
            <p:nvPr/>
          </p:nvSpPr>
          <p:spPr bwMode="auto">
            <a:xfrm flipV="1">
              <a:off x="3544" y="1536"/>
              <a:ext cx="193" cy="24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3983" name="Group 17">
              <a:extLst>
                <a:ext uri="{FF2B5EF4-FFF2-40B4-BE49-F238E27FC236}">
                  <a16:creationId xmlns:a16="http://schemas.microsoft.com/office/drawing/2014/main" id="{DC2F51D2-A01D-436F-A24D-9580D0DB6649}"/>
                </a:ext>
              </a:extLst>
            </p:cNvPr>
            <p:cNvGrpSpPr>
              <a:grpSpLocks/>
            </p:cNvGrpSpPr>
            <p:nvPr/>
          </p:nvGrpSpPr>
          <p:grpSpPr bwMode="auto">
            <a:xfrm>
              <a:off x="3727" y="1432"/>
              <a:ext cx="349" cy="176"/>
              <a:chOff x="3600" y="219"/>
              <a:chExt cx="360" cy="175"/>
            </a:xfrm>
          </p:grpSpPr>
          <p:sp>
            <p:nvSpPr>
              <p:cNvPr id="83984" name="Oval 18">
                <a:extLst>
                  <a:ext uri="{FF2B5EF4-FFF2-40B4-BE49-F238E27FC236}">
                    <a16:creationId xmlns:a16="http://schemas.microsoft.com/office/drawing/2014/main" id="{6520073F-5DB4-4971-95B0-A8388375EFA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3985" name="Line 19">
                <a:extLst>
                  <a:ext uri="{FF2B5EF4-FFF2-40B4-BE49-F238E27FC236}">
                    <a16:creationId xmlns:a16="http://schemas.microsoft.com/office/drawing/2014/main" id="{ABCA0C4F-2072-482A-AF29-D16ED58EC9F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6" name="Line 20">
                <a:extLst>
                  <a:ext uri="{FF2B5EF4-FFF2-40B4-BE49-F238E27FC236}">
                    <a16:creationId xmlns:a16="http://schemas.microsoft.com/office/drawing/2014/main" id="{89283893-BAF2-4AC9-A39F-AF4FE209429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7" name="Rectangle 21">
                <a:extLst>
                  <a:ext uri="{FF2B5EF4-FFF2-40B4-BE49-F238E27FC236}">
                    <a16:creationId xmlns:a16="http://schemas.microsoft.com/office/drawing/2014/main" id="{6B11F7FF-4D1D-4706-85B7-B17C99A7EAB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3988" name="Oval 22">
                <a:extLst>
                  <a:ext uri="{FF2B5EF4-FFF2-40B4-BE49-F238E27FC236}">
                    <a16:creationId xmlns:a16="http://schemas.microsoft.com/office/drawing/2014/main" id="{72041D69-1543-4CF5-B08D-725822AA696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3989" name="Group 23">
                <a:extLst>
                  <a:ext uri="{FF2B5EF4-FFF2-40B4-BE49-F238E27FC236}">
                    <a16:creationId xmlns:a16="http://schemas.microsoft.com/office/drawing/2014/main" id="{EBBBF23B-22F3-4E7A-8981-FB8062D7C5D1}"/>
                  </a:ext>
                </a:extLst>
              </p:cNvPr>
              <p:cNvGrpSpPr>
                <a:grpSpLocks/>
              </p:cNvGrpSpPr>
              <p:nvPr/>
            </p:nvGrpSpPr>
            <p:grpSpPr bwMode="auto">
              <a:xfrm>
                <a:off x="3686" y="244"/>
                <a:ext cx="177" cy="66"/>
                <a:chOff x="2848" y="848"/>
                <a:chExt cx="140" cy="98"/>
              </a:xfrm>
            </p:grpSpPr>
            <p:sp>
              <p:nvSpPr>
                <p:cNvPr id="83994" name="Line 24">
                  <a:extLst>
                    <a:ext uri="{FF2B5EF4-FFF2-40B4-BE49-F238E27FC236}">
                      <a16:creationId xmlns:a16="http://schemas.microsoft.com/office/drawing/2014/main" id="{ED28BA21-E4D0-4A68-BD71-9E847C3D54F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95" name="Line 25">
                  <a:extLst>
                    <a:ext uri="{FF2B5EF4-FFF2-40B4-BE49-F238E27FC236}">
                      <a16:creationId xmlns:a16="http://schemas.microsoft.com/office/drawing/2014/main" id="{1BB0D946-294B-4B79-B956-7C48C969F59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96" name="Line 26">
                  <a:extLst>
                    <a:ext uri="{FF2B5EF4-FFF2-40B4-BE49-F238E27FC236}">
                      <a16:creationId xmlns:a16="http://schemas.microsoft.com/office/drawing/2014/main" id="{CD9C18F6-8878-4C24-9C96-CB894758428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990" name="Group 27">
                <a:extLst>
                  <a:ext uri="{FF2B5EF4-FFF2-40B4-BE49-F238E27FC236}">
                    <a16:creationId xmlns:a16="http://schemas.microsoft.com/office/drawing/2014/main" id="{C3FE860C-C776-4551-B2E6-EB654060F96D}"/>
                  </a:ext>
                </a:extLst>
              </p:cNvPr>
              <p:cNvGrpSpPr>
                <a:grpSpLocks/>
              </p:cNvGrpSpPr>
              <p:nvPr/>
            </p:nvGrpSpPr>
            <p:grpSpPr bwMode="auto">
              <a:xfrm flipV="1">
                <a:off x="3686" y="243"/>
                <a:ext cx="177" cy="66"/>
                <a:chOff x="2848" y="848"/>
                <a:chExt cx="140" cy="98"/>
              </a:xfrm>
            </p:grpSpPr>
            <p:sp>
              <p:nvSpPr>
                <p:cNvPr id="83991" name="Line 28">
                  <a:extLst>
                    <a:ext uri="{FF2B5EF4-FFF2-40B4-BE49-F238E27FC236}">
                      <a16:creationId xmlns:a16="http://schemas.microsoft.com/office/drawing/2014/main" id="{26168F39-C007-43DA-9E10-87EBEDBB48D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92" name="Line 29">
                  <a:extLst>
                    <a:ext uri="{FF2B5EF4-FFF2-40B4-BE49-F238E27FC236}">
                      <a16:creationId xmlns:a16="http://schemas.microsoft.com/office/drawing/2014/main" id="{22F3EAB4-0041-4E63-872C-640219D9EF0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93" name="Line 30">
                  <a:extLst>
                    <a:ext uri="{FF2B5EF4-FFF2-40B4-BE49-F238E27FC236}">
                      <a16:creationId xmlns:a16="http://schemas.microsoft.com/office/drawing/2014/main" id="{5AADDF2F-402B-4CB6-A76A-C6DE1AC0EF8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a:extLst>
              <a:ext uri="{FF2B5EF4-FFF2-40B4-BE49-F238E27FC236}">
                <a16:creationId xmlns:a16="http://schemas.microsoft.com/office/drawing/2014/main" id="{31EDC168-FF77-4A8D-9933-5BEAB48F6D76}"/>
              </a:ext>
            </a:extLst>
          </p:cNvPr>
          <p:cNvSpPr>
            <a:spLocks noGrp="1"/>
          </p:cNvSpPr>
          <p:nvPr>
            <p:ph sz="half" idx="1"/>
          </p:nvPr>
        </p:nvSpPr>
        <p:spPr/>
        <p:txBody>
          <a:bodyPr/>
          <a:lstStyle/>
          <a:p>
            <a:pPr fontAlgn="base">
              <a:spcAft>
                <a:spcPct val="0"/>
              </a:spcAft>
            </a:pPr>
            <a:r>
              <a:rPr lang="en-US" altLang="en-US" sz="2400"/>
              <a:t>company/univ </a:t>
            </a:r>
            <a:r>
              <a:rPr lang="en-US" altLang="en-US" sz="2400">
                <a:solidFill>
                  <a:srgbClr val="FF0000"/>
                </a:solidFill>
              </a:rPr>
              <a:t>local area network</a:t>
            </a:r>
            <a:r>
              <a:rPr lang="en-US" altLang="en-US" sz="2400"/>
              <a:t> (LAN) connects end system to edge router</a:t>
            </a:r>
            <a:endParaRPr lang="en-US" altLang="en-US" sz="2400">
              <a:solidFill>
                <a:srgbClr val="FF0000"/>
              </a:solidFill>
            </a:endParaRPr>
          </a:p>
          <a:p>
            <a:pPr fontAlgn="base">
              <a:spcAft>
                <a:spcPct val="0"/>
              </a:spcAft>
            </a:pPr>
            <a:r>
              <a:rPr lang="en-US" altLang="en-US" sz="2400">
                <a:solidFill>
                  <a:srgbClr val="FF0000"/>
                </a:solidFill>
              </a:rPr>
              <a:t>Ethernet:</a:t>
            </a:r>
            <a:r>
              <a:rPr lang="en-US" altLang="en-US" sz="2400"/>
              <a:t> </a:t>
            </a:r>
          </a:p>
          <a:p>
            <a:pPr lvl="1" fontAlgn="base">
              <a:spcAft>
                <a:spcPct val="0"/>
              </a:spcAft>
            </a:pPr>
            <a:r>
              <a:rPr lang="en-US" altLang="en-US"/>
              <a:t>shared or dedicated cable connects end system and router</a:t>
            </a:r>
          </a:p>
          <a:p>
            <a:pPr lvl="1" fontAlgn="base">
              <a:spcAft>
                <a:spcPct val="0"/>
              </a:spcAft>
            </a:pPr>
            <a:r>
              <a:rPr lang="en-US" altLang="en-US"/>
              <a:t>10 Mbs, 100Mbps, Gigabit Ethernet</a:t>
            </a:r>
            <a:endParaRPr lang="en-US" altLang="en-US" sz="2000"/>
          </a:p>
        </p:txBody>
      </p:sp>
      <p:sp>
        <p:nvSpPr>
          <p:cNvPr id="84995" name="Content Placeholder 1">
            <a:extLst>
              <a:ext uri="{FF2B5EF4-FFF2-40B4-BE49-F238E27FC236}">
                <a16:creationId xmlns:a16="http://schemas.microsoft.com/office/drawing/2014/main" id="{CE3F35A9-FFED-49D5-BD66-88CEA5EC5CC1}"/>
              </a:ext>
            </a:extLst>
          </p:cNvPr>
          <p:cNvSpPr>
            <a:spLocks noGrp="1"/>
          </p:cNvSpPr>
          <p:nvPr>
            <p:ph sz="half" idx="2"/>
          </p:nvPr>
        </p:nvSpPr>
        <p:spPr/>
        <p:txBody>
          <a:bodyPr/>
          <a:lstStyle/>
          <a:p>
            <a:pPr fontAlgn="base">
              <a:spcAft>
                <a:spcPct val="0"/>
              </a:spcAft>
            </a:pPr>
            <a:endParaRPr lang="en-US" altLang="en-US"/>
          </a:p>
        </p:txBody>
      </p:sp>
      <p:sp>
        <p:nvSpPr>
          <p:cNvPr id="84996" name="Slide Number Placeholder 6">
            <a:extLst>
              <a:ext uri="{FF2B5EF4-FFF2-40B4-BE49-F238E27FC236}">
                <a16:creationId xmlns:a16="http://schemas.microsoft.com/office/drawing/2014/main" id="{197FC7FC-BA31-4AA9-A4C7-A6809636B60E}"/>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0C4C458F-F2A4-47F8-A5C0-E210A1C652A9}" type="slidenum">
              <a:rPr lang="en-US" altLang="en-US" sz="1400">
                <a:latin typeface="Times New Roman" panose="02020603050405020304" pitchFamily="18" charset="0"/>
              </a:rPr>
              <a:pPr algn="l" eaLnBrk="0" hangingPunct="0">
                <a:spcBef>
                  <a:spcPct val="0"/>
                </a:spcBef>
                <a:buFontTx/>
                <a:buNone/>
              </a:pPr>
              <a:t>51</a:t>
            </a:fld>
            <a:endParaRPr lang="en-US" altLang="en-US" sz="1400">
              <a:latin typeface="Times New Roman" panose="02020603050405020304" pitchFamily="18" charset="0"/>
            </a:endParaRPr>
          </a:p>
        </p:txBody>
      </p:sp>
      <p:sp>
        <p:nvSpPr>
          <p:cNvPr id="12295" name="Rectangle 2">
            <a:extLst>
              <a:ext uri="{FF2B5EF4-FFF2-40B4-BE49-F238E27FC236}">
                <a16:creationId xmlns:a16="http://schemas.microsoft.com/office/drawing/2014/main" id="{2693D481-E7AB-41EF-93A9-DDD32F6BDD89}"/>
              </a:ext>
            </a:extLst>
          </p:cNvPr>
          <p:cNvSpPr>
            <a:spLocks noGrp="1" noChangeArrowheads="1"/>
          </p:cNvSpPr>
          <p:nvPr>
            <p:ph type="title" idx="4294967295"/>
          </p:nvPr>
        </p:nvSpPr>
        <p:spPr>
          <a:xfrm>
            <a:off x="0" y="228600"/>
            <a:ext cx="8382000" cy="1143000"/>
          </a:xfrm>
        </p:spPr>
        <p:txBody>
          <a:bodyPr/>
          <a:lstStyle/>
          <a:p>
            <a:pPr>
              <a:defRPr/>
            </a:pPr>
            <a:r>
              <a:rPr lang="en-US" sz="3200"/>
              <a:t>Institutional access: local area networks</a:t>
            </a:r>
            <a:endParaRPr lang="en-US"/>
          </a:p>
        </p:txBody>
      </p:sp>
      <p:grpSp>
        <p:nvGrpSpPr>
          <p:cNvPr id="84998" name="Group 4">
            <a:extLst>
              <a:ext uri="{FF2B5EF4-FFF2-40B4-BE49-F238E27FC236}">
                <a16:creationId xmlns:a16="http://schemas.microsoft.com/office/drawing/2014/main" id="{1C3B40CD-7D12-48F2-A7FE-0DE2A9E9C236}"/>
              </a:ext>
            </a:extLst>
          </p:cNvPr>
          <p:cNvGrpSpPr>
            <a:grpSpLocks/>
          </p:cNvGrpSpPr>
          <p:nvPr/>
        </p:nvGrpSpPr>
        <p:grpSpPr bwMode="auto">
          <a:xfrm>
            <a:off x="5416550" y="2427288"/>
            <a:ext cx="2798763" cy="2351087"/>
            <a:chOff x="3328" y="2249"/>
            <a:chExt cx="1355" cy="1013"/>
          </a:xfrm>
        </p:grpSpPr>
        <p:graphicFrame>
          <p:nvGraphicFramePr>
            <p:cNvPr id="84999" name="Object 5">
              <a:extLst>
                <a:ext uri="{FF2B5EF4-FFF2-40B4-BE49-F238E27FC236}">
                  <a16:creationId xmlns:a16="http://schemas.microsoft.com/office/drawing/2014/main" id="{F2748B05-BE76-4028-A9D0-4493DC522341}"/>
                </a:ext>
              </a:extLst>
            </p:cNvPr>
            <p:cNvGraphicFramePr>
              <a:graphicFrameLocks noChangeAspect="1"/>
            </p:cNvGraphicFramePr>
            <p:nvPr/>
          </p:nvGraphicFramePr>
          <p:xfrm>
            <a:off x="3328" y="2249"/>
            <a:ext cx="290" cy="250"/>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 y="2249"/>
                          <a:ext cx="29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00" name="Line 6">
              <a:extLst>
                <a:ext uri="{FF2B5EF4-FFF2-40B4-BE49-F238E27FC236}">
                  <a16:creationId xmlns:a16="http://schemas.microsoft.com/office/drawing/2014/main" id="{1E69189F-5873-48F3-BAA1-86A87EF2DE9E}"/>
                </a:ext>
              </a:extLst>
            </p:cNvPr>
            <p:cNvSpPr>
              <a:spLocks noChangeShapeType="1"/>
            </p:cNvSpPr>
            <p:nvPr/>
          </p:nvSpPr>
          <p:spPr bwMode="auto">
            <a:xfrm flipV="1">
              <a:off x="3612" y="2435"/>
              <a:ext cx="50" cy="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85001" name="Object 7">
              <a:extLst>
                <a:ext uri="{FF2B5EF4-FFF2-40B4-BE49-F238E27FC236}">
                  <a16:creationId xmlns:a16="http://schemas.microsoft.com/office/drawing/2014/main" id="{BD5A105C-B75E-4D9A-A435-9935BF858F80}"/>
                </a:ext>
              </a:extLst>
            </p:cNvPr>
            <p:cNvGraphicFramePr>
              <a:graphicFrameLocks noChangeAspect="1"/>
            </p:cNvGraphicFramePr>
            <p:nvPr/>
          </p:nvGraphicFramePr>
          <p:xfrm>
            <a:off x="3328" y="2698"/>
            <a:ext cx="290" cy="250"/>
          </p:xfrm>
          <a:graphic>
            <a:graphicData uri="http://schemas.openxmlformats.org/presentationml/2006/ole">
              <mc:AlternateContent xmlns:mc="http://schemas.openxmlformats.org/markup-compatibility/2006">
                <mc:Choice xmlns:v="urn:schemas-microsoft-com:vml" Requires="v">
                  <p:oleObj name="Clip" r:id="rId4" imgW="1307263" imgH="1084139" progId="MS_ClipArt_Gallery.2">
                    <p:embed/>
                  </p:oleObj>
                </mc:Choice>
                <mc:Fallback>
                  <p:oleObj name="Clip" r:id="rId4" imgW="1307263" imgH="1084139" progId="MS_ClipArt_Gallery.2">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 y="2698"/>
                          <a:ext cx="29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02" name="Line 8">
              <a:extLst>
                <a:ext uri="{FF2B5EF4-FFF2-40B4-BE49-F238E27FC236}">
                  <a16:creationId xmlns:a16="http://schemas.microsoft.com/office/drawing/2014/main" id="{82DDA993-BD62-4920-86E6-3BF4EA93DB00}"/>
                </a:ext>
              </a:extLst>
            </p:cNvPr>
            <p:cNvSpPr>
              <a:spLocks noChangeShapeType="1"/>
            </p:cNvSpPr>
            <p:nvPr/>
          </p:nvSpPr>
          <p:spPr bwMode="auto">
            <a:xfrm flipV="1">
              <a:off x="3612" y="2888"/>
              <a:ext cx="50" cy="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5003" name="Group 9">
              <a:extLst>
                <a:ext uri="{FF2B5EF4-FFF2-40B4-BE49-F238E27FC236}">
                  <a16:creationId xmlns:a16="http://schemas.microsoft.com/office/drawing/2014/main" id="{7B00CF28-B8D2-4739-97CA-89B8EA2D5BA7}"/>
                </a:ext>
              </a:extLst>
            </p:cNvPr>
            <p:cNvGrpSpPr>
              <a:grpSpLocks/>
            </p:cNvGrpSpPr>
            <p:nvPr/>
          </p:nvGrpSpPr>
          <p:grpSpPr bwMode="auto">
            <a:xfrm>
              <a:off x="3415" y="2507"/>
              <a:ext cx="50" cy="168"/>
              <a:chOff x="3842" y="406"/>
              <a:chExt cx="51" cy="167"/>
            </a:xfrm>
          </p:grpSpPr>
          <p:sp>
            <p:nvSpPr>
              <p:cNvPr id="85047" name="Oval 10">
                <a:extLst>
                  <a:ext uri="{FF2B5EF4-FFF2-40B4-BE49-F238E27FC236}">
                    <a16:creationId xmlns:a16="http://schemas.microsoft.com/office/drawing/2014/main" id="{7CDF2240-E584-4119-A7EF-7C207601A27B}"/>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48" name="Oval 11">
                <a:extLst>
                  <a:ext uri="{FF2B5EF4-FFF2-40B4-BE49-F238E27FC236}">
                    <a16:creationId xmlns:a16="http://schemas.microsoft.com/office/drawing/2014/main" id="{44E2F3B9-589B-4C96-820E-390270670C69}"/>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49" name="Oval 12">
                <a:extLst>
                  <a:ext uri="{FF2B5EF4-FFF2-40B4-BE49-F238E27FC236}">
                    <a16:creationId xmlns:a16="http://schemas.microsoft.com/office/drawing/2014/main" id="{B831AC98-782A-4C11-B2BC-A770F6A9DAED}"/>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85004" name="Line 13">
              <a:extLst>
                <a:ext uri="{FF2B5EF4-FFF2-40B4-BE49-F238E27FC236}">
                  <a16:creationId xmlns:a16="http://schemas.microsoft.com/office/drawing/2014/main" id="{4144CB2A-7C86-4B1D-9FE9-53A646335EE1}"/>
                </a:ext>
              </a:extLst>
            </p:cNvPr>
            <p:cNvSpPr>
              <a:spLocks noChangeShapeType="1"/>
            </p:cNvSpPr>
            <p:nvPr/>
          </p:nvSpPr>
          <p:spPr bwMode="auto">
            <a:xfrm>
              <a:off x="3658" y="2433"/>
              <a:ext cx="0" cy="45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85005" name="Object 14">
              <a:extLst>
                <a:ext uri="{FF2B5EF4-FFF2-40B4-BE49-F238E27FC236}">
                  <a16:creationId xmlns:a16="http://schemas.microsoft.com/office/drawing/2014/main" id="{06FC9FCA-7284-4753-B06B-8E997579E364}"/>
                </a:ext>
              </a:extLst>
            </p:cNvPr>
            <p:cNvGraphicFramePr>
              <a:graphicFrameLocks noChangeAspect="1"/>
            </p:cNvGraphicFramePr>
            <p:nvPr/>
          </p:nvGraphicFramePr>
          <p:xfrm>
            <a:off x="3933" y="3012"/>
            <a:ext cx="291" cy="250"/>
          </p:xfrm>
          <a:graphic>
            <a:graphicData uri="http://schemas.openxmlformats.org/presentationml/2006/ole">
              <mc:AlternateContent xmlns:mc="http://schemas.openxmlformats.org/markup-compatibility/2006">
                <mc:Choice xmlns:v="urn:schemas-microsoft-com:vml" Requires="v">
                  <p:oleObj name="Clip" r:id="rId5" imgW="1307263" imgH="1084139" progId="MS_ClipArt_Gallery.2">
                    <p:embed/>
                  </p:oleObj>
                </mc:Choice>
                <mc:Fallback>
                  <p:oleObj name="Clip" r:id="rId5" imgW="1307263" imgH="1084139" progId="MS_ClipArt_Gallery.2">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3" y="3012"/>
                          <a:ext cx="29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6" name="Object 15">
              <a:extLst>
                <a:ext uri="{FF2B5EF4-FFF2-40B4-BE49-F238E27FC236}">
                  <a16:creationId xmlns:a16="http://schemas.microsoft.com/office/drawing/2014/main" id="{0BD3197A-196B-4F57-AC81-1A5FB962367E}"/>
                </a:ext>
              </a:extLst>
            </p:cNvPr>
            <p:cNvGraphicFramePr>
              <a:graphicFrameLocks noChangeAspect="1"/>
            </p:cNvGraphicFramePr>
            <p:nvPr/>
          </p:nvGraphicFramePr>
          <p:xfrm>
            <a:off x="3505" y="3003"/>
            <a:ext cx="289" cy="250"/>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 y="3003"/>
                          <a:ext cx="2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07" name="Line 16">
              <a:extLst>
                <a:ext uri="{FF2B5EF4-FFF2-40B4-BE49-F238E27FC236}">
                  <a16:creationId xmlns:a16="http://schemas.microsoft.com/office/drawing/2014/main" id="{5BD01263-EDA3-4118-956D-4BF11CC93A6A}"/>
                </a:ext>
              </a:extLst>
            </p:cNvPr>
            <p:cNvSpPr>
              <a:spLocks noChangeShapeType="1"/>
            </p:cNvSpPr>
            <p:nvPr/>
          </p:nvSpPr>
          <p:spPr bwMode="auto">
            <a:xfrm rot="-5400000">
              <a:off x="4088" y="2993"/>
              <a:ext cx="46" cy="1"/>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08" name="Line 17">
              <a:extLst>
                <a:ext uri="{FF2B5EF4-FFF2-40B4-BE49-F238E27FC236}">
                  <a16:creationId xmlns:a16="http://schemas.microsoft.com/office/drawing/2014/main" id="{16B893F1-7B3B-4C16-B523-08E7D85AA498}"/>
                </a:ext>
              </a:extLst>
            </p:cNvPr>
            <p:cNvSpPr>
              <a:spLocks noChangeShapeType="1"/>
            </p:cNvSpPr>
            <p:nvPr/>
          </p:nvSpPr>
          <p:spPr bwMode="auto">
            <a:xfrm rot="5400000" flipH="1">
              <a:off x="3651" y="2987"/>
              <a:ext cx="4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09" name="Line 18">
              <a:extLst>
                <a:ext uri="{FF2B5EF4-FFF2-40B4-BE49-F238E27FC236}">
                  <a16:creationId xmlns:a16="http://schemas.microsoft.com/office/drawing/2014/main" id="{14AE8675-BA2A-436B-90EB-47951DFBF22A}"/>
                </a:ext>
              </a:extLst>
            </p:cNvPr>
            <p:cNvSpPr>
              <a:spLocks noChangeShapeType="1"/>
            </p:cNvSpPr>
            <p:nvPr/>
          </p:nvSpPr>
          <p:spPr bwMode="auto">
            <a:xfrm rot="16200000" flipV="1">
              <a:off x="3895" y="2748"/>
              <a:ext cx="0" cy="43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10" name="Line 19">
              <a:extLst>
                <a:ext uri="{FF2B5EF4-FFF2-40B4-BE49-F238E27FC236}">
                  <a16:creationId xmlns:a16="http://schemas.microsoft.com/office/drawing/2014/main" id="{B364B217-89DC-4EED-B329-29BA9C2D8F65}"/>
                </a:ext>
              </a:extLst>
            </p:cNvPr>
            <p:cNvSpPr>
              <a:spLocks noChangeShapeType="1"/>
            </p:cNvSpPr>
            <p:nvPr/>
          </p:nvSpPr>
          <p:spPr bwMode="auto">
            <a:xfrm>
              <a:off x="3656" y="2681"/>
              <a:ext cx="71" cy="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5011" name="Group 20">
              <a:extLst>
                <a:ext uri="{FF2B5EF4-FFF2-40B4-BE49-F238E27FC236}">
                  <a16:creationId xmlns:a16="http://schemas.microsoft.com/office/drawing/2014/main" id="{2263CB4D-5C98-49C1-9560-631F2899A9F3}"/>
                </a:ext>
              </a:extLst>
            </p:cNvPr>
            <p:cNvGrpSpPr>
              <a:grpSpLocks/>
            </p:cNvGrpSpPr>
            <p:nvPr/>
          </p:nvGrpSpPr>
          <p:grpSpPr bwMode="auto">
            <a:xfrm>
              <a:off x="4343" y="2819"/>
              <a:ext cx="145" cy="309"/>
              <a:chOff x="4180" y="783"/>
              <a:chExt cx="150" cy="307"/>
            </a:xfrm>
          </p:grpSpPr>
          <p:sp>
            <p:nvSpPr>
              <p:cNvPr id="85039" name="AutoShape 21">
                <a:extLst>
                  <a:ext uri="{FF2B5EF4-FFF2-40B4-BE49-F238E27FC236}">
                    <a16:creationId xmlns:a16="http://schemas.microsoft.com/office/drawing/2014/main" id="{2A5D0D40-E17F-442F-8CAA-05BA5399E30B}"/>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40" name="Rectangle 22">
                <a:extLst>
                  <a:ext uri="{FF2B5EF4-FFF2-40B4-BE49-F238E27FC236}">
                    <a16:creationId xmlns:a16="http://schemas.microsoft.com/office/drawing/2014/main" id="{7C81FBC2-57B8-4A2D-A054-9D612DF99E6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41" name="Rectangle 23">
                <a:extLst>
                  <a:ext uri="{FF2B5EF4-FFF2-40B4-BE49-F238E27FC236}">
                    <a16:creationId xmlns:a16="http://schemas.microsoft.com/office/drawing/2014/main" id="{7A1BE6F4-4C8E-498A-82CB-4EAFF69A4FD5}"/>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42" name="AutoShape 24">
                <a:extLst>
                  <a:ext uri="{FF2B5EF4-FFF2-40B4-BE49-F238E27FC236}">
                    <a16:creationId xmlns:a16="http://schemas.microsoft.com/office/drawing/2014/main" id="{A2B6D3FF-272D-444B-97DF-93F2FE076DEE}"/>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43" name="Line 25">
                <a:extLst>
                  <a:ext uri="{FF2B5EF4-FFF2-40B4-BE49-F238E27FC236}">
                    <a16:creationId xmlns:a16="http://schemas.microsoft.com/office/drawing/2014/main" id="{1C93A01D-5E08-41D2-91E5-A29ECA763A40}"/>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44" name="Line 26">
                <a:extLst>
                  <a:ext uri="{FF2B5EF4-FFF2-40B4-BE49-F238E27FC236}">
                    <a16:creationId xmlns:a16="http://schemas.microsoft.com/office/drawing/2014/main" id="{402D042A-36FC-4681-9C37-24615BC4CEAA}"/>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45" name="Rectangle 27">
                <a:extLst>
                  <a:ext uri="{FF2B5EF4-FFF2-40B4-BE49-F238E27FC236}">
                    <a16:creationId xmlns:a16="http://schemas.microsoft.com/office/drawing/2014/main" id="{C6E3400A-6E2C-409E-84D6-9E6C73584245}"/>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46" name="Rectangle 28">
                <a:extLst>
                  <a:ext uri="{FF2B5EF4-FFF2-40B4-BE49-F238E27FC236}">
                    <a16:creationId xmlns:a16="http://schemas.microsoft.com/office/drawing/2014/main" id="{66BD4C3E-6EEB-4AE3-BB16-1138B4D17B2F}"/>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85012" name="Group 29">
              <a:extLst>
                <a:ext uri="{FF2B5EF4-FFF2-40B4-BE49-F238E27FC236}">
                  <a16:creationId xmlns:a16="http://schemas.microsoft.com/office/drawing/2014/main" id="{79885C20-9408-4410-989A-2A9A5A301EF9}"/>
                </a:ext>
              </a:extLst>
            </p:cNvPr>
            <p:cNvGrpSpPr>
              <a:grpSpLocks/>
            </p:cNvGrpSpPr>
            <p:nvPr/>
          </p:nvGrpSpPr>
          <p:grpSpPr bwMode="auto">
            <a:xfrm>
              <a:off x="4538" y="2819"/>
              <a:ext cx="145" cy="309"/>
              <a:chOff x="4180" y="783"/>
              <a:chExt cx="150" cy="307"/>
            </a:xfrm>
          </p:grpSpPr>
          <p:sp>
            <p:nvSpPr>
              <p:cNvPr id="85031" name="AutoShape 30">
                <a:extLst>
                  <a:ext uri="{FF2B5EF4-FFF2-40B4-BE49-F238E27FC236}">
                    <a16:creationId xmlns:a16="http://schemas.microsoft.com/office/drawing/2014/main" id="{7C8E5AE8-FDB3-4FEA-AA70-8A38A28AE202}"/>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32" name="Rectangle 31">
                <a:extLst>
                  <a:ext uri="{FF2B5EF4-FFF2-40B4-BE49-F238E27FC236}">
                    <a16:creationId xmlns:a16="http://schemas.microsoft.com/office/drawing/2014/main" id="{4ADFB416-E1CB-4F60-A4C2-F2A9A2ADA4D8}"/>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33" name="Rectangle 32">
                <a:extLst>
                  <a:ext uri="{FF2B5EF4-FFF2-40B4-BE49-F238E27FC236}">
                    <a16:creationId xmlns:a16="http://schemas.microsoft.com/office/drawing/2014/main" id="{A8692B73-9881-475F-AF94-5E515A29A19B}"/>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34" name="AutoShape 33">
                <a:extLst>
                  <a:ext uri="{FF2B5EF4-FFF2-40B4-BE49-F238E27FC236}">
                    <a16:creationId xmlns:a16="http://schemas.microsoft.com/office/drawing/2014/main" id="{1108E3DE-489F-4C21-96CA-7CA9D221E9B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35" name="Line 34">
                <a:extLst>
                  <a:ext uri="{FF2B5EF4-FFF2-40B4-BE49-F238E27FC236}">
                    <a16:creationId xmlns:a16="http://schemas.microsoft.com/office/drawing/2014/main" id="{779FF53B-6306-46CA-BA43-A0015C0C023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36" name="Line 35">
                <a:extLst>
                  <a:ext uri="{FF2B5EF4-FFF2-40B4-BE49-F238E27FC236}">
                    <a16:creationId xmlns:a16="http://schemas.microsoft.com/office/drawing/2014/main" id="{8565B0C0-DB1B-443C-B757-90536B380D8B}"/>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37" name="Rectangle 36">
                <a:extLst>
                  <a:ext uri="{FF2B5EF4-FFF2-40B4-BE49-F238E27FC236}">
                    <a16:creationId xmlns:a16="http://schemas.microsoft.com/office/drawing/2014/main" id="{97D7A90A-A5AB-4BB7-AAF5-669C3DFA6763}"/>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38" name="Rectangle 37">
                <a:extLst>
                  <a:ext uri="{FF2B5EF4-FFF2-40B4-BE49-F238E27FC236}">
                    <a16:creationId xmlns:a16="http://schemas.microsoft.com/office/drawing/2014/main" id="{9B73513E-0173-4F0B-ABCC-3537F700D602}"/>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sp>
          <p:nvSpPr>
            <p:cNvPr id="85013" name="Line 38">
              <a:extLst>
                <a:ext uri="{FF2B5EF4-FFF2-40B4-BE49-F238E27FC236}">
                  <a16:creationId xmlns:a16="http://schemas.microsoft.com/office/drawing/2014/main" id="{391CFF70-D095-4CAD-9550-07619382F1E1}"/>
                </a:ext>
              </a:extLst>
            </p:cNvPr>
            <p:cNvSpPr>
              <a:spLocks noChangeShapeType="1"/>
            </p:cNvSpPr>
            <p:nvPr/>
          </p:nvSpPr>
          <p:spPr bwMode="auto">
            <a:xfrm rot="-5400000">
              <a:off x="4349" y="2441"/>
              <a:ext cx="0" cy="54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14" name="Line 39">
              <a:extLst>
                <a:ext uri="{FF2B5EF4-FFF2-40B4-BE49-F238E27FC236}">
                  <a16:creationId xmlns:a16="http://schemas.microsoft.com/office/drawing/2014/main" id="{592B9F62-2AE5-4E94-B26A-87491DB86294}"/>
                </a:ext>
              </a:extLst>
            </p:cNvPr>
            <p:cNvSpPr>
              <a:spLocks noChangeShapeType="1"/>
            </p:cNvSpPr>
            <p:nvPr/>
          </p:nvSpPr>
          <p:spPr bwMode="auto">
            <a:xfrm rot="-5400000">
              <a:off x="4385" y="2768"/>
              <a:ext cx="12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5015" name="Group 40">
              <a:extLst>
                <a:ext uri="{FF2B5EF4-FFF2-40B4-BE49-F238E27FC236}">
                  <a16:creationId xmlns:a16="http://schemas.microsoft.com/office/drawing/2014/main" id="{3B13C39C-0AFE-4553-BD86-1B1F87D83EEE}"/>
                </a:ext>
              </a:extLst>
            </p:cNvPr>
            <p:cNvGrpSpPr>
              <a:grpSpLocks/>
            </p:cNvGrpSpPr>
            <p:nvPr/>
          </p:nvGrpSpPr>
          <p:grpSpPr bwMode="auto">
            <a:xfrm>
              <a:off x="3727" y="2621"/>
              <a:ext cx="349" cy="176"/>
              <a:chOff x="3600" y="219"/>
              <a:chExt cx="360" cy="175"/>
            </a:xfrm>
          </p:grpSpPr>
          <p:sp>
            <p:nvSpPr>
              <p:cNvPr id="85018" name="Oval 41">
                <a:extLst>
                  <a:ext uri="{FF2B5EF4-FFF2-40B4-BE49-F238E27FC236}">
                    <a16:creationId xmlns:a16="http://schemas.microsoft.com/office/drawing/2014/main" id="{0F5284E8-9873-460A-A33D-A6E5AFE21A1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5019" name="Line 42">
                <a:extLst>
                  <a:ext uri="{FF2B5EF4-FFF2-40B4-BE49-F238E27FC236}">
                    <a16:creationId xmlns:a16="http://schemas.microsoft.com/office/drawing/2014/main" id="{7F79371C-DA64-4F59-B3FC-0B42F990F58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0" name="Line 43">
                <a:extLst>
                  <a:ext uri="{FF2B5EF4-FFF2-40B4-BE49-F238E27FC236}">
                    <a16:creationId xmlns:a16="http://schemas.microsoft.com/office/drawing/2014/main" id="{F87849A6-7967-4085-9BB0-FFC0DABA0F9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1" name="Rectangle 44">
                <a:extLst>
                  <a:ext uri="{FF2B5EF4-FFF2-40B4-BE49-F238E27FC236}">
                    <a16:creationId xmlns:a16="http://schemas.microsoft.com/office/drawing/2014/main" id="{C1490049-3534-44E3-B8DC-D950E41086F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5022" name="Oval 45">
                <a:extLst>
                  <a:ext uri="{FF2B5EF4-FFF2-40B4-BE49-F238E27FC236}">
                    <a16:creationId xmlns:a16="http://schemas.microsoft.com/office/drawing/2014/main" id="{889D4572-0412-41DF-BAD5-FE6889EF428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5023" name="Group 46">
                <a:extLst>
                  <a:ext uri="{FF2B5EF4-FFF2-40B4-BE49-F238E27FC236}">
                    <a16:creationId xmlns:a16="http://schemas.microsoft.com/office/drawing/2014/main" id="{BC90F664-E233-4A92-BCE4-35AE7095B8A7}"/>
                  </a:ext>
                </a:extLst>
              </p:cNvPr>
              <p:cNvGrpSpPr>
                <a:grpSpLocks/>
              </p:cNvGrpSpPr>
              <p:nvPr/>
            </p:nvGrpSpPr>
            <p:grpSpPr bwMode="auto">
              <a:xfrm>
                <a:off x="3686" y="244"/>
                <a:ext cx="177" cy="66"/>
                <a:chOff x="2848" y="848"/>
                <a:chExt cx="140" cy="98"/>
              </a:xfrm>
            </p:grpSpPr>
            <p:sp>
              <p:nvSpPr>
                <p:cNvPr id="85028" name="Line 47">
                  <a:extLst>
                    <a:ext uri="{FF2B5EF4-FFF2-40B4-BE49-F238E27FC236}">
                      <a16:creationId xmlns:a16="http://schemas.microsoft.com/office/drawing/2014/main" id="{2701F8B6-D1AF-4426-8711-C50D83BE283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9" name="Line 48">
                  <a:extLst>
                    <a:ext uri="{FF2B5EF4-FFF2-40B4-BE49-F238E27FC236}">
                      <a16:creationId xmlns:a16="http://schemas.microsoft.com/office/drawing/2014/main" id="{E1B68C77-89C6-454F-8A4D-1366FF3EFE9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30" name="Line 49">
                  <a:extLst>
                    <a:ext uri="{FF2B5EF4-FFF2-40B4-BE49-F238E27FC236}">
                      <a16:creationId xmlns:a16="http://schemas.microsoft.com/office/drawing/2014/main" id="{CC09037D-7F55-4313-B886-5383A031E12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5024" name="Group 50">
                <a:extLst>
                  <a:ext uri="{FF2B5EF4-FFF2-40B4-BE49-F238E27FC236}">
                    <a16:creationId xmlns:a16="http://schemas.microsoft.com/office/drawing/2014/main" id="{A77D0EDA-C7A8-451B-99FB-1D636BBD5210}"/>
                  </a:ext>
                </a:extLst>
              </p:cNvPr>
              <p:cNvGrpSpPr>
                <a:grpSpLocks/>
              </p:cNvGrpSpPr>
              <p:nvPr/>
            </p:nvGrpSpPr>
            <p:grpSpPr bwMode="auto">
              <a:xfrm flipV="1">
                <a:off x="3686" y="243"/>
                <a:ext cx="177" cy="66"/>
                <a:chOff x="2848" y="848"/>
                <a:chExt cx="140" cy="98"/>
              </a:xfrm>
            </p:grpSpPr>
            <p:sp>
              <p:nvSpPr>
                <p:cNvPr id="85025" name="Line 51">
                  <a:extLst>
                    <a:ext uri="{FF2B5EF4-FFF2-40B4-BE49-F238E27FC236}">
                      <a16:creationId xmlns:a16="http://schemas.microsoft.com/office/drawing/2014/main" id="{70D1092B-4342-4867-ADEA-B71FFDD21E0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6" name="Line 52">
                  <a:extLst>
                    <a:ext uri="{FF2B5EF4-FFF2-40B4-BE49-F238E27FC236}">
                      <a16:creationId xmlns:a16="http://schemas.microsoft.com/office/drawing/2014/main" id="{60C8512D-B862-4640-B792-D9D80A4AE78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27" name="Line 53">
                  <a:extLst>
                    <a:ext uri="{FF2B5EF4-FFF2-40B4-BE49-F238E27FC236}">
                      <a16:creationId xmlns:a16="http://schemas.microsoft.com/office/drawing/2014/main" id="{3FEAA086-48E1-4401-B576-3BC23C28F48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85016" name="Line 54">
              <a:extLst>
                <a:ext uri="{FF2B5EF4-FFF2-40B4-BE49-F238E27FC236}">
                  <a16:creationId xmlns:a16="http://schemas.microsoft.com/office/drawing/2014/main" id="{B7F67CAD-B247-4303-8CC2-3DB4D9AF35D7}"/>
                </a:ext>
              </a:extLst>
            </p:cNvPr>
            <p:cNvSpPr>
              <a:spLocks noChangeShapeType="1"/>
            </p:cNvSpPr>
            <p:nvPr/>
          </p:nvSpPr>
          <p:spPr bwMode="auto">
            <a:xfrm>
              <a:off x="3901" y="2791"/>
              <a:ext cx="1" cy="17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017" name="Line 55">
              <a:extLst>
                <a:ext uri="{FF2B5EF4-FFF2-40B4-BE49-F238E27FC236}">
                  <a16:creationId xmlns:a16="http://schemas.microsoft.com/office/drawing/2014/main" id="{B21B29DB-A2F4-4F96-94EF-9C3EB9327AA5}"/>
                </a:ext>
              </a:extLst>
            </p:cNvPr>
            <p:cNvSpPr>
              <a:spLocks noChangeShapeType="1"/>
            </p:cNvSpPr>
            <p:nvPr/>
          </p:nvSpPr>
          <p:spPr bwMode="auto">
            <a:xfrm rot="-5400000">
              <a:off x="4559" y="2768"/>
              <a:ext cx="12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a:extLst>
              <a:ext uri="{FF2B5EF4-FFF2-40B4-BE49-F238E27FC236}">
                <a16:creationId xmlns:a16="http://schemas.microsoft.com/office/drawing/2014/main" id="{3FA82B6F-8CB1-4590-B101-66F9732CF63C}"/>
              </a:ext>
            </a:extLst>
          </p:cNvPr>
          <p:cNvSpPr>
            <a:spLocks noGrp="1"/>
          </p:cNvSpPr>
          <p:nvPr>
            <p:ph sz="half" idx="1"/>
          </p:nvPr>
        </p:nvSpPr>
        <p:spPr/>
        <p:txBody>
          <a:bodyPr/>
          <a:lstStyle/>
          <a:p>
            <a:pPr fontAlgn="base">
              <a:spcAft>
                <a:spcPct val="0"/>
              </a:spcAft>
              <a:buFont typeface="Arial" pitchFamily="34" charset="0"/>
              <a:buChar char="•"/>
            </a:pPr>
            <a:r>
              <a:rPr lang="en-US" altLang="en-US" sz="2400"/>
              <a:t>shared </a:t>
            </a:r>
            <a:r>
              <a:rPr lang="en-US" altLang="en-US" sz="2400" i="1"/>
              <a:t>wireless</a:t>
            </a:r>
            <a:r>
              <a:rPr lang="en-US" altLang="en-US" sz="2400"/>
              <a:t> access network connects end system to router</a:t>
            </a:r>
          </a:p>
          <a:p>
            <a:pPr fontAlgn="base">
              <a:spcAft>
                <a:spcPct val="0"/>
              </a:spcAft>
              <a:buFont typeface="Arial" pitchFamily="34" charset="0"/>
              <a:buChar char="•"/>
            </a:pPr>
            <a:r>
              <a:rPr lang="en-US" altLang="en-US" sz="2400">
                <a:solidFill>
                  <a:srgbClr val="FF0000"/>
                </a:solidFill>
              </a:rPr>
              <a:t>wireless LANs:</a:t>
            </a:r>
            <a:endParaRPr lang="en-US" altLang="en-US" sz="2400"/>
          </a:p>
          <a:p>
            <a:pPr lvl="1" fontAlgn="base">
              <a:spcAft>
                <a:spcPct val="0"/>
              </a:spcAft>
            </a:pPr>
            <a:r>
              <a:rPr lang="en-US" altLang="en-US" sz="2000"/>
              <a:t>radio spectrum replaces wire</a:t>
            </a:r>
          </a:p>
          <a:p>
            <a:pPr lvl="1" fontAlgn="base">
              <a:spcAft>
                <a:spcPct val="0"/>
              </a:spcAft>
            </a:pPr>
            <a:r>
              <a:rPr lang="en-US" altLang="en-US" sz="2000"/>
              <a:t>e.g., Wavelan 10 Mbps</a:t>
            </a:r>
          </a:p>
          <a:p>
            <a:pPr fontAlgn="base">
              <a:spcAft>
                <a:spcPct val="0"/>
              </a:spcAft>
              <a:buFont typeface="Arial" pitchFamily="34" charset="0"/>
              <a:buChar char="•"/>
            </a:pPr>
            <a:r>
              <a:rPr lang="en-US" altLang="en-US" sz="2400">
                <a:solidFill>
                  <a:srgbClr val="FF0000"/>
                </a:solidFill>
              </a:rPr>
              <a:t>wider-area wireless access</a:t>
            </a:r>
            <a:endParaRPr lang="en-US" altLang="en-US" sz="2400"/>
          </a:p>
          <a:p>
            <a:pPr lvl="1" fontAlgn="base">
              <a:spcAft>
                <a:spcPct val="0"/>
              </a:spcAft>
            </a:pPr>
            <a:r>
              <a:rPr lang="en-US" altLang="en-US" sz="2000"/>
              <a:t>wireless access to ISP router via cellular network</a:t>
            </a:r>
          </a:p>
        </p:txBody>
      </p:sp>
      <p:sp>
        <p:nvSpPr>
          <p:cNvPr id="86019" name="Content Placeholder 1">
            <a:extLst>
              <a:ext uri="{FF2B5EF4-FFF2-40B4-BE49-F238E27FC236}">
                <a16:creationId xmlns:a16="http://schemas.microsoft.com/office/drawing/2014/main" id="{39DEC663-3391-45C6-8917-F3A5B993FA09}"/>
              </a:ext>
            </a:extLst>
          </p:cNvPr>
          <p:cNvSpPr>
            <a:spLocks noGrp="1"/>
          </p:cNvSpPr>
          <p:nvPr>
            <p:ph sz="half" idx="2"/>
          </p:nvPr>
        </p:nvSpPr>
        <p:spPr/>
        <p:txBody>
          <a:bodyPr/>
          <a:lstStyle/>
          <a:p>
            <a:pPr fontAlgn="base">
              <a:spcAft>
                <a:spcPct val="0"/>
              </a:spcAft>
            </a:pPr>
            <a:endParaRPr lang="en-US" altLang="en-US"/>
          </a:p>
        </p:txBody>
      </p:sp>
      <p:sp>
        <p:nvSpPr>
          <p:cNvPr id="86020" name="Slide Number Placeholder 6">
            <a:extLst>
              <a:ext uri="{FF2B5EF4-FFF2-40B4-BE49-F238E27FC236}">
                <a16:creationId xmlns:a16="http://schemas.microsoft.com/office/drawing/2014/main" id="{45338417-6922-45A3-BF14-3ED987C8FD26}"/>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6238A3D7-2A62-4C2E-8AAD-FBD51FCCFE2D}" type="slidenum">
              <a:rPr lang="en-US" altLang="en-US" sz="1400">
                <a:latin typeface="Times New Roman" panose="02020603050405020304" pitchFamily="18" charset="0"/>
              </a:rPr>
              <a:pPr algn="l" eaLnBrk="0" hangingPunct="0">
                <a:spcBef>
                  <a:spcPct val="0"/>
                </a:spcBef>
                <a:buFontTx/>
                <a:buNone/>
              </a:pPr>
              <a:t>52</a:t>
            </a:fld>
            <a:endParaRPr lang="en-US" altLang="en-US" sz="1400">
              <a:latin typeface="Times New Roman" panose="02020603050405020304" pitchFamily="18" charset="0"/>
            </a:endParaRPr>
          </a:p>
        </p:txBody>
      </p:sp>
      <p:sp>
        <p:nvSpPr>
          <p:cNvPr id="13324" name="Rectangle 2">
            <a:extLst>
              <a:ext uri="{FF2B5EF4-FFF2-40B4-BE49-F238E27FC236}">
                <a16:creationId xmlns:a16="http://schemas.microsoft.com/office/drawing/2014/main" id="{50D8467C-E8AB-4F06-9AB3-EECB7A174BD9}"/>
              </a:ext>
            </a:extLst>
          </p:cNvPr>
          <p:cNvSpPr>
            <a:spLocks noGrp="1" noChangeArrowheads="1"/>
          </p:cNvSpPr>
          <p:nvPr>
            <p:ph type="title" idx="4294967295"/>
          </p:nvPr>
        </p:nvSpPr>
        <p:spPr>
          <a:xfrm>
            <a:off x="0" y="228600"/>
            <a:ext cx="8382000" cy="1143000"/>
          </a:xfrm>
        </p:spPr>
        <p:txBody>
          <a:bodyPr/>
          <a:lstStyle/>
          <a:p>
            <a:pPr>
              <a:defRPr/>
            </a:pPr>
            <a:r>
              <a:rPr lang="en-US" sz="3200" dirty="0"/>
              <a:t>Wireless access networks</a:t>
            </a:r>
            <a:endParaRPr lang="en-US" dirty="0"/>
          </a:p>
        </p:txBody>
      </p:sp>
      <p:grpSp>
        <p:nvGrpSpPr>
          <p:cNvPr id="86022" name="Group 4">
            <a:extLst>
              <a:ext uri="{FF2B5EF4-FFF2-40B4-BE49-F238E27FC236}">
                <a16:creationId xmlns:a16="http://schemas.microsoft.com/office/drawing/2014/main" id="{9F5A304C-0F02-4BDC-AC68-B11E29865146}"/>
              </a:ext>
            </a:extLst>
          </p:cNvPr>
          <p:cNvGrpSpPr>
            <a:grpSpLocks/>
          </p:cNvGrpSpPr>
          <p:nvPr/>
        </p:nvGrpSpPr>
        <p:grpSpPr bwMode="auto">
          <a:xfrm>
            <a:off x="4983163" y="1779588"/>
            <a:ext cx="3282950" cy="3946525"/>
            <a:chOff x="3433" y="1169"/>
            <a:chExt cx="2068" cy="2486"/>
          </a:xfrm>
        </p:grpSpPr>
        <p:grpSp>
          <p:nvGrpSpPr>
            <p:cNvPr id="86023" name="Group 5">
              <a:extLst>
                <a:ext uri="{FF2B5EF4-FFF2-40B4-BE49-F238E27FC236}">
                  <a16:creationId xmlns:a16="http://schemas.microsoft.com/office/drawing/2014/main" id="{42518589-4512-4441-879E-F9CEC266747D}"/>
                </a:ext>
              </a:extLst>
            </p:cNvPr>
            <p:cNvGrpSpPr>
              <a:grpSpLocks/>
            </p:cNvGrpSpPr>
            <p:nvPr/>
          </p:nvGrpSpPr>
          <p:grpSpPr bwMode="auto">
            <a:xfrm>
              <a:off x="3944" y="2621"/>
              <a:ext cx="392" cy="500"/>
              <a:chOff x="3908" y="2375"/>
              <a:chExt cx="392" cy="500"/>
            </a:xfrm>
          </p:grpSpPr>
          <p:graphicFrame>
            <p:nvGraphicFramePr>
              <p:cNvPr id="86055" name="Object 6">
                <a:extLst>
                  <a:ext uri="{FF2B5EF4-FFF2-40B4-BE49-F238E27FC236}">
                    <a16:creationId xmlns:a16="http://schemas.microsoft.com/office/drawing/2014/main" id="{BCBE820A-1CBA-40B9-87F2-59CD771EF358}"/>
                  </a:ext>
                </a:extLst>
              </p:cNvPr>
              <p:cNvGraphicFramePr>
                <a:graphicFrameLocks noChangeAspect="1"/>
              </p:cNvGraphicFramePr>
              <p:nvPr/>
            </p:nvGraphicFramePr>
            <p:xfrm>
              <a:off x="3908" y="2375"/>
              <a:ext cx="366" cy="441"/>
            </p:xfrm>
            <a:graphic>
              <a:graphicData uri="http://schemas.openxmlformats.org/presentationml/2006/ole">
                <mc:AlternateContent xmlns:mc="http://schemas.openxmlformats.org/markup-compatibility/2006">
                  <mc:Choice xmlns:v="urn:schemas-microsoft-com:vml" Requires="v">
                    <p:oleObj name="Clip" r:id="rId2" imgW="826829" imgH="840406" progId="MS_ClipArt_Gallery.2">
                      <p:embed/>
                    </p:oleObj>
                  </mc:Choice>
                  <mc:Fallback>
                    <p:oleObj name="Clip" r:id="rId2" imgW="826829" imgH="840406" progId="MS_ClipArt_Gallery.2">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8" y="2375"/>
                            <a:ext cx="366" cy="441"/>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56" name="Object 7">
                <a:extLst>
                  <a:ext uri="{FF2B5EF4-FFF2-40B4-BE49-F238E27FC236}">
                    <a16:creationId xmlns:a16="http://schemas.microsoft.com/office/drawing/2014/main" id="{5E61EBBE-C872-4BE0-9E07-4215133307FA}"/>
                  </a:ext>
                </a:extLst>
              </p:cNvPr>
              <p:cNvGraphicFramePr>
                <a:graphicFrameLocks noChangeAspect="1"/>
              </p:cNvGraphicFramePr>
              <p:nvPr/>
            </p:nvGraphicFramePr>
            <p:xfrm>
              <a:off x="3966" y="2506"/>
              <a:ext cx="334" cy="369"/>
            </p:xfrm>
            <a:graphic>
              <a:graphicData uri="http://schemas.openxmlformats.org/presentationml/2006/ole">
                <mc:AlternateContent xmlns:mc="http://schemas.openxmlformats.org/markup-compatibility/2006">
                  <mc:Choice xmlns:v="urn:schemas-microsoft-com:vml" Requires="v">
                    <p:oleObj name="Clip" r:id="rId4" imgW="1268295" imgH="1199426" progId="MS_ClipArt_Gallery.2">
                      <p:embed/>
                    </p:oleObj>
                  </mc:Choice>
                  <mc:Fallback>
                    <p:oleObj name="Clip" r:id="rId4" imgW="1268295" imgH="1199426" progId="MS_ClipArt_Gallery.2">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6" y="2506"/>
                            <a:ext cx="334"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6024" name="Group 8">
              <a:extLst>
                <a:ext uri="{FF2B5EF4-FFF2-40B4-BE49-F238E27FC236}">
                  <a16:creationId xmlns:a16="http://schemas.microsoft.com/office/drawing/2014/main" id="{E24AFAAA-7CF5-4C5E-8896-3E2682F0A633}"/>
                </a:ext>
              </a:extLst>
            </p:cNvPr>
            <p:cNvGrpSpPr>
              <a:grpSpLocks/>
            </p:cNvGrpSpPr>
            <p:nvPr/>
          </p:nvGrpSpPr>
          <p:grpSpPr bwMode="auto">
            <a:xfrm>
              <a:off x="4672" y="2567"/>
              <a:ext cx="392" cy="500"/>
              <a:chOff x="2870" y="1518"/>
              <a:chExt cx="292" cy="320"/>
            </a:xfrm>
          </p:grpSpPr>
          <p:graphicFrame>
            <p:nvGraphicFramePr>
              <p:cNvPr id="86053" name="Object 9">
                <a:extLst>
                  <a:ext uri="{FF2B5EF4-FFF2-40B4-BE49-F238E27FC236}">
                    <a16:creationId xmlns:a16="http://schemas.microsoft.com/office/drawing/2014/main" id="{383E9B23-552A-407A-AEF4-C23B8BCAFF1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6" imgW="826829" imgH="840406" progId="MS_ClipArt_Gallery.2">
                      <p:embed/>
                    </p:oleObj>
                  </mc:Choice>
                  <mc:Fallback>
                    <p:oleObj name="Clip" r:id="rId6" imgW="826829" imgH="840406" progId="MS_ClipArt_Gallery.2">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54" name="Object 10">
                <a:extLst>
                  <a:ext uri="{FF2B5EF4-FFF2-40B4-BE49-F238E27FC236}">
                    <a16:creationId xmlns:a16="http://schemas.microsoft.com/office/drawing/2014/main" id="{7921A18F-480E-44A8-B869-6228F3B8172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8295" imgH="1199426" progId="MS_ClipArt_Gallery.2">
                      <p:embed/>
                    </p:oleObj>
                  </mc:Choice>
                  <mc:Fallback>
                    <p:oleObj name="Clip" r:id="rId7" imgW="1268295" imgH="1199426" progId="MS_ClipArt_Gallery.2">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6025" name="Group 11">
              <a:extLst>
                <a:ext uri="{FF2B5EF4-FFF2-40B4-BE49-F238E27FC236}">
                  <a16:creationId xmlns:a16="http://schemas.microsoft.com/office/drawing/2014/main" id="{C0AEA1BF-CE26-47AB-84E4-71A3E4916854}"/>
                </a:ext>
              </a:extLst>
            </p:cNvPr>
            <p:cNvGrpSpPr>
              <a:grpSpLocks/>
            </p:cNvGrpSpPr>
            <p:nvPr/>
          </p:nvGrpSpPr>
          <p:grpSpPr bwMode="auto">
            <a:xfrm>
              <a:off x="4092" y="1837"/>
              <a:ext cx="366" cy="442"/>
              <a:chOff x="4733" y="2082"/>
              <a:chExt cx="272" cy="282"/>
            </a:xfrm>
          </p:grpSpPr>
          <p:graphicFrame>
            <p:nvGraphicFramePr>
              <p:cNvPr id="86051" name="Object 12">
                <a:extLst>
                  <a:ext uri="{FF2B5EF4-FFF2-40B4-BE49-F238E27FC236}">
                    <a16:creationId xmlns:a16="http://schemas.microsoft.com/office/drawing/2014/main" id="{256544D9-C718-4256-898B-B9AC5169EF6C}"/>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8" imgW="826829" imgH="840406" progId="MS_ClipArt_Gallery.2">
                      <p:embed/>
                    </p:oleObj>
                  </mc:Choice>
                  <mc:Fallback>
                    <p:oleObj name="Clip" r:id="rId8" imgW="826829" imgH="840406" progId="MS_ClipArt_Gallery.2">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52" name="Rectangle 13">
                <a:extLst>
                  <a:ext uri="{FF2B5EF4-FFF2-40B4-BE49-F238E27FC236}">
                    <a16:creationId xmlns:a16="http://schemas.microsoft.com/office/drawing/2014/main" id="{534C988B-CC45-4500-BD31-5D4AD51B13FF}"/>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grpSp>
          <p:nvGrpSpPr>
            <p:cNvPr id="86026" name="Group 14">
              <a:extLst>
                <a:ext uri="{FF2B5EF4-FFF2-40B4-BE49-F238E27FC236}">
                  <a16:creationId xmlns:a16="http://schemas.microsoft.com/office/drawing/2014/main" id="{DF32785E-5944-412A-BCAC-947B8FBDC643}"/>
                </a:ext>
              </a:extLst>
            </p:cNvPr>
            <p:cNvGrpSpPr>
              <a:grpSpLocks/>
            </p:cNvGrpSpPr>
            <p:nvPr/>
          </p:nvGrpSpPr>
          <p:grpSpPr bwMode="auto">
            <a:xfrm>
              <a:off x="4113" y="1453"/>
              <a:ext cx="483" cy="273"/>
              <a:chOff x="3600" y="219"/>
              <a:chExt cx="360" cy="175"/>
            </a:xfrm>
          </p:grpSpPr>
          <p:sp>
            <p:nvSpPr>
              <p:cNvPr id="86038" name="Oval 15">
                <a:extLst>
                  <a:ext uri="{FF2B5EF4-FFF2-40B4-BE49-F238E27FC236}">
                    <a16:creationId xmlns:a16="http://schemas.microsoft.com/office/drawing/2014/main" id="{5D1A80F3-CCB5-460E-924A-6BB01787C37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86039" name="Line 16">
                <a:extLst>
                  <a:ext uri="{FF2B5EF4-FFF2-40B4-BE49-F238E27FC236}">
                    <a16:creationId xmlns:a16="http://schemas.microsoft.com/office/drawing/2014/main" id="{600A6507-06CB-438A-8977-B6267037AA6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0" name="Line 17">
                <a:extLst>
                  <a:ext uri="{FF2B5EF4-FFF2-40B4-BE49-F238E27FC236}">
                    <a16:creationId xmlns:a16="http://schemas.microsoft.com/office/drawing/2014/main" id="{DAABFB29-B7FA-4C85-AA85-FB3F7F74FD1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1" name="Rectangle 18">
                <a:extLst>
                  <a:ext uri="{FF2B5EF4-FFF2-40B4-BE49-F238E27FC236}">
                    <a16:creationId xmlns:a16="http://schemas.microsoft.com/office/drawing/2014/main" id="{6904EFDB-095F-4700-8C10-B467629A866C}"/>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ndParaRPr>
              </a:p>
            </p:txBody>
          </p:sp>
          <p:sp>
            <p:nvSpPr>
              <p:cNvPr id="86042" name="Oval 19">
                <a:extLst>
                  <a:ext uri="{FF2B5EF4-FFF2-40B4-BE49-F238E27FC236}">
                    <a16:creationId xmlns:a16="http://schemas.microsoft.com/office/drawing/2014/main" id="{A609C1DF-AF02-4661-993C-189E70AB4B21}"/>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ndParaRPr>
              </a:p>
            </p:txBody>
          </p:sp>
          <p:grpSp>
            <p:nvGrpSpPr>
              <p:cNvPr id="86043" name="Group 20">
                <a:extLst>
                  <a:ext uri="{FF2B5EF4-FFF2-40B4-BE49-F238E27FC236}">
                    <a16:creationId xmlns:a16="http://schemas.microsoft.com/office/drawing/2014/main" id="{DE1A5E1F-98B4-43B2-B5EC-7D42316FA233}"/>
                  </a:ext>
                </a:extLst>
              </p:cNvPr>
              <p:cNvGrpSpPr>
                <a:grpSpLocks/>
              </p:cNvGrpSpPr>
              <p:nvPr/>
            </p:nvGrpSpPr>
            <p:grpSpPr bwMode="auto">
              <a:xfrm>
                <a:off x="3686" y="244"/>
                <a:ext cx="177" cy="66"/>
                <a:chOff x="2848" y="848"/>
                <a:chExt cx="140" cy="98"/>
              </a:xfrm>
            </p:grpSpPr>
            <p:sp>
              <p:nvSpPr>
                <p:cNvPr id="86048" name="Line 21">
                  <a:extLst>
                    <a:ext uri="{FF2B5EF4-FFF2-40B4-BE49-F238E27FC236}">
                      <a16:creationId xmlns:a16="http://schemas.microsoft.com/office/drawing/2014/main" id="{A15C9558-0388-4FC1-A245-9513C6C1258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9" name="Line 22">
                  <a:extLst>
                    <a:ext uri="{FF2B5EF4-FFF2-40B4-BE49-F238E27FC236}">
                      <a16:creationId xmlns:a16="http://schemas.microsoft.com/office/drawing/2014/main" id="{477F57E2-5889-41E4-B963-52A55665427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50" name="Line 23">
                  <a:extLst>
                    <a:ext uri="{FF2B5EF4-FFF2-40B4-BE49-F238E27FC236}">
                      <a16:creationId xmlns:a16="http://schemas.microsoft.com/office/drawing/2014/main" id="{FD691A90-934F-497F-AC15-E532656DC14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6044" name="Group 24">
                <a:extLst>
                  <a:ext uri="{FF2B5EF4-FFF2-40B4-BE49-F238E27FC236}">
                    <a16:creationId xmlns:a16="http://schemas.microsoft.com/office/drawing/2014/main" id="{6132610F-E593-4128-B614-EB9C8509E997}"/>
                  </a:ext>
                </a:extLst>
              </p:cNvPr>
              <p:cNvGrpSpPr>
                <a:grpSpLocks/>
              </p:cNvGrpSpPr>
              <p:nvPr/>
            </p:nvGrpSpPr>
            <p:grpSpPr bwMode="auto">
              <a:xfrm flipV="1">
                <a:off x="3686" y="243"/>
                <a:ext cx="177" cy="66"/>
                <a:chOff x="2848" y="848"/>
                <a:chExt cx="140" cy="98"/>
              </a:xfrm>
            </p:grpSpPr>
            <p:sp>
              <p:nvSpPr>
                <p:cNvPr id="86045" name="Line 25">
                  <a:extLst>
                    <a:ext uri="{FF2B5EF4-FFF2-40B4-BE49-F238E27FC236}">
                      <a16:creationId xmlns:a16="http://schemas.microsoft.com/office/drawing/2014/main" id="{C6D67F98-9CD7-44BD-8077-5CA0D5627FC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6" name="Line 26">
                  <a:extLst>
                    <a:ext uri="{FF2B5EF4-FFF2-40B4-BE49-F238E27FC236}">
                      <a16:creationId xmlns:a16="http://schemas.microsoft.com/office/drawing/2014/main" id="{A1CBFABC-1F04-436E-AE33-8FF912D2AE1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47" name="Line 27">
                  <a:extLst>
                    <a:ext uri="{FF2B5EF4-FFF2-40B4-BE49-F238E27FC236}">
                      <a16:creationId xmlns:a16="http://schemas.microsoft.com/office/drawing/2014/main" id="{7E26C789-CEA9-4B39-9711-531DA896320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86027" name="Line 28">
              <a:extLst>
                <a:ext uri="{FF2B5EF4-FFF2-40B4-BE49-F238E27FC236}">
                  <a16:creationId xmlns:a16="http://schemas.microsoft.com/office/drawing/2014/main" id="{0FB42CFB-8789-4CFB-AD6B-82770B3493A8}"/>
                </a:ext>
              </a:extLst>
            </p:cNvPr>
            <p:cNvSpPr>
              <a:spLocks noChangeShapeType="1"/>
            </p:cNvSpPr>
            <p:nvPr/>
          </p:nvSpPr>
          <p:spPr bwMode="auto">
            <a:xfrm flipV="1">
              <a:off x="4363" y="1721"/>
              <a:ext cx="0"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6028" name="Group 29">
              <a:extLst>
                <a:ext uri="{FF2B5EF4-FFF2-40B4-BE49-F238E27FC236}">
                  <a16:creationId xmlns:a16="http://schemas.microsoft.com/office/drawing/2014/main" id="{F98B0455-817C-44DE-8655-32E6EFED6F8A}"/>
                </a:ext>
              </a:extLst>
            </p:cNvPr>
            <p:cNvGrpSpPr>
              <a:grpSpLocks/>
            </p:cNvGrpSpPr>
            <p:nvPr/>
          </p:nvGrpSpPr>
          <p:grpSpPr bwMode="auto">
            <a:xfrm>
              <a:off x="4826" y="1557"/>
              <a:ext cx="392" cy="500"/>
              <a:chOff x="2870" y="1518"/>
              <a:chExt cx="292" cy="320"/>
            </a:xfrm>
          </p:grpSpPr>
          <p:graphicFrame>
            <p:nvGraphicFramePr>
              <p:cNvPr id="86036" name="Object 30">
                <a:extLst>
                  <a:ext uri="{FF2B5EF4-FFF2-40B4-BE49-F238E27FC236}">
                    <a16:creationId xmlns:a16="http://schemas.microsoft.com/office/drawing/2014/main" id="{3B60FD5B-CA56-412B-985D-3F049568878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9" imgW="826829" imgH="840406" progId="MS_ClipArt_Gallery.2">
                      <p:embed/>
                    </p:oleObj>
                  </mc:Choice>
                  <mc:Fallback>
                    <p:oleObj name="Clip" r:id="rId9" imgW="826829" imgH="840406" progId="MS_ClipArt_Gallery.2">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7" name="Object 31">
                <a:extLst>
                  <a:ext uri="{FF2B5EF4-FFF2-40B4-BE49-F238E27FC236}">
                    <a16:creationId xmlns:a16="http://schemas.microsoft.com/office/drawing/2014/main" id="{62E39278-EFB2-4D1A-988F-AA6E090ACC9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0" imgW="1268295" imgH="1199426" progId="MS_ClipArt_Gallery.2">
                      <p:embed/>
                    </p:oleObj>
                  </mc:Choice>
                  <mc:Fallback>
                    <p:oleObj name="Clip" r:id="rId10" imgW="1268295" imgH="1199426" progId="MS_ClipArt_Gallery.2">
                      <p:embed/>
                      <p:pic>
                        <p:nvPicPr>
                          <p:cNvPr id="0"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6029" name="Group 32">
              <a:extLst>
                <a:ext uri="{FF2B5EF4-FFF2-40B4-BE49-F238E27FC236}">
                  <a16:creationId xmlns:a16="http://schemas.microsoft.com/office/drawing/2014/main" id="{1662C90D-88D1-4BEA-975B-5424DB645E7E}"/>
                </a:ext>
              </a:extLst>
            </p:cNvPr>
            <p:cNvGrpSpPr>
              <a:grpSpLocks/>
            </p:cNvGrpSpPr>
            <p:nvPr/>
          </p:nvGrpSpPr>
          <p:grpSpPr bwMode="auto">
            <a:xfrm>
              <a:off x="5109" y="2226"/>
              <a:ext cx="392" cy="500"/>
              <a:chOff x="2870" y="1518"/>
              <a:chExt cx="292" cy="320"/>
            </a:xfrm>
          </p:grpSpPr>
          <p:graphicFrame>
            <p:nvGraphicFramePr>
              <p:cNvPr id="86034" name="Object 33">
                <a:extLst>
                  <a:ext uri="{FF2B5EF4-FFF2-40B4-BE49-F238E27FC236}">
                    <a16:creationId xmlns:a16="http://schemas.microsoft.com/office/drawing/2014/main" id="{139DDC2E-482F-40EB-B4F4-027B74CC125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1" imgW="826829" imgH="840406" progId="MS_ClipArt_Gallery.2">
                      <p:embed/>
                    </p:oleObj>
                  </mc:Choice>
                  <mc:Fallback>
                    <p:oleObj name="Clip" r:id="rId11" imgW="826829" imgH="840406" progId="MS_ClipArt_Gallery.2">
                      <p:embed/>
                      <p:pic>
                        <p:nvPicPr>
                          <p:cNvPr id="0"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5" name="Object 34">
                <a:extLst>
                  <a:ext uri="{FF2B5EF4-FFF2-40B4-BE49-F238E27FC236}">
                    <a16:creationId xmlns:a16="http://schemas.microsoft.com/office/drawing/2014/main" id="{242BE723-B72D-4075-B1FE-01A63C9C697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2" imgW="1268295" imgH="1199426" progId="MS_ClipArt_Gallery.2">
                      <p:embed/>
                    </p:oleObj>
                  </mc:Choice>
                  <mc:Fallback>
                    <p:oleObj name="Clip" r:id="rId12" imgW="1268295" imgH="1199426" progId="MS_ClipArt_Gallery.2">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6030" name="Text Box 35">
              <a:extLst>
                <a:ext uri="{FF2B5EF4-FFF2-40B4-BE49-F238E27FC236}">
                  <a16:creationId xmlns:a16="http://schemas.microsoft.com/office/drawing/2014/main" id="{2C060652-7232-40DC-B160-73E828A2DAC4}"/>
                </a:ext>
              </a:extLst>
            </p:cNvPr>
            <p:cNvSpPr txBox="1">
              <a:spLocks noChangeArrowheads="1"/>
            </p:cNvSpPr>
            <p:nvPr/>
          </p:nvSpPr>
          <p:spPr bwMode="auto">
            <a:xfrm>
              <a:off x="3446" y="1865"/>
              <a:ext cx="74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a:spcBef>
                  <a:spcPct val="0"/>
                </a:spcBef>
                <a:buFontTx/>
                <a:buNone/>
              </a:pPr>
              <a:r>
                <a:rPr lang="en-US" altLang="en-US" sz="2400">
                  <a:latin typeface="Comic Sans MS" panose="030F0702030302020204" pitchFamily="66" charset="0"/>
                </a:rPr>
                <a:t>base</a:t>
              </a:r>
            </a:p>
            <a:p>
              <a:pPr algn="r">
                <a:spcBef>
                  <a:spcPct val="0"/>
                </a:spcBef>
                <a:buFontTx/>
                <a:buNone/>
              </a:pPr>
              <a:r>
                <a:rPr lang="en-US" altLang="en-US" sz="2400">
                  <a:latin typeface="Comic Sans MS" panose="030F0702030302020204" pitchFamily="66" charset="0"/>
                </a:rPr>
                <a:t>station</a:t>
              </a:r>
              <a:endParaRPr lang="en-US" altLang="en-US" sz="2400">
                <a:latin typeface="Times New Roman" panose="02020603050405020304" pitchFamily="18" charset="0"/>
              </a:endParaRPr>
            </a:p>
          </p:txBody>
        </p:sp>
        <p:sp>
          <p:nvSpPr>
            <p:cNvPr id="86031" name="Text Box 36">
              <a:extLst>
                <a:ext uri="{FF2B5EF4-FFF2-40B4-BE49-F238E27FC236}">
                  <a16:creationId xmlns:a16="http://schemas.microsoft.com/office/drawing/2014/main" id="{65F4D9CA-D702-4298-B153-934951724C86}"/>
                </a:ext>
              </a:extLst>
            </p:cNvPr>
            <p:cNvSpPr txBox="1">
              <a:spLocks noChangeArrowheads="1"/>
            </p:cNvSpPr>
            <p:nvPr/>
          </p:nvSpPr>
          <p:spPr bwMode="auto">
            <a:xfrm>
              <a:off x="4709" y="3137"/>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a:spcBef>
                  <a:spcPct val="0"/>
                </a:spcBef>
                <a:buFontTx/>
                <a:buNone/>
              </a:pPr>
              <a:r>
                <a:rPr lang="en-US" altLang="en-US" sz="2400">
                  <a:latin typeface="Comic Sans MS" panose="030F0702030302020204" pitchFamily="66" charset="0"/>
                </a:rPr>
                <a:t>mobile</a:t>
              </a:r>
            </a:p>
            <a:p>
              <a:pPr algn="r">
                <a:spcBef>
                  <a:spcPct val="0"/>
                </a:spcBef>
                <a:buFontTx/>
                <a:buNone/>
              </a:pPr>
              <a:r>
                <a:rPr lang="en-US" altLang="en-US" sz="2400">
                  <a:latin typeface="Comic Sans MS" panose="030F0702030302020204" pitchFamily="66" charset="0"/>
                </a:rPr>
                <a:t>hosts</a:t>
              </a:r>
              <a:endParaRPr lang="en-US" altLang="en-US" sz="2400">
                <a:latin typeface="Times New Roman" panose="02020603050405020304" pitchFamily="18" charset="0"/>
              </a:endParaRPr>
            </a:p>
          </p:txBody>
        </p:sp>
        <p:sp>
          <p:nvSpPr>
            <p:cNvPr id="86032" name="Line 37">
              <a:extLst>
                <a:ext uri="{FF2B5EF4-FFF2-40B4-BE49-F238E27FC236}">
                  <a16:creationId xmlns:a16="http://schemas.microsoft.com/office/drawing/2014/main" id="{9D5366B4-0382-4ECD-9980-74A9A26DC455}"/>
                </a:ext>
              </a:extLst>
            </p:cNvPr>
            <p:cNvSpPr>
              <a:spLocks noChangeShapeType="1"/>
            </p:cNvSpPr>
            <p:nvPr/>
          </p:nvSpPr>
          <p:spPr bwMode="auto">
            <a:xfrm flipV="1">
              <a:off x="4327" y="1169"/>
              <a:ext cx="0"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033" name="Text Box 38">
              <a:extLst>
                <a:ext uri="{FF2B5EF4-FFF2-40B4-BE49-F238E27FC236}">
                  <a16:creationId xmlns:a16="http://schemas.microsoft.com/office/drawing/2014/main" id="{87DD9A17-3082-48BB-AB98-57129B60C787}"/>
                </a:ext>
              </a:extLst>
            </p:cNvPr>
            <p:cNvSpPr txBox="1">
              <a:spLocks noChangeArrowheads="1"/>
            </p:cNvSpPr>
            <p:nvPr/>
          </p:nvSpPr>
          <p:spPr bwMode="auto">
            <a:xfrm>
              <a:off x="3433" y="1433"/>
              <a:ext cx="6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a:spcBef>
                  <a:spcPct val="0"/>
                </a:spcBef>
                <a:buFontTx/>
                <a:buNone/>
              </a:pPr>
              <a:r>
                <a:rPr lang="en-US" altLang="en-US" sz="2400">
                  <a:latin typeface="Comic Sans MS" panose="030F0702030302020204" pitchFamily="66" charset="0"/>
                </a:rPr>
                <a:t>router</a:t>
              </a:r>
              <a:endParaRPr lang="en-US" altLang="en-US" sz="2400">
                <a:latin typeface="Times New Roman" panose="02020603050405020304" pitchFamily="18" charset="0"/>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7892B92E-E6E5-4BAE-997F-600129DB84D8}"/>
              </a:ext>
            </a:extLst>
          </p:cNvPr>
          <p:cNvSpPr>
            <a:spLocks noGrp="1"/>
          </p:cNvSpPr>
          <p:nvPr>
            <p:ph idx="1"/>
          </p:nvPr>
        </p:nvSpPr>
        <p:spPr>
          <a:xfrm>
            <a:off x="304800" y="1493838"/>
            <a:ext cx="8229600" cy="4525962"/>
          </a:xfrm>
        </p:spPr>
        <p:txBody>
          <a:bodyPr/>
          <a:lstStyle/>
          <a:p>
            <a:pPr algn="ctr" fontAlgn="base">
              <a:spcAft>
                <a:spcPct val="0"/>
              </a:spcAft>
            </a:pPr>
            <a:r>
              <a:rPr lang="en-US" altLang="en-US" sz="3600">
                <a:solidFill>
                  <a:srgbClr val="CC0066"/>
                </a:solidFill>
                <a:latin typeface="Aharoni" panose="020B0604020202020204" pitchFamily="2" charset="-79"/>
                <a:cs typeface="Aharoni" panose="020B0604020202020204" pitchFamily="2" charset="-79"/>
              </a:rPr>
              <a:t>Open Systems Interconnection (OSI) Model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95CCB2DD-2FD2-41C0-B8D7-0D9FC7E0F6A3}"/>
              </a:ext>
            </a:extLst>
          </p:cNvPr>
          <p:cNvSpPr>
            <a:spLocks noGrp="1"/>
          </p:cNvSpPr>
          <p:nvPr>
            <p:ph idx="1"/>
          </p:nvPr>
        </p:nvSpPr>
        <p:spPr>
          <a:xfrm>
            <a:off x="304800" y="1493838"/>
            <a:ext cx="8229600" cy="4525962"/>
          </a:xfrm>
        </p:spPr>
        <p:txBody>
          <a:bodyPr/>
          <a:lstStyle/>
          <a:p>
            <a:pPr marL="457200" indent="-457200" algn="just" fontAlgn="base">
              <a:lnSpc>
                <a:spcPct val="90000"/>
              </a:lnSpc>
              <a:spcAft>
                <a:spcPct val="0"/>
              </a:spcAft>
              <a:buFont typeface="Arial" pitchFamily="34" charset="0"/>
              <a:buChar char="•"/>
            </a:pPr>
            <a:r>
              <a:rPr lang="en-US" altLang="en-US" sz="2800">
                <a:latin typeface="Goudy Old Style" panose="02020502050305020303" pitchFamily="18" charset="0"/>
              </a:rPr>
              <a:t>Rapid growth of computer networks caused </a:t>
            </a:r>
            <a:r>
              <a:rPr lang="en-US" altLang="en-US" sz="2800" b="1">
                <a:solidFill>
                  <a:srgbClr val="0070C0"/>
                </a:solidFill>
                <a:latin typeface="Goudy Old Style" panose="02020502050305020303" pitchFamily="18" charset="0"/>
              </a:rPr>
              <a:t>compatibility problems</a:t>
            </a:r>
          </a:p>
          <a:p>
            <a:pPr marL="457200" indent="-457200" algn="just" fontAlgn="base">
              <a:lnSpc>
                <a:spcPct val="90000"/>
              </a:lnSpc>
              <a:spcAft>
                <a:spcPct val="0"/>
              </a:spcAft>
              <a:buFont typeface="Arial" pitchFamily="34" charset="0"/>
              <a:buChar char="•"/>
            </a:pPr>
            <a:r>
              <a:rPr lang="en-US" altLang="en-US" sz="2800">
                <a:latin typeface="Goudy Old Style" panose="02020502050305020303" pitchFamily="18" charset="0"/>
              </a:rPr>
              <a:t>ISO recognized the problem and released the OSI model in 1984</a:t>
            </a:r>
          </a:p>
          <a:p>
            <a:pPr marL="457200" indent="-457200" algn="just" fontAlgn="base">
              <a:lnSpc>
                <a:spcPct val="90000"/>
              </a:lnSpc>
              <a:spcAft>
                <a:spcPct val="0"/>
              </a:spcAft>
              <a:buFont typeface="Arial" pitchFamily="34" charset="0"/>
              <a:buChar char="•"/>
            </a:pPr>
            <a:r>
              <a:rPr lang="en-US" altLang="en-US" sz="2800">
                <a:latin typeface="Goudy Old Style" panose="02020502050305020303" pitchFamily="18" charset="0"/>
              </a:rPr>
              <a:t>OSI stands for </a:t>
            </a:r>
            <a:r>
              <a:rPr lang="en-US" altLang="en-US" sz="2800" b="1">
                <a:solidFill>
                  <a:srgbClr val="0070C0"/>
                </a:solidFill>
                <a:latin typeface="Goudy Old Style" panose="02020502050305020303" pitchFamily="18" charset="0"/>
              </a:rPr>
              <a:t>Open Systems Interconnection </a:t>
            </a:r>
            <a:r>
              <a:rPr lang="en-US" altLang="en-US" sz="2800">
                <a:latin typeface="Goudy Old Style" panose="02020502050305020303" pitchFamily="18" charset="0"/>
              </a:rPr>
              <a:t>and consists of </a:t>
            </a:r>
            <a:r>
              <a:rPr lang="en-US" altLang="en-US" sz="2800" b="1">
                <a:solidFill>
                  <a:srgbClr val="0070C0"/>
                </a:solidFill>
                <a:latin typeface="Goudy Old Style" panose="02020502050305020303" pitchFamily="18" charset="0"/>
              </a:rPr>
              <a:t>7 Layers</a:t>
            </a:r>
          </a:p>
          <a:p>
            <a:pPr marL="457200" indent="-457200" algn="just" fontAlgn="base">
              <a:lnSpc>
                <a:spcPct val="90000"/>
              </a:lnSpc>
              <a:spcAft>
                <a:spcPct val="0"/>
              </a:spcAft>
              <a:buFont typeface="Arial" pitchFamily="34" charset="0"/>
              <a:buChar char="•"/>
            </a:pPr>
            <a:r>
              <a:rPr lang="en-US" altLang="en-US" sz="2800">
                <a:latin typeface="Goudy Old Style" panose="02020502050305020303" pitchFamily="18" charset="0"/>
              </a:rPr>
              <a:t>The use of layers is designed to reduce complexity and make standardization easier </a:t>
            </a:r>
          </a:p>
        </p:txBody>
      </p:sp>
      <p:sp>
        <p:nvSpPr>
          <p:cNvPr id="4098" name="Rectangle 2">
            <a:extLst>
              <a:ext uri="{FF2B5EF4-FFF2-40B4-BE49-F238E27FC236}">
                <a16:creationId xmlns:a16="http://schemas.microsoft.com/office/drawing/2014/main" id="{20FCF801-3CAD-46E9-B844-D308A865C204}"/>
              </a:ext>
            </a:extLst>
          </p:cNvPr>
          <p:cNvSpPr>
            <a:spLocks noGrp="1" noChangeArrowheads="1"/>
          </p:cNvSpPr>
          <p:nvPr>
            <p:ph type="title" idx="4294967295"/>
          </p:nvPr>
        </p:nvSpPr>
        <p:spPr>
          <a:xfrm>
            <a:off x="0" y="152400"/>
            <a:ext cx="8229600" cy="715963"/>
          </a:xfrm>
        </p:spPr>
        <p:txBody>
          <a:bodyPr/>
          <a:lstStyle/>
          <a:p>
            <a:pPr>
              <a:defRPr/>
            </a:pPr>
            <a:r>
              <a:rPr lang="en-US" sz="2800" dirty="0">
                <a:solidFill>
                  <a:srgbClr val="C00000"/>
                </a:solidFill>
                <a:effectLst>
                  <a:outerShdw blurRad="38100" dist="38100" dir="2700000" algn="tl">
                    <a:srgbClr val="C0C0C0"/>
                  </a:outerShdw>
                </a:effectLst>
                <a:latin typeface="Castellar" pitchFamily="18" charset="0"/>
              </a:rPr>
              <a:t>HISTORY</a:t>
            </a:r>
            <a:endParaRPr lang="en-US" sz="2800" dirty="0">
              <a:solidFill>
                <a:srgbClr val="C00000"/>
              </a:solidFill>
              <a:latin typeface="Castellar"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a:extLst>
              <a:ext uri="{FF2B5EF4-FFF2-40B4-BE49-F238E27FC236}">
                <a16:creationId xmlns:a16="http://schemas.microsoft.com/office/drawing/2014/main" id="{E7033A37-275F-4F97-8FDA-4D0D1B95560E}"/>
              </a:ext>
            </a:extLst>
          </p:cNvPr>
          <p:cNvSpPr>
            <a:spLocks noGrp="1"/>
          </p:cNvSpPr>
          <p:nvPr>
            <p:ph idx="1"/>
          </p:nvPr>
        </p:nvSpPr>
        <p:spPr>
          <a:xfrm>
            <a:off x="304800" y="1468438"/>
            <a:ext cx="8229600" cy="4525962"/>
          </a:xfrm>
        </p:spPr>
        <p:txBody>
          <a:bodyPr/>
          <a:lstStyle/>
          <a:p>
            <a:pPr marL="555625" indent="-457200" algn="just" defTabSz="414338" fontAlgn="base">
              <a:lnSpc>
                <a:spcPct val="90000"/>
              </a:lnSpc>
              <a:spcBef>
                <a:spcPct val="50000"/>
              </a:spcBef>
              <a:spcAft>
                <a:spcPct val="0"/>
              </a:spcAft>
              <a:buClr>
                <a:srgbClr val="CC0000"/>
              </a:buClr>
              <a:buFont typeface="Arial" pitchFamily="34" charset="0"/>
              <a:buChar char="•"/>
            </a:pPr>
            <a:r>
              <a:rPr lang="en-GB" altLang="en-US">
                <a:latin typeface="Goudy Old Style" panose="02020502050305020303" pitchFamily="18" charset="0"/>
              </a:rPr>
              <a:t>The OSI model is now considered the primary Architectural  model for </a:t>
            </a:r>
            <a:r>
              <a:rPr lang="en-GB" altLang="en-US" b="1">
                <a:solidFill>
                  <a:srgbClr val="0070C0"/>
                </a:solidFill>
                <a:latin typeface="Goudy Old Style" panose="02020502050305020303" pitchFamily="18" charset="0"/>
              </a:rPr>
              <a:t>inter-computer communications.</a:t>
            </a:r>
          </a:p>
          <a:p>
            <a:pPr marL="555625" indent="-457200" algn="just" defTabSz="414338" fontAlgn="base">
              <a:lnSpc>
                <a:spcPct val="90000"/>
              </a:lnSpc>
              <a:spcBef>
                <a:spcPct val="50000"/>
              </a:spcBef>
              <a:spcAft>
                <a:spcPct val="0"/>
              </a:spcAft>
              <a:buClr>
                <a:srgbClr val="CC0000"/>
              </a:buClr>
              <a:buFont typeface="Arial" pitchFamily="34" charset="0"/>
              <a:buChar char="•"/>
            </a:pPr>
            <a:r>
              <a:rPr lang="en-GB" altLang="en-US">
                <a:latin typeface="Goudy Old Style" panose="02020502050305020303" pitchFamily="18" charset="0"/>
              </a:rPr>
              <a:t>The OSI model </a:t>
            </a:r>
            <a:r>
              <a:rPr lang="en-GB" altLang="en-US" b="1">
                <a:solidFill>
                  <a:srgbClr val="0070C0"/>
                </a:solidFill>
                <a:latin typeface="Goudy Old Style" panose="02020502050305020303" pitchFamily="18" charset="0"/>
              </a:rPr>
              <a:t>describes how information or data makes its way from application programmes (such as spreadsheets) through a network medium (such as wire) to another application programme located on another network.</a:t>
            </a:r>
          </a:p>
          <a:p>
            <a:pPr marL="555625" indent="-457200" algn="just" defTabSz="414338" fontAlgn="base">
              <a:lnSpc>
                <a:spcPct val="90000"/>
              </a:lnSpc>
              <a:spcBef>
                <a:spcPct val="50000"/>
              </a:spcBef>
              <a:spcAft>
                <a:spcPct val="0"/>
              </a:spcAft>
              <a:buClr>
                <a:srgbClr val="CC0000"/>
              </a:buClr>
              <a:buFont typeface="Arial" pitchFamily="34" charset="0"/>
              <a:buChar char="•"/>
            </a:pPr>
            <a:r>
              <a:rPr lang="en-GB" altLang="en-US">
                <a:latin typeface="Goudy Old Style" panose="02020502050305020303" pitchFamily="18" charset="0"/>
              </a:rPr>
              <a:t>The OSI reference model divides the problem of moving information between computers over a network medium into </a:t>
            </a:r>
            <a:r>
              <a:rPr lang="en-GB" altLang="en-US" b="1">
                <a:solidFill>
                  <a:srgbClr val="0070C0"/>
                </a:solidFill>
                <a:latin typeface="Goudy Old Style" panose="02020502050305020303" pitchFamily="18" charset="0"/>
              </a:rPr>
              <a:t>SEVEN smaller and more manageable problems </a:t>
            </a:r>
            <a:r>
              <a:rPr lang="en-GB" altLang="en-US">
                <a:latin typeface="Goudy Old Style" panose="02020502050305020303" pitchFamily="18" charset="0"/>
              </a:rPr>
              <a:t>.</a:t>
            </a:r>
          </a:p>
          <a:p>
            <a:pPr marL="555625" indent="-457200" algn="just" defTabSz="414338" fontAlgn="base">
              <a:lnSpc>
                <a:spcPct val="90000"/>
              </a:lnSpc>
              <a:spcBef>
                <a:spcPct val="50000"/>
              </a:spcBef>
              <a:spcAft>
                <a:spcPct val="0"/>
              </a:spcAft>
              <a:buClr>
                <a:srgbClr val="CC0000"/>
              </a:buClr>
              <a:buFont typeface="Arial" pitchFamily="34" charset="0"/>
              <a:buChar char="•"/>
            </a:pPr>
            <a:r>
              <a:rPr lang="en-GB" altLang="en-US">
                <a:latin typeface="Goudy Old Style" panose="02020502050305020303" pitchFamily="18" charset="0"/>
              </a:rPr>
              <a:t>This separation into smaller more manageable functions is known as</a:t>
            </a:r>
            <a:r>
              <a:rPr lang="en-GB" altLang="en-US" b="1">
                <a:solidFill>
                  <a:srgbClr val="0070C0"/>
                </a:solidFill>
                <a:latin typeface="Goudy Old Style" panose="02020502050305020303" pitchFamily="18" charset="0"/>
              </a:rPr>
              <a:t> layering</a:t>
            </a:r>
            <a:r>
              <a:rPr lang="en-GB" altLang="en-US">
                <a:latin typeface="Goudy Old Style" panose="02020502050305020303" pitchFamily="18" charset="0"/>
              </a:rPr>
              <a:t>.</a:t>
            </a:r>
            <a:endParaRPr lang="en-US" altLang="en-US">
              <a:latin typeface="Goudy Old Style" panose="02020502050305020303" pitchFamily="18" charset="0"/>
            </a:endParaRPr>
          </a:p>
        </p:txBody>
      </p:sp>
      <p:sp>
        <p:nvSpPr>
          <p:cNvPr id="4098" name="Rectangle 2">
            <a:extLst>
              <a:ext uri="{FF2B5EF4-FFF2-40B4-BE49-F238E27FC236}">
                <a16:creationId xmlns:a16="http://schemas.microsoft.com/office/drawing/2014/main" id="{065EF5B2-DB31-4829-B7C0-435BD2A8046D}"/>
              </a:ext>
            </a:extLst>
          </p:cNvPr>
          <p:cNvSpPr>
            <a:spLocks noGrp="1" noChangeArrowheads="1"/>
          </p:cNvSpPr>
          <p:nvPr>
            <p:ph type="title" idx="4294967295"/>
          </p:nvPr>
        </p:nvSpPr>
        <p:spPr>
          <a:xfrm>
            <a:off x="76200" y="533400"/>
            <a:ext cx="8229600" cy="715963"/>
          </a:xfrm>
        </p:spPr>
        <p:txBody>
          <a:bodyPr/>
          <a:lstStyle/>
          <a:p>
            <a:pPr>
              <a:defRPr/>
            </a:pPr>
            <a:r>
              <a:rPr lang="en-US" sz="2800" dirty="0">
                <a:solidFill>
                  <a:srgbClr val="C00000"/>
                </a:solidFill>
                <a:latin typeface="Castellar" pitchFamily="18" charset="0"/>
              </a:rPr>
              <a:t>OSI Reference Model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C38425D-3921-4641-9D1E-4009EE631DAA}"/>
              </a:ext>
            </a:extLst>
          </p:cNvPr>
          <p:cNvSpPr>
            <a:spLocks noGrp="1" noChangeArrowheads="1"/>
          </p:cNvSpPr>
          <p:nvPr>
            <p:ph type="title" idx="4294967295"/>
          </p:nvPr>
        </p:nvSpPr>
        <p:spPr>
          <a:xfrm>
            <a:off x="0" y="152400"/>
            <a:ext cx="8229600" cy="715963"/>
          </a:xfrm>
        </p:spPr>
        <p:txBody>
          <a:bodyPr/>
          <a:lstStyle/>
          <a:p>
            <a:pPr>
              <a:defRPr/>
            </a:pPr>
            <a:r>
              <a:rPr lang="en-US" sz="2800" dirty="0">
                <a:solidFill>
                  <a:srgbClr val="C00000"/>
                </a:solidFill>
                <a:latin typeface="Castellar" pitchFamily="18" charset="0"/>
              </a:rPr>
              <a:t>OSI Reference Model </a:t>
            </a:r>
            <a:r>
              <a:rPr lang="en-US" sz="2800" dirty="0">
                <a:solidFill>
                  <a:srgbClr val="E4005C"/>
                </a:solidFill>
              </a:rPr>
              <a:t>: </a:t>
            </a:r>
            <a:r>
              <a:rPr lang="en-US" sz="2800" dirty="0">
                <a:solidFill>
                  <a:srgbClr val="C00000"/>
                </a:solidFill>
                <a:latin typeface="Castellar" pitchFamily="18" charset="0"/>
              </a:rPr>
              <a:t>7 Layers</a:t>
            </a:r>
          </a:p>
        </p:txBody>
      </p:sp>
      <p:cxnSp>
        <p:nvCxnSpPr>
          <p:cNvPr id="6" name="Straight Connector 5">
            <a:extLst>
              <a:ext uri="{FF2B5EF4-FFF2-40B4-BE49-F238E27FC236}">
                <a16:creationId xmlns:a16="http://schemas.microsoft.com/office/drawing/2014/main" id="{3FE14DB3-9A82-4F62-BB65-BA4182986BD3}"/>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90116" name="Picture 9">
            <a:extLst>
              <a:ext uri="{FF2B5EF4-FFF2-40B4-BE49-F238E27FC236}">
                <a16:creationId xmlns:a16="http://schemas.microsoft.com/office/drawing/2014/main" id="{7FD37E25-8657-4327-98EF-AA7C48BA7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47800"/>
            <a:ext cx="8153400"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38A94F-42BE-48FC-9D33-2D3CA9E06EB6}"/>
              </a:ext>
            </a:extLst>
          </p:cNvPr>
          <p:cNvSpPr>
            <a:spLocks noGrp="1"/>
          </p:cNvSpPr>
          <p:nvPr>
            <p:ph idx="1"/>
          </p:nvPr>
        </p:nvSpPr>
        <p:spPr>
          <a:xfrm>
            <a:off x="304800" y="1493838"/>
            <a:ext cx="8229600" cy="4525962"/>
          </a:xfrm>
        </p:spPr>
        <p:txBody>
          <a:bodyPr>
            <a:normAutofit fontScale="40000" lnSpcReduction="20000"/>
          </a:bodyPr>
          <a:lstStyle/>
          <a:p>
            <a:pPr marL="914400" indent="-914400" algn="just" defTabSz="414338">
              <a:lnSpc>
                <a:spcPct val="120000"/>
              </a:lnSpc>
              <a:spcBef>
                <a:spcPts val="0"/>
              </a:spcBef>
              <a:buClr>
                <a:srgbClr val="CC0000"/>
              </a:buClr>
              <a:buFont typeface="Wingdings" panose="05000000000000000000" pitchFamily="2" charset="2"/>
              <a:buChar char="Ø"/>
              <a:defRPr/>
            </a:pPr>
            <a:r>
              <a:rPr lang="en-GB" sz="5000" kern="900" dirty="0">
                <a:latin typeface="Goudy Old Style" pitchFamily="18" charset="0"/>
              </a:rPr>
              <a:t>The process of breaking up the functions or tasks of networking into layers </a:t>
            </a:r>
            <a:r>
              <a:rPr lang="en-GB" sz="5000" b="1" kern="900" dirty="0">
                <a:solidFill>
                  <a:srgbClr val="0070C0"/>
                </a:solidFill>
                <a:latin typeface="Goudy Old Style" pitchFamily="18" charset="0"/>
              </a:rPr>
              <a:t>reduces complexity</a:t>
            </a:r>
            <a:r>
              <a:rPr lang="en-GB" sz="5000" kern="900" dirty="0">
                <a:latin typeface="Goudy Old Style" pitchFamily="18" charset="0"/>
              </a:rPr>
              <a:t>.</a:t>
            </a:r>
          </a:p>
          <a:p>
            <a:pPr marL="914400" indent="-914400" algn="just" defTabSz="414338">
              <a:lnSpc>
                <a:spcPct val="120000"/>
              </a:lnSpc>
              <a:spcBef>
                <a:spcPts val="0"/>
              </a:spcBef>
              <a:buClr>
                <a:srgbClr val="CC0000"/>
              </a:buClr>
              <a:buFont typeface="Wingdings" panose="05000000000000000000" pitchFamily="2" charset="2"/>
              <a:buChar char="Ø"/>
              <a:defRPr/>
            </a:pPr>
            <a:r>
              <a:rPr lang="en-GB" sz="5000" kern="900" dirty="0">
                <a:latin typeface="Goudy Old Style" pitchFamily="18" charset="0"/>
              </a:rPr>
              <a:t>Each layer provides a </a:t>
            </a:r>
            <a:r>
              <a:rPr lang="en-GB" sz="5000" b="1" i="1" kern="900" dirty="0">
                <a:solidFill>
                  <a:srgbClr val="0070C0"/>
                </a:solidFill>
                <a:latin typeface="Goudy Old Style" pitchFamily="18" charset="0"/>
              </a:rPr>
              <a:t>service </a:t>
            </a:r>
            <a:r>
              <a:rPr lang="en-GB" sz="5000" kern="900" dirty="0">
                <a:latin typeface="Goudy Old Style" pitchFamily="18" charset="0"/>
              </a:rPr>
              <a:t>to the layer above or below it in the protocol specification.</a:t>
            </a:r>
          </a:p>
          <a:p>
            <a:pPr marL="914400" indent="-914400" algn="just" defTabSz="414338">
              <a:lnSpc>
                <a:spcPct val="120000"/>
              </a:lnSpc>
              <a:spcBef>
                <a:spcPts val="0"/>
              </a:spcBef>
              <a:buClr>
                <a:srgbClr val="CC0000"/>
              </a:buClr>
              <a:buFont typeface="Wingdings" panose="05000000000000000000" pitchFamily="2" charset="2"/>
              <a:buChar char="Ø"/>
              <a:defRPr/>
            </a:pPr>
            <a:r>
              <a:rPr lang="en-GB" sz="5000" kern="900" dirty="0">
                <a:latin typeface="Goudy Old Style" pitchFamily="18" charset="0"/>
              </a:rPr>
              <a:t>Each layer communicates with the </a:t>
            </a:r>
            <a:r>
              <a:rPr lang="en-GB" sz="5000" b="1" kern="900" dirty="0">
                <a:solidFill>
                  <a:srgbClr val="0070C0"/>
                </a:solidFill>
                <a:latin typeface="Goudy Old Style" pitchFamily="18" charset="0"/>
              </a:rPr>
              <a:t>same layer’s software or hardware</a:t>
            </a:r>
            <a:r>
              <a:rPr lang="en-GB" sz="5000" kern="900" dirty="0">
                <a:latin typeface="Goudy Old Style" pitchFamily="18" charset="0"/>
              </a:rPr>
              <a:t> on other computers. </a:t>
            </a:r>
          </a:p>
          <a:p>
            <a:pPr marL="914400" indent="-914400" algn="just" defTabSz="414338">
              <a:lnSpc>
                <a:spcPct val="120000"/>
              </a:lnSpc>
              <a:spcBef>
                <a:spcPts val="0"/>
              </a:spcBef>
              <a:buClr>
                <a:srgbClr val="CC0000"/>
              </a:buClr>
              <a:buFont typeface="Wingdings" panose="05000000000000000000" pitchFamily="2" charset="2"/>
              <a:buChar char="Ø"/>
              <a:defRPr/>
            </a:pPr>
            <a:r>
              <a:rPr lang="en-GB" sz="5000" kern="900" dirty="0">
                <a:latin typeface="Goudy Old Style" pitchFamily="18" charset="0"/>
              </a:rPr>
              <a:t>The lower 4 layers (transport, network, data link and physical —Layers 4, 3, 2, and 1) are concerned with the </a:t>
            </a:r>
            <a:r>
              <a:rPr lang="en-GB" sz="5000" b="1" kern="900" dirty="0">
                <a:solidFill>
                  <a:srgbClr val="0070C0"/>
                </a:solidFill>
                <a:latin typeface="Goudy Old Style" pitchFamily="18" charset="0"/>
              </a:rPr>
              <a:t>flow of data from end to end through the network</a:t>
            </a:r>
            <a:r>
              <a:rPr lang="en-GB" sz="5000" kern="900" dirty="0">
                <a:latin typeface="Goudy Old Style" pitchFamily="18" charset="0"/>
              </a:rPr>
              <a:t>. </a:t>
            </a:r>
          </a:p>
          <a:p>
            <a:pPr marL="914400" indent="-914400" algn="just" defTabSz="414338">
              <a:lnSpc>
                <a:spcPct val="120000"/>
              </a:lnSpc>
              <a:spcBef>
                <a:spcPts val="0"/>
              </a:spcBef>
              <a:buClr>
                <a:srgbClr val="CC0000"/>
              </a:buClr>
              <a:buFont typeface="Wingdings" panose="05000000000000000000" pitchFamily="2" charset="2"/>
              <a:buChar char="Ø"/>
              <a:defRPr/>
            </a:pPr>
            <a:r>
              <a:rPr lang="en-GB" sz="5000" kern="900" dirty="0">
                <a:latin typeface="Goudy Old Style" pitchFamily="18" charset="0"/>
              </a:rPr>
              <a:t>The upper four layers of the OSI model (application, presentation and session—Layers 7, 6 and 5) are orientated more toward </a:t>
            </a:r>
            <a:r>
              <a:rPr lang="en-GB" sz="5000" b="1" kern="900" dirty="0">
                <a:solidFill>
                  <a:srgbClr val="0070C0"/>
                </a:solidFill>
                <a:latin typeface="Goudy Old Style" pitchFamily="18" charset="0"/>
              </a:rPr>
              <a:t>services to the applications. </a:t>
            </a:r>
          </a:p>
          <a:p>
            <a:pPr marL="914400" indent="-914400" algn="just" defTabSz="414338">
              <a:lnSpc>
                <a:spcPct val="120000"/>
              </a:lnSpc>
              <a:spcBef>
                <a:spcPts val="0"/>
              </a:spcBef>
              <a:buClr>
                <a:srgbClr val="CC0000"/>
              </a:buClr>
              <a:buFont typeface="Wingdings" panose="05000000000000000000" pitchFamily="2" charset="2"/>
              <a:buChar char="Ø"/>
              <a:defRPr/>
            </a:pPr>
            <a:r>
              <a:rPr lang="en-GB" sz="5000" kern="900" dirty="0">
                <a:latin typeface="Goudy Old Style" pitchFamily="18" charset="0"/>
              </a:rPr>
              <a:t>Data is </a:t>
            </a:r>
            <a:r>
              <a:rPr lang="en-US" sz="5000" b="1" kern="900" dirty="0">
                <a:solidFill>
                  <a:srgbClr val="0070C0"/>
                </a:solidFill>
                <a:latin typeface="Goudy Old Style" pitchFamily="18" charset="0"/>
              </a:rPr>
              <a:t>Encapsulated </a:t>
            </a:r>
            <a:r>
              <a:rPr lang="en-US" sz="5000" kern="900" dirty="0">
                <a:latin typeface="Goudy Old Style" pitchFamily="18" charset="0"/>
              </a:rPr>
              <a:t>with the necessary </a:t>
            </a:r>
            <a:r>
              <a:rPr lang="en-US" sz="5000" b="1" kern="900" dirty="0">
                <a:solidFill>
                  <a:srgbClr val="0070C0"/>
                </a:solidFill>
                <a:latin typeface="Goudy Old Style" pitchFamily="18" charset="0"/>
              </a:rPr>
              <a:t>protocol information </a:t>
            </a:r>
            <a:r>
              <a:rPr lang="en-US" sz="5000" kern="900" dirty="0">
                <a:latin typeface="Goudy Old Style" pitchFamily="18" charset="0"/>
              </a:rPr>
              <a:t>as it moves down the layers before network transit.</a:t>
            </a:r>
          </a:p>
          <a:p>
            <a:pPr>
              <a:defRPr/>
            </a:pPr>
            <a:endParaRPr lang="en-US" dirty="0"/>
          </a:p>
        </p:txBody>
      </p:sp>
      <p:sp>
        <p:nvSpPr>
          <p:cNvPr id="2" name="Title 1">
            <a:extLst>
              <a:ext uri="{FF2B5EF4-FFF2-40B4-BE49-F238E27FC236}">
                <a16:creationId xmlns:a16="http://schemas.microsoft.com/office/drawing/2014/main" id="{A90AE425-DD73-4777-B6EB-87228A1EEDC7}"/>
              </a:ext>
            </a:extLst>
          </p:cNvPr>
          <p:cNvSpPr>
            <a:spLocks noGrp="1"/>
          </p:cNvSpPr>
          <p:nvPr>
            <p:ph type="title" idx="4294967295"/>
          </p:nvPr>
        </p:nvSpPr>
        <p:spPr>
          <a:xfrm>
            <a:off x="0" y="274638"/>
            <a:ext cx="8229600" cy="1143000"/>
          </a:xfrm>
        </p:spPr>
        <p:txBody>
          <a:bodyPr>
            <a:normAutofit fontScale="90000"/>
          </a:bodyPr>
          <a:lstStyle/>
          <a:p>
            <a:pPr>
              <a:defRPr/>
            </a:pPr>
            <a:r>
              <a:rPr lang="en-US" sz="3200" dirty="0">
                <a:solidFill>
                  <a:srgbClr val="C00000"/>
                </a:solidFill>
                <a:latin typeface="Castellar" pitchFamily="18" charset="0"/>
              </a:rPr>
              <a:t>OSI: A Layered Network Model</a:t>
            </a:r>
            <a:br>
              <a:rPr lang="en-US" dirty="0"/>
            </a:br>
            <a:endParaRPr lang="en-US" dirty="0"/>
          </a:p>
        </p:txBody>
      </p:sp>
      <p:cxnSp>
        <p:nvCxnSpPr>
          <p:cNvPr id="5" name="Straight Connector 4">
            <a:extLst>
              <a:ext uri="{FF2B5EF4-FFF2-40B4-BE49-F238E27FC236}">
                <a16:creationId xmlns:a16="http://schemas.microsoft.com/office/drawing/2014/main" id="{2E239406-7B76-4BEA-A974-DD9FA5FEA56E}"/>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2">
            <a:extLst>
              <a:ext uri="{FF2B5EF4-FFF2-40B4-BE49-F238E27FC236}">
                <a16:creationId xmlns:a16="http://schemas.microsoft.com/office/drawing/2014/main" id="{33391B65-4C8D-4FFA-94FE-155CB01D1571}"/>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2" name="Title 1">
            <a:extLst>
              <a:ext uri="{FF2B5EF4-FFF2-40B4-BE49-F238E27FC236}">
                <a16:creationId xmlns:a16="http://schemas.microsoft.com/office/drawing/2014/main" id="{59C2247A-2328-4912-8605-404DD23B8241}"/>
              </a:ext>
            </a:extLst>
          </p:cNvPr>
          <p:cNvSpPr>
            <a:spLocks noGrp="1"/>
          </p:cNvSpPr>
          <p:nvPr>
            <p:ph type="title" idx="4294967295"/>
          </p:nvPr>
        </p:nvSpPr>
        <p:spPr>
          <a:xfrm>
            <a:off x="0" y="762000"/>
            <a:ext cx="8229600" cy="381000"/>
          </a:xfrm>
        </p:spPr>
        <p:txBody>
          <a:bodyPr>
            <a:normAutofit fontScale="90000"/>
          </a:bodyPr>
          <a:lstStyle/>
          <a:p>
            <a:pPr>
              <a:defRPr/>
            </a:pPr>
            <a:r>
              <a:rPr lang="en-US" sz="2200" dirty="0">
                <a:solidFill>
                  <a:srgbClr val="C00000"/>
                </a:solidFill>
                <a:latin typeface="Castellar" pitchFamily="18" charset="0"/>
              </a:rPr>
              <a:t>The interaction between layers in the OSI model</a:t>
            </a:r>
            <a:br>
              <a:rPr lang="en-US" sz="3200" i="1" dirty="0"/>
            </a:br>
            <a:br>
              <a:rPr lang="en-US" dirty="0"/>
            </a:br>
            <a:endParaRPr lang="en-US" dirty="0"/>
          </a:p>
        </p:txBody>
      </p:sp>
      <p:pic>
        <p:nvPicPr>
          <p:cNvPr id="93188" name="Picture 6">
            <a:extLst>
              <a:ext uri="{FF2B5EF4-FFF2-40B4-BE49-F238E27FC236}">
                <a16:creationId xmlns:a16="http://schemas.microsoft.com/office/drawing/2014/main" id="{CEF9C6C9-C611-45EF-BF97-C756E1F5D2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066800"/>
            <a:ext cx="8610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Content Placeholder 3">
            <a:extLst>
              <a:ext uri="{FF2B5EF4-FFF2-40B4-BE49-F238E27FC236}">
                <a16:creationId xmlns:a16="http://schemas.microsoft.com/office/drawing/2014/main" id="{1C4C09BF-4249-423A-98E6-11B06BD406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736725"/>
            <a:ext cx="8229600" cy="4040188"/>
          </a:xfr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Content Placeholder 2">
            <a:extLst>
              <a:ext uri="{FF2B5EF4-FFF2-40B4-BE49-F238E27FC236}">
                <a16:creationId xmlns:a16="http://schemas.microsoft.com/office/drawing/2014/main" id="{5F3E8582-05B0-4229-B31D-374498607608}"/>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2" name="Title 1">
            <a:extLst>
              <a:ext uri="{FF2B5EF4-FFF2-40B4-BE49-F238E27FC236}">
                <a16:creationId xmlns:a16="http://schemas.microsoft.com/office/drawing/2014/main" id="{DEFC8A9D-51F9-429A-988D-E667E4C2168F}"/>
              </a:ext>
            </a:extLst>
          </p:cNvPr>
          <p:cNvSpPr>
            <a:spLocks noGrp="1"/>
          </p:cNvSpPr>
          <p:nvPr>
            <p:ph type="title" idx="4294967295"/>
          </p:nvPr>
        </p:nvSpPr>
        <p:spPr>
          <a:xfrm>
            <a:off x="0" y="274638"/>
            <a:ext cx="8229600" cy="1143000"/>
          </a:xfrm>
        </p:spPr>
        <p:txBody>
          <a:bodyPr>
            <a:normAutofit fontScale="90000"/>
          </a:bodyPr>
          <a:lstStyle/>
          <a:p>
            <a:pPr>
              <a:defRPr/>
            </a:pPr>
            <a:r>
              <a:rPr lang="en-US" sz="3100" dirty="0">
                <a:solidFill>
                  <a:srgbClr val="C00000"/>
                </a:solidFill>
                <a:latin typeface="Castellar" pitchFamily="18" charset="0"/>
              </a:rPr>
              <a:t>An exchange using the OSI model </a:t>
            </a:r>
            <a:br>
              <a:rPr lang="en-US" dirty="0"/>
            </a:br>
            <a:endParaRPr lang="en-US" dirty="0"/>
          </a:p>
        </p:txBody>
      </p:sp>
      <p:cxnSp>
        <p:nvCxnSpPr>
          <p:cNvPr id="5" name="Straight Connector 4">
            <a:extLst>
              <a:ext uri="{FF2B5EF4-FFF2-40B4-BE49-F238E27FC236}">
                <a16:creationId xmlns:a16="http://schemas.microsoft.com/office/drawing/2014/main" id="{56C4F711-9634-4BCF-A2CF-E77CA748B05D}"/>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96261" name="Picture 6">
            <a:extLst>
              <a:ext uri="{FF2B5EF4-FFF2-40B4-BE49-F238E27FC236}">
                <a16:creationId xmlns:a16="http://schemas.microsoft.com/office/drawing/2014/main" id="{3404C4E0-4F42-4D17-A5C2-B2A5E29B1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200150"/>
            <a:ext cx="8077200"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0" name="Text Box 10">
            <a:extLst>
              <a:ext uri="{FF2B5EF4-FFF2-40B4-BE49-F238E27FC236}">
                <a16:creationId xmlns:a16="http://schemas.microsoft.com/office/drawing/2014/main" id="{915782E5-317B-4CBB-A91B-D5FFAD70499C}"/>
              </a:ext>
            </a:extLst>
          </p:cNvPr>
          <p:cNvSpPr txBox="1">
            <a:spLocks noChangeArrowheads="1"/>
          </p:cNvSpPr>
          <p:nvPr/>
        </p:nvSpPr>
        <p:spPr bwMode="auto">
          <a:xfrm>
            <a:off x="2062163" y="1295400"/>
            <a:ext cx="6705600" cy="6184900"/>
          </a:xfrm>
          <a:prstGeom prst="rect">
            <a:avLst/>
          </a:prstGeom>
          <a:noFill/>
          <a:ln w="9525">
            <a:noFill/>
            <a:miter lim="800000"/>
            <a:headEnd/>
            <a:tailEnd/>
          </a:ln>
        </p:spPr>
        <p:txBody>
          <a:bodyPr>
            <a:spAutoFit/>
          </a:bodyPr>
          <a:lstStyle/>
          <a:p>
            <a:pPr marL="392113" indent="-293688" algn="just" defTabSz="414338">
              <a:lnSpc>
                <a:spcPct val="80000"/>
              </a:lnSpc>
              <a:spcBef>
                <a:spcPct val="50000"/>
              </a:spcBef>
              <a:buClr>
                <a:srgbClr val="CC0000"/>
              </a:buClr>
              <a:buFont typeface="Arial" pitchFamily="34" charset="0"/>
              <a:buChar char="•"/>
              <a:defRPr/>
            </a:pPr>
            <a:r>
              <a:rPr lang="en-US" sz="2400" dirty="0">
                <a:latin typeface="Goudy Old Style" pitchFamily="18" charset="0"/>
              </a:rPr>
              <a:t>Application layer interacts with application programs and is the highest level of OSI model.</a:t>
            </a:r>
          </a:p>
          <a:p>
            <a:pPr marL="392113" indent="-293688" algn="just" defTabSz="414338">
              <a:lnSpc>
                <a:spcPct val="80000"/>
              </a:lnSpc>
              <a:spcBef>
                <a:spcPct val="50000"/>
              </a:spcBef>
              <a:buClr>
                <a:srgbClr val="CC0000"/>
              </a:buClr>
              <a:buFont typeface="Arial" pitchFamily="34" charset="0"/>
              <a:buChar char="•"/>
              <a:defRPr/>
            </a:pPr>
            <a:r>
              <a:rPr lang="en-US" sz="2400" dirty="0">
                <a:latin typeface="Goudy Old Style" pitchFamily="18" charset="0"/>
              </a:rPr>
              <a:t>Applications are the </a:t>
            </a:r>
            <a:r>
              <a:rPr lang="en-US" sz="2400" b="1" dirty="0">
                <a:solidFill>
                  <a:srgbClr val="0070C0"/>
                </a:solidFill>
                <a:latin typeface="Goudy Old Style" pitchFamily="18" charset="0"/>
              </a:rPr>
              <a:t>software programs used by    people to communicate over the network</a:t>
            </a:r>
          </a:p>
          <a:p>
            <a:pPr marL="392113" indent="-293688" algn="just" defTabSz="414338">
              <a:lnSpc>
                <a:spcPct val="80000"/>
              </a:lnSpc>
              <a:spcBef>
                <a:spcPct val="50000"/>
              </a:spcBef>
              <a:buClr>
                <a:srgbClr val="CC0000"/>
              </a:buClr>
              <a:buFont typeface="Arial" pitchFamily="34" charset="0"/>
              <a:buChar char="•"/>
              <a:defRPr/>
            </a:pPr>
            <a:r>
              <a:rPr lang="en-US" sz="2400" dirty="0">
                <a:latin typeface="Goudy Old Style" pitchFamily="18" charset="0"/>
              </a:rPr>
              <a:t>Application layer contains management functions to support distributed applications.</a:t>
            </a:r>
          </a:p>
          <a:p>
            <a:pPr marL="392113" indent="-293688" algn="just" defTabSz="414338">
              <a:lnSpc>
                <a:spcPct val="80000"/>
              </a:lnSpc>
              <a:spcBef>
                <a:spcPct val="50000"/>
              </a:spcBef>
              <a:buClr>
                <a:srgbClr val="CC0000"/>
              </a:buClr>
              <a:buFont typeface="Arial" pitchFamily="34" charset="0"/>
              <a:buChar char="•"/>
              <a:defRPr/>
            </a:pPr>
            <a:r>
              <a:rPr lang="en-US" sz="2400" dirty="0">
                <a:latin typeface="Goudy Old Style" pitchFamily="18" charset="0"/>
              </a:rPr>
              <a:t>Examples of application layer are applications such as file transfer, electronic mail, remote login etc.</a:t>
            </a:r>
          </a:p>
          <a:p>
            <a:pPr marL="392113" indent="-293688" algn="just" defTabSz="414338">
              <a:lnSpc>
                <a:spcPct val="80000"/>
              </a:lnSpc>
              <a:spcBef>
                <a:spcPct val="50000"/>
              </a:spcBef>
              <a:buClr>
                <a:srgbClr val="CC0000"/>
              </a:buClr>
              <a:defRPr/>
            </a:pPr>
            <a:r>
              <a:rPr lang="en-US" sz="2400" b="1" dirty="0">
                <a:solidFill>
                  <a:srgbClr val="7030A0"/>
                </a:solidFill>
                <a:latin typeface="Goudy Old Style" pitchFamily="18" charset="0"/>
              </a:rPr>
              <a:t>Main Topics</a:t>
            </a:r>
            <a:endParaRPr lang="en-US" sz="2400" dirty="0">
              <a:latin typeface="Goudy Old Style" pitchFamily="18" charset="0"/>
            </a:endParaRPr>
          </a:p>
          <a:p>
            <a:pPr>
              <a:buFontTx/>
              <a:buChar char="•"/>
              <a:defRPr/>
            </a:pPr>
            <a:r>
              <a:rPr lang="en-US" sz="2400" dirty="0">
                <a:latin typeface="Goudy Old Style" pitchFamily="18" charset="0"/>
              </a:rPr>
              <a:t> File Transfer Protocol (FTP)</a:t>
            </a:r>
          </a:p>
          <a:p>
            <a:pPr>
              <a:buFontTx/>
              <a:buChar char="•"/>
              <a:defRPr/>
            </a:pPr>
            <a:r>
              <a:rPr lang="en-US" sz="2400" dirty="0">
                <a:latin typeface="Goudy Old Style" pitchFamily="18" charset="0"/>
              </a:rPr>
              <a:t> </a:t>
            </a:r>
            <a:r>
              <a:rPr lang="en-US" sz="2400" dirty="0" err="1">
                <a:latin typeface="Goudy Old Style" pitchFamily="18" charset="0"/>
              </a:rPr>
              <a:t>HyperText</a:t>
            </a:r>
            <a:r>
              <a:rPr lang="en-US" sz="2400" dirty="0">
                <a:latin typeface="Goudy Old Style" pitchFamily="18" charset="0"/>
              </a:rPr>
              <a:t> Transfer Protocol (HTTP)</a:t>
            </a:r>
          </a:p>
          <a:p>
            <a:pPr>
              <a:buFontTx/>
              <a:buChar char="•"/>
              <a:defRPr/>
            </a:pPr>
            <a:r>
              <a:rPr lang="en-US" sz="2400" dirty="0">
                <a:latin typeface="Goudy Old Style" pitchFamily="18" charset="0"/>
              </a:rPr>
              <a:t> Simple Mail Transfer Protocol (SMTP)</a:t>
            </a:r>
          </a:p>
          <a:p>
            <a:pPr>
              <a:buFontTx/>
              <a:buChar char="•"/>
              <a:defRPr/>
            </a:pPr>
            <a:r>
              <a:rPr lang="en-US" sz="2400" dirty="0">
                <a:latin typeface="Goudy Old Style" pitchFamily="18" charset="0"/>
              </a:rPr>
              <a:t> Simple Network Management Protocol (SNMP)</a:t>
            </a:r>
          </a:p>
          <a:p>
            <a:pPr>
              <a:buFontTx/>
              <a:buChar char="•"/>
              <a:defRPr/>
            </a:pPr>
            <a:r>
              <a:rPr lang="en-US" sz="2400" dirty="0">
                <a:latin typeface="Goudy Old Style" pitchFamily="18" charset="0"/>
              </a:rPr>
              <a:t> Network File System (NFS)</a:t>
            </a:r>
          </a:p>
          <a:p>
            <a:pPr>
              <a:buFontTx/>
              <a:buChar char="•"/>
              <a:defRPr/>
            </a:pPr>
            <a:r>
              <a:rPr lang="en-US" sz="2400" dirty="0">
                <a:latin typeface="Goudy Old Style" pitchFamily="18" charset="0"/>
              </a:rPr>
              <a:t> Telnet</a:t>
            </a:r>
          </a:p>
          <a:p>
            <a:pPr marL="392113" indent="-293688" algn="just" defTabSz="414338">
              <a:lnSpc>
                <a:spcPct val="80000"/>
              </a:lnSpc>
              <a:spcBef>
                <a:spcPct val="50000"/>
              </a:spcBef>
              <a:buClr>
                <a:srgbClr val="CC0000"/>
              </a:buClr>
              <a:defRPr/>
            </a:pPr>
            <a:endParaRPr lang="en-US" sz="2400" b="1" dirty="0">
              <a:solidFill>
                <a:srgbClr val="7030A0"/>
              </a:solidFill>
              <a:latin typeface="Goudy Old Style" pitchFamily="18" charset="0"/>
            </a:endParaRPr>
          </a:p>
        </p:txBody>
      </p:sp>
      <p:sp>
        <p:nvSpPr>
          <p:cNvPr id="98307" name="Rectangle 10">
            <a:extLst>
              <a:ext uri="{FF2B5EF4-FFF2-40B4-BE49-F238E27FC236}">
                <a16:creationId xmlns:a16="http://schemas.microsoft.com/office/drawing/2014/main" id="{3DDC7D40-5EE2-47C5-99B1-1D66EFFD9356}"/>
              </a:ext>
            </a:extLst>
          </p:cNvPr>
          <p:cNvSpPr>
            <a:spLocks noChangeArrowheads="1"/>
          </p:cNvSpPr>
          <p:nvPr/>
        </p:nvSpPr>
        <p:spPr bwMode="auto">
          <a:xfrm>
            <a:off x="609600" y="579438"/>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b="1">
                <a:solidFill>
                  <a:srgbClr val="C00000"/>
                </a:solidFill>
                <a:latin typeface="Castellar" panose="020A0402060406010301" pitchFamily="18" charset="0"/>
              </a:rPr>
              <a:t>APPLICATION Layer</a:t>
            </a:r>
          </a:p>
        </p:txBody>
      </p:sp>
      <p:grpSp>
        <p:nvGrpSpPr>
          <p:cNvPr id="98308" name="Group 14">
            <a:extLst>
              <a:ext uri="{FF2B5EF4-FFF2-40B4-BE49-F238E27FC236}">
                <a16:creationId xmlns:a16="http://schemas.microsoft.com/office/drawing/2014/main" id="{40D2693F-3B6B-4434-B19B-1BB72E7C3B0B}"/>
              </a:ext>
            </a:extLst>
          </p:cNvPr>
          <p:cNvGrpSpPr>
            <a:grpSpLocks/>
          </p:cNvGrpSpPr>
          <p:nvPr/>
        </p:nvGrpSpPr>
        <p:grpSpPr bwMode="auto">
          <a:xfrm>
            <a:off x="80963" y="1395413"/>
            <a:ext cx="1981200" cy="5159375"/>
            <a:chOff x="228600" y="685800"/>
            <a:chExt cx="1752600" cy="5159375"/>
          </a:xfrm>
        </p:grpSpPr>
        <p:sp>
          <p:nvSpPr>
            <p:cNvPr id="98309" name="Text Box 2">
              <a:extLst>
                <a:ext uri="{FF2B5EF4-FFF2-40B4-BE49-F238E27FC236}">
                  <a16:creationId xmlns:a16="http://schemas.microsoft.com/office/drawing/2014/main" id="{08DCC63E-A7F8-4D87-B73C-0D5C207F5C05}"/>
                </a:ext>
              </a:extLst>
            </p:cNvPr>
            <p:cNvSpPr txBox="1">
              <a:spLocks noChangeArrowheads="1"/>
            </p:cNvSpPr>
            <p:nvPr/>
          </p:nvSpPr>
          <p:spPr bwMode="auto">
            <a:xfrm>
              <a:off x="228600" y="685800"/>
              <a:ext cx="1752600" cy="587375"/>
            </a:xfrm>
            <a:prstGeom prst="rect">
              <a:avLst/>
            </a:prstGeom>
            <a:solidFill>
              <a:srgbClr val="FFFF99"/>
            </a:solidFill>
            <a:ln w="9525">
              <a:solidFill>
                <a:srgbClr val="FF9900"/>
              </a:solidFill>
              <a:miter lim="800000"/>
              <a:headEnd/>
              <a:tailEnd/>
            </a:ln>
          </p:spPr>
          <p:txBody>
            <a:bodyPr tIns="137160" bIns="13716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b="1"/>
                <a:t>7  Application</a:t>
              </a:r>
            </a:p>
          </p:txBody>
        </p:sp>
        <p:sp>
          <p:nvSpPr>
            <p:cNvPr id="98310" name="Text Box 3">
              <a:extLst>
                <a:ext uri="{FF2B5EF4-FFF2-40B4-BE49-F238E27FC236}">
                  <a16:creationId xmlns:a16="http://schemas.microsoft.com/office/drawing/2014/main" id="{4010F1E7-5DD1-4AEB-8B77-E8837F798F45}"/>
                </a:ext>
              </a:extLst>
            </p:cNvPr>
            <p:cNvSpPr txBox="1">
              <a:spLocks noChangeArrowheads="1"/>
            </p:cNvSpPr>
            <p:nvPr/>
          </p:nvSpPr>
          <p:spPr bwMode="auto">
            <a:xfrm>
              <a:off x="228600" y="1447800"/>
              <a:ext cx="1752600" cy="587375"/>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tIns="137160" bIns="13716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chemeClr val="folHlink"/>
                  </a:solidFill>
                </a:rPr>
                <a:t>6  Presentation</a:t>
              </a:r>
            </a:p>
          </p:txBody>
        </p:sp>
        <p:sp>
          <p:nvSpPr>
            <p:cNvPr id="98311" name="Text Box 4">
              <a:extLst>
                <a:ext uri="{FF2B5EF4-FFF2-40B4-BE49-F238E27FC236}">
                  <a16:creationId xmlns:a16="http://schemas.microsoft.com/office/drawing/2014/main" id="{68C48EBD-759F-4308-BA9E-4B48B13301F6}"/>
                </a:ext>
              </a:extLst>
            </p:cNvPr>
            <p:cNvSpPr txBox="1">
              <a:spLocks noChangeArrowheads="1"/>
            </p:cNvSpPr>
            <p:nvPr/>
          </p:nvSpPr>
          <p:spPr bwMode="auto">
            <a:xfrm>
              <a:off x="228600" y="2209800"/>
              <a:ext cx="1752600" cy="587375"/>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tIns="137160" bIns="13716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chemeClr val="folHlink"/>
                  </a:solidFill>
                </a:rPr>
                <a:t>5  Session</a:t>
              </a:r>
            </a:p>
          </p:txBody>
        </p:sp>
        <p:sp>
          <p:nvSpPr>
            <p:cNvPr id="98312" name="Text Box 5">
              <a:extLst>
                <a:ext uri="{FF2B5EF4-FFF2-40B4-BE49-F238E27FC236}">
                  <a16:creationId xmlns:a16="http://schemas.microsoft.com/office/drawing/2014/main" id="{A3550B05-C26F-4193-9881-81A8584D23F6}"/>
                </a:ext>
              </a:extLst>
            </p:cNvPr>
            <p:cNvSpPr txBox="1">
              <a:spLocks noChangeArrowheads="1"/>
            </p:cNvSpPr>
            <p:nvPr/>
          </p:nvSpPr>
          <p:spPr bwMode="auto">
            <a:xfrm>
              <a:off x="228600" y="2971800"/>
              <a:ext cx="1752600" cy="587375"/>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tIns="137160" bIns="13716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chemeClr val="folHlink"/>
                  </a:solidFill>
                </a:rPr>
                <a:t>4  Transport</a:t>
              </a:r>
            </a:p>
          </p:txBody>
        </p:sp>
        <p:sp>
          <p:nvSpPr>
            <p:cNvPr id="98313" name="Text Box 6">
              <a:extLst>
                <a:ext uri="{FF2B5EF4-FFF2-40B4-BE49-F238E27FC236}">
                  <a16:creationId xmlns:a16="http://schemas.microsoft.com/office/drawing/2014/main" id="{791882F3-7BB9-41CD-A434-DA8CA8F51453}"/>
                </a:ext>
              </a:extLst>
            </p:cNvPr>
            <p:cNvSpPr txBox="1">
              <a:spLocks noChangeArrowheads="1"/>
            </p:cNvSpPr>
            <p:nvPr/>
          </p:nvSpPr>
          <p:spPr bwMode="auto">
            <a:xfrm>
              <a:off x="228600" y="5257800"/>
              <a:ext cx="1752600" cy="587375"/>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tIns="137160" bIns="13716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chemeClr val="folHlink"/>
                  </a:solidFill>
                </a:rPr>
                <a:t>1  Physical</a:t>
              </a:r>
            </a:p>
          </p:txBody>
        </p:sp>
        <p:sp>
          <p:nvSpPr>
            <p:cNvPr id="98314" name="Text Box 7">
              <a:extLst>
                <a:ext uri="{FF2B5EF4-FFF2-40B4-BE49-F238E27FC236}">
                  <a16:creationId xmlns:a16="http://schemas.microsoft.com/office/drawing/2014/main" id="{DD3537B1-7C54-479B-8FCA-AEE2BB9D8DAA}"/>
                </a:ext>
              </a:extLst>
            </p:cNvPr>
            <p:cNvSpPr txBox="1">
              <a:spLocks noChangeArrowheads="1"/>
            </p:cNvSpPr>
            <p:nvPr/>
          </p:nvSpPr>
          <p:spPr bwMode="auto">
            <a:xfrm>
              <a:off x="228600" y="4495800"/>
              <a:ext cx="1752600" cy="587375"/>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tIns="137160" bIns="13716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chemeClr val="folHlink"/>
                  </a:solidFill>
                </a:rPr>
                <a:t>2  Data Link</a:t>
              </a:r>
            </a:p>
          </p:txBody>
        </p:sp>
        <p:sp>
          <p:nvSpPr>
            <p:cNvPr id="98315" name="Text Box 8">
              <a:extLst>
                <a:ext uri="{FF2B5EF4-FFF2-40B4-BE49-F238E27FC236}">
                  <a16:creationId xmlns:a16="http://schemas.microsoft.com/office/drawing/2014/main" id="{B6E72CE0-6C11-45EE-A0EF-FC89D0C2CDFB}"/>
                </a:ext>
              </a:extLst>
            </p:cNvPr>
            <p:cNvSpPr txBox="1">
              <a:spLocks noChangeArrowheads="1"/>
            </p:cNvSpPr>
            <p:nvPr/>
          </p:nvSpPr>
          <p:spPr bwMode="auto">
            <a:xfrm>
              <a:off x="228600" y="3733800"/>
              <a:ext cx="1752600" cy="587375"/>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tIns="137160" bIns="13716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solidFill>
                    <a:schemeClr val="folHlink"/>
                  </a:solidFill>
                </a:rPr>
                <a:t>3  Network</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a:extLst>
              <a:ext uri="{FF2B5EF4-FFF2-40B4-BE49-F238E27FC236}">
                <a16:creationId xmlns:a16="http://schemas.microsoft.com/office/drawing/2014/main" id="{3944C66A-A0E1-4408-BC9A-4DB1E38F6395}"/>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2" name="Title 1">
            <a:extLst>
              <a:ext uri="{FF2B5EF4-FFF2-40B4-BE49-F238E27FC236}">
                <a16:creationId xmlns:a16="http://schemas.microsoft.com/office/drawing/2014/main" id="{F32600DB-567F-44FA-8207-D66F8B81C19B}"/>
              </a:ext>
            </a:extLst>
          </p:cNvPr>
          <p:cNvSpPr>
            <a:spLocks noGrp="1"/>
          </p:cNvSpPr>
          <p:nvPr>
            <p:ph type="title" idx="4294967295"/>
          </p:nvPr>
        </p:nvSpPr>
        <p:spPr>
          <a:xfrm>
            <a:off x="914400" y="838200"/>
            <a:ext cx="8229600" cy="792163"/>
          </a:xfrm>
        </p:spPr>
        <p:txBody>
          <a:bodyPr>
            <a:normAutofit fontScale="90000"/>
          </a:bodyPr>
          <a:lstStyle/>
          <a:p>
            <a:pPr>
              <a:defRPr/>
            </a:pPr>
            <a:r>
              <a:rPr lang="en-US" sz="3200" dirty="0">
                <a:solidFill>
                  <a:srgbClr val="C00000"/>
                </a:solidFill>
                <a:latin typeface="Castellar" pitchFamily="18" charset="0"/>
              </a:rPr>
              <a:t>APPLICATION</a:t>
            </a:r>
            <a:r>
              <a:rPr lang="en-US" sz="3200" dirty="0">
                <a:solidFill>
                  <a:schemeClr val="accent2"/>
                </a:solidFill>
                <a:latin typeface="Castellar" pitchFamily="18" charset="0"/>
              </a:rPr>
              <a:t> Layer</a:t>
            </a:r>
            <a:br>
              <a:rPr lang="en-US" sz="3200" dirty="0">
                <a:latin typeface="Castellar" pitchFamily="18" charset="0"/>
              </a:rPr>
            </a:br>
            <a:br>
              <a:rPr lang="en-US" dirty="0"/>
            </a:br>
            <a:endParaRPr lang="en-US" dirty="0"/>
          </a:p>
        </p:txBody>
      </p:sp>
      <p:cxnSp>
        <p:nvCxnSpPr>
          <p:cNvPr id="5" name="Straight Connector 4">
            <a:extLst>
              <a:ext uri="{FF2B5EF4-FFF2-40B4-BE49-F238E27FC236}">
                <a16:creationId xmlns:a16="http://schemas.microsoft.com/office/drawing/2014/main" id="{460BB6B2-CE80-49BD-A65F-2DC28388DFEE}"/>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99333" name="Picture 6">
            <a:extLst>
              <a:ext uri="{FF2B5EF4-FFF2-40B4-BE49-F238E27FC236}">
                <a16:creationId xmlns:a16="http://schemas.microsoft.com/office/drawing/2014/main" id="{C72525F9-EE2C-431E-BF39-287E6BA5D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93838"/>
            <a:ext cx="8455025"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4" name="Rectangle 11">
            <a:extLst>
              <a:ext uri="{FF2B5EF4-FFF2-40B4-BE49-F238E27FC236}">
                <a16:creationId xmlns:a16="http://schemas.microsoft.com/office/drawing/2014/main" id="{4847CA3C-A314-4102-9B31-ADAD8C090A5D}"/>
              </a:ext>
            </a:extLst>
          </p:cNvPr>
          <p:cNvSpPr>
            <a:spLocks noChangeArrowheads="1"/>
          </p:cNvSpPr>
          <p:nvPr/>
        </p:nvSpPr>
        <p:spPr bwMode="auto">
          <a:xfrm>
            <a:off x="685800" y="5715000"/>
            <a:ext cx="8077200" cy="8223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400"/>
              <a:t>The application layer is responsible for </a:t>
            </a:r>
            <a:br>
              <a:rPr lang="en-US" altLang="en-US" sz="2400"/>
            </a:br>
            <a:r>
              <a:rPr lang="en-US" altLang="en-US" sz="2400"/>
              <a:t>providing services to the user.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0" name="Text Box 10">
            <a:extLst>
              <a:ext uri="{FF2B5EF4-FFF2-40B4-BE49-F238E27FC236}">
                <a16:creationId xmlns:a16="http://schemas.microsoft.com/office/drawing/2014/main" id="{3B886C6C-B0E6-441E-AF72-A0834E809C38}"/>
              </a:ext>
            </a:extLst>
          </p:cNvPr>
          <p:cNvSpPr txBox="1">
            <a:spLocks noChangeArrowheads="1"/>
          </p:cNvSpPr>
          <p:nvPr/>
        </p:nvSpPr>
        <p:spPr bwMode="auto">
          <a:xfrm>
            <a:off x="2057400" y="1336675"/>
            <a:ext cx="6705600" cy="5816600"/>
          </a:xfrm>
          <a:prstGeom prst="rect">
            <a:avLst/>
          </a:prstGeom>
          <a:noFill/>
          <a:ln w="9525">
            <a:noFill/>
            <a:miter lim="800000"/>
            <a:headEnd/>
            <a:tailEnd/>
          </a:ln>
        </p:spPr>
        <p:txBody>
          <a:bodyPr>
            <a:spAutoFit/>
          </a:bodyPr>
          <a:lstStyle/>
          <a:p>
            <a:pPr marL="392113" indent="-293688" algn="just" defTabSz="414338" eaLnBrk="1" fontAlgn="auto" hangingPunct="1">
              <a:lnSpc>
                <a:spcPct val="80000"/>
              </a:lnSpc>
              <a:spcBef>
                <a:spcPct val="50000"/>
              </a:spcBef>
              <a:spcAft>
                <a:spcPts val="0"/>
              </a:spcAft>
              <a:buClr>
                <a:srgbClr val="CC0000"/>
              </a:buClr>
              <a:buFont typeface="Arial" pitchFamily="34" charset="0"/>
              <a:buChar char="•"/>
              <a:defRPr/>
            </a:pPr>
            <a:r>
              <a:rPr lang="en-US" sz="2400" dirty="0">
                <a:solidFill>
                  <a:prstClr val="black"/>
                </a:solidFill>
                <a:latin typeface="Goudy Old Style" pitchFamily="18" charset="0"/>
                <a:cs typeface="+mn-cs"/>
              </a:rPr>
              <a:t>Presentation layer defines the </a:t>
            </a:r>
            <a:r>
              <a:rPr lang="en-US" sz="2400" b="1" dirty="0">
                <a:solidFill>
                  <a:srgbClr val="0070C0"/>
                </a:solidFill>
                <a:latin typeface="Goudy Old Style" pitchFamily="18" charset="0"/>
                <a:cs typeface="+mn-cs"/>
              </a:rPr>
              <a:t>format</a:t>
            </a:r>
            <a:r>
              <a:rPr lang="en-US" sz="2400" dirty="0">
                <a:solidFill>
                  <a:prstClr val="black"/>
                </a:solidFill>
                <a:latin typeface="Goudy Old Style" pitchFamily="18" charset="0"/>
                <a:cs typeface="+mn-cs"/>
              </a:rPr>
              <a:t> in which the data is to be exchanged between the two communicating entities. </a:t>
            </a:r>
          </a:p>
          <a:p>
            <a:pPr marL="392113" indent="-293688" algn="just" defTabSz="414338" eaLnBrk="1" fontAlgn="auto" hangingPunct="1">
              <a:lnSpc>
                <a:spcPct val="80000"/>
              </a:lnSpc>
              <a:spcBef>
                <a:spcPct val="50000"/>
              </a:spcBef>
              <a:spcAft>
                <a:spcPts val="0"/>
              </a:spcAft>
              <a:buClr>
                <a:srgbClr val="CC0000"/>
              </a:buClr>
              <a:buFont typeface="Arial" pitchFamily="34" charset="0"/>
              <a:buChar char="•"/>
              <a:defRPr/>
            </a:pPr>
            <a:r>
              <a:rPr lang="en-US" sz="2400" dirty="0">
                <a:solidFill>
                  <a:prstClr val="black"/>
                </a:solidFill>
                <a:latin typeface="Goudy Old Style" pitchFamily="18" charset="0"/>
                <a:cs typeface="+mn-cs"/>
              </a:rPr>
              <a:t>Concerned with the </a:t>
            </a:r>
            <a:r>
              <a:rPr lang="en-US" sz="2400" b="1" dirty="0">
                <a:solidFill>
                  <a:srgbClr val="0070C0"/>
                </a:solidFill>
                <a:latin typeface="Goudy Old Style" pitchFamily="18" charset="0"/>
                <a:cs typeface="+mn-cs"/>
              </a:rPr>
              <a:t>syntax and semantics </a:t>
            </a:r>
            <a:r>
              <a:rPr lang="en-US" sz="2400" dirty="0">
                <a:solidFill>
                  <a:prstClr val="black"/>
                </a:solidFill>
                <a:latin typeface="Goudy Old Style" pitchFamily="18" charset="0"/>
                <a:cs typeface="+mn-cs"/>
              </a:rPr>
              <a:t>of the information.</a:t>
            </a:r>
          </a:p>
          <a:p>
            <a:pPr marL="392113" indent="-293688" algn="just" defTabSz="414338" eaLnBrk="1" fontAlgn="auto" hangingPunct="1">
              <a:lnSpc>
                <a:spcPct val="80000"/>
              </a:lnSpc>
              <a:spcBef>
                <a:spcPct val="50000"/>
              </a:spcBef>
              <a:spcAft>
                <a:spcPts val="0"/>
              </a:spcAft>
              <a:buClr>
                <a:srgbClr val="CC0000"/>
              </a:buClr>
              <a:buFont typeface="Arial" pitchFamily="34" charset="0"/>
              <a:buChar char="•"/>
              <a:defRPr/>
            </a:pPr>
            <a:r>
              <a:rPr lang="en-US" sz="2400" dirty="0">
                <a:solidFill>
                  <a:prstClr val="black"/>
                </a:solidFill>
                <a:latin typeface="Goudy Old Style" pitchFamily="18" charset="0"/>
                <a:cs typeface="+mn-cs"/>
              </a:rPr>
              <a:t>Preserves the meaning of the information.</a:t>
            </a:r>
          </a:p>
          <a:p>
            <a:pPr marL="392113" indent="-293688" algn="just" defTabSz="414338" eaLnBrk="1" fontAlgn="auto" hangingPunct="1">
              <a:lnSpc>
                <a:spcPct val="80000"/>
              </a:lnSpc>
              <a:spcBef>
                <a:spcPct val="50000"/>
              </a:spcBef>
              <a:spcAft>
                <a:spcPts val="0"/>
              </a:spcAft>
              <a:buClr>
                <a:srgbClr val="CC0000"/>
              </a:buClr>
              <a:buFont typeface="Arial" pitchFamily="34" charset="0"/>
              <a:buChar char="•"/>
              <a:defRPr/>
            </a:pPr>
            <a:r>
              <a:rPr lang="en-US" sz="2400" dirty="0">
                <a:solidFill>
                  <a:prstClr val="black"/>
                </a:solidFill>
                <a:latin typeface="Goudy Old Style" pitchFamily="18" charset="0"/>
                <a:cs typeface="+mn-cs"/>
              </a:rPr>
              <a:t>Also handles </a:t>
            </a:r>
            <a:r>
              <a:rPr lang="en-US" sz="2400" b="1" dirty="0">
                <a:solidFill>
                  <a:srgbClr val="0070C0"/>
                </a:solidFill>
                <a:latin typeface="Goudy Old Style" pitchFamily="18" charset="0"/>
                <a:cs typeface="+mn-cs"/>
              </a:rPr>
              <a:t>data compression </a:t>
            </a:r>
            <a:r>
              <a:rPr lang="en-US" sz="2400" dirty="0">
                <a:solidFill>
                  <a:prstClr val="black"/>
                </a:solidFill>
                <a:latin typeface="Goudy Old Style" pitchFamily="18" charset="0"/>
                <a:cs typeface="+mn-cs"/>
              </a:rPr>
              <a:t>and </a:t>
            </a:r>
            <a:r>
              <a:rPr lang="en-US" sz="2400" b="1" dirty="0">
                <a:solidFill>
                  <a:srgbClr val="0070C0"/>
                </a:solidFill>
                <a:latin typeface="Goudy Old Style" pitchFamily="18" charset="0"/>
                <a:cs typeface="+mn-cs"/>
              </a:rPr>
              <a:t>data encryption &amp; decryption </a:t>
            </a:r>
            <a:r>
              <a:rPr lang="en-US" sz="2400" dirty="0">
                <a:solidFill>
                  <a:prstClr val="black"/>
                </a:solidFill>
                <a:latin typeface="Goudy Old Style" pitchFamily="18" charset="0"/>
                <a:cs typeface="+mn-cs"/>
              </a:rPr>
              <a:t>(cryptography).</a:t>
            </a:r>
          </a:p>
          <a:p>
            <a:pPr marL="392113" indent="-293688" algn="just" defTabSz="414338" eaLnBrk="1" fontAlgn="auto" hangingPunct="1">
              <a:lnSpc>
                <a:spcPct val="80000"/>
              </a:lnSpc>
              <a:spcBef>
                <a:spcPct val="50000"/>
              </a:spcBef>
              <a:spcAft>
                <a:spcPts val="0"/>
              </a:spcAft>
              <a:buClr>
                <a:srgbClr val="CC0000"/>
              </a:buClr>
              <a:defRPr/>
            </a:pPr>
            <a:r>
              <a:rPr lang="en-US" sz="2400" b="1" dirty="0">
                <a:solidFill>
                  <a:srgbClr val="7030A0"/>
                </a:solidFill>
                <a:latin typeface="Goudy Old Style" pitchFamily="18" charset="0"/>
                <a:cs typeface="+mn-cs"/>
              </a:rPr>
              <a:t>Main Topics</a:t>
            </a:r>
          </a:p>
          <a:p>
            <a:pPr eaLnBrk="1" fontAlgn="auto" hangingPunct="1">
              <a:spcBef>
                <a:spcPts val="0"/>
              </a:spcBef>
              <a:spcAft>
                <a:spcPts val="0"/>
              </a:spcAft>
              <a:buFont typeface="Arial" pitchFamily="34" charset="0"/>
              <a:buChar char="•"/>
              <a:defRPr/>
            </a:pPr>
            <a:r>
              <a:rPr lang="en-US" sz="2400" dirty="0">
                <a:solidFill>
                  <a:prstClr val="black"/>
                </a:solidFill>
                <a:latin typeface="Goudy Old Style" pitchFamily="18" charset="0"/>
                <a:cs typeface="+mn-cs"/>
              </a:rPr>
              <a:t>Protocol conversion</a:t>
            </a:r>
          </a:p>
          <a:p>
            <a:pPr eaLnBrk="1" fontAlgn="auto" hangingPunct="1">
              <a:spcBef>
                <a:spcPts val="0"/>
              </a:spcBef>
              <a:spcAft>
                <a:spcPts val="0"/>
              </a:spcAft>
              <a:buFont typeface="Arial" pitchFamily="34" charset="0"/>
              <a:buChar char="•"/>
              <a:defRPr/>
            </a:pPr>
            <a:r>
              <a:rPr lang="en-US" sz="2400" dirty="0">
                <a:solidFill>
                  <a:prstClr val="black"/>
                </a:solidFill>
                <a:latin typeface="Goudy Old Style" pitchFamily="18" charset="0"/>
                <a:cs typeface="+mn-cs"/>
              </a:rPr>
              <a:t>Data translation</a:t>
            </a:r>
          </a:p>
          <a:p>
            <a:pPr eaLnBrk="1" fontAlgn="auto" hangingPunct="1">
              <a:spcBef>
                <a:spcPts val="0"/>
              </a:spcBef>
              <a:spcAft>
                <a:spcPts val="0"/>
              </a:spcAft>
              <a:buFont typeface="Arial" pitchFamily="34" charset="0"/>
              <a:buChar char="•"/>
              <a:defRPr/>
            </a:pPr>
            <a:r>
              <a:rPr lang="en-US" sz="2400" dirty="0">
                <a:solidFill>
                  <a:prstClr val="black"/>
                </a:solidFill>
                <a:latin typeface="Goudy Old Style" pitchFamily="18" charset="0"/>
                <a:cs typeface="+mn-cs"/>
              </a:rPr>
              <a:t>Encryption</a:t>
            </a:r>
          </a:p>
          <a:p>
            <a:pPr eaLnBrk="1" fontAlgn="auto" hangingPunct="1">
              <a:spcBef>
                <a:spcPts val="0"/>
              </a:spcBef>
              <a:spcAft>
                <a:spcPts val="0"/>
              </a:spcAft>
              <a:buFont typeface="Arial" pitchFamily="34" charset="0"/>
              <a:buChar char="•"/>
              <a:defRPr/>
            </a:pPr>
            <a:r>
              <a:rPr lang="en-US" sz="2400" dirty="0">
                <a:solidFill>
                  <a:prstClr val="black"/>
                </a:solidFill>
                <a:latin typeface="Goudy Old Style" pitchFamily="18" charset="0"/>
                <a:cs typeface="+mn-cs"/>
              </a:rPr>
              <a:t>Character set conversion</a:t>
            </a:r>
          </a:p>
          <a:p>
            <a:pPr eaLnBrk="1" fontAlgn="auto" hangingPunct="1">
              <a:spcBef>
                <a:spcPts val="0"/>
              </a:spcBef>
              <a:spcAft>
                <a:spcPts val="0"/>
              </a:spcAft>
              <a:buFont typeface="Arial" pitchFamily="34" charset="0"/>
              <a:buChar char="•"/>
              <a:defRPr/>
            </a:pPr>
            <a:r>
              <a:rPr lang="en-US" sz="2400" dirty="0">
                <a:solidFill>
                  <a:prstClr val="black"/>
                </a:solidFill>
                <a:latin typeface="Goudy Old Style" pitchFamily="18" charset="0"/>
                <a:cs typeface="+mn-cs"/>
              </a:rPr>
              <a:t>Expansion of graphics command</a:t>
            </a:r>
          </a:p>
          <a:p>
            <a:pPr marL="392113" indent="-293688" algn="just" defTabSz="414338" eaLnBrk="1" fontAlgn="auto" hangingPunct="1">
              <a:lnSpc>
                <a:spcPct val="80000"/>
              </a:lnSpc>
              <a:spcBef>
                <a:spcPct val="50000"/>
              </a:spcBef>
              <a:spcAft>
                <a:spcPts val="0"/>
              </a:spcAft>
              <a:buClr>
                <a:srgbClr val="CC0000"/>
              </a:buClr>
              <a:defRPr/>
            </a:pPr>
            <a:endParaRPr lang="en-US" sz="2400" b="1" dirty="0">
              <a:solidFill>
                <a:srgbClr val="7030A0"/>
              </a:solidFill>
              <a:latin typeface="Goudy Old Style" pitchFamily="18" charset="0"/>
              <a:cs typeface="+mn-cs"/>
            </a:endParaRPr>
          </a:p>
        </p:txBody>
      </p:sp>
      <p:sp>
        <p:nvSpPr>
          <p:cNvPr id="11" name="Rectangle 10">
            <a:extLst>
              <a:ext uri="{FF2B5EF4-FFF2-40B4-BE49-F238E27FC236}">
                <a16:creationId xmlns:a16="http://schemas.microsoft.com/office/drawing/2014/main" id="{7762C947-EA4D-4E3F-8481-8A9E98AA593A}"/>
              </a:ext>
            </a:extLst>
          </p:cNvPr>
          <p:cNvSpPr/>
          <p:nvPr/>
        </p:nvSpPr>
        <p:spPr>
          <a:xfrm>
            <a:off x="247650" y="615950"/>
            <a:ext cx="4953000" cy="523875"/>
          </a:xfrm>
          <a:prstGeom prst="rect">
            <a:avLst/>
          </a:prstGeom>
        </p:spPr>
        <p:txBody>
          <a:bodyPr>
            <a:spAutoFit/>
          </a:bodyPr>
          <a:lstStyle/>
          <a:p>
            <a:pPr eaLnBrk="1" fontAlgn="auto" hangingPunct="1">
              <a:spcBef>
                <a:spcPts val="0"/>
              </a:spcBef>
              <a:spcAft>
                <a:spcPts val="0"/>
              </a:spcAft>
              <a:defRPr/>
            </a:pPr>
            <a:r>
              <a:rPr lang="en-US" sz="2800" b="1" dirty="0">
                <a:solidFill>
                  <a:srgbClr val="C00000"/>
                </a:solidFill>
                <a:latin typeface="Castellar" pitchFamily="18" charset="0"/>
                <a:cs typeface="+mn-cs"/>
              </a:rPr>
              <a:t>presentation Layer</a:t>
            </a:r>
          </a:p>
        </p:txBody>
      </p:sp>
      <p:grpSp>
        <p:nvGrpSpPr>
          <p:cNvPr id="101380" name="Group 14">
            <a:extLst>
              <a:ext uri="{FF2B5EF4-FFF2-40B4-BE49-F238E27FC236}">
                <a16:creationId xmlns:a16="http://schemas.microsoft.com/office/drawing/2014/main" id="{9301F4B6-9CB8-48C6-825B-8F2719D66AC1}"/>
              </a:ext>
            </a:extLst>
          </p:cNvPr>
          <p:cNvGrpSpPr>
            <a:grpSpLocks/>
          </p:cNvGrpSpPr>
          <p:nvPr/>
        </p:nvGrpSpPr>
        <p:grpSpPr bwMode="auto">
          <a:xfrm>
            <a:off x="228600" y="1371600"/>
            <a:ext cx="1752600" cy="5159375"/>
            <a:chOff x="228600" y="685800"/>
            <a:chExt cx="1752600" cy="5159375"/>
          </a:xfrm>
        </p:grpSpPr>
        <p:sp>
          <p:nvSpPr>
            <p:cNvPr id="16" name="Text Box 2">
              <a:extLst>
                <a:ext uri="{FF2B5EF4-FFF2-40B4-BE49-F238E27FC236}">
                  <a16:creationId xmlns:a16="http://schemas.microsoft.com/office/drawing/2014/main" id="{16C73C40-F353-4BE9-8EA4-9167187859D6}"/>
                </a:ext>
              </a:extLst>
            </p:cNvPr>
            <p:cNvSpPr txBox="1">
              <a:spLocks noChangeArrowheads="1"/>
            </p:cNvSpPr>
            <p:nvPr/>
          </p:nvSpPr>
          <p:spPr bwMode="auto">
            <a:xfrm>
              <a:off x="228600" y="685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7  Application</a:t>
              </a:r>
            </a:p>
          </p:txBody>
        </p:sp>
        <p:sp>
          <p:nvSpPr>
            <p:cNvPr id="17" name="Text Box 3">
              <a:extLst>
                <a:ext uri="{FF2B5EF4-FFF2-40B4-BE49-F238E27FC236}">
                  <a16:creationId xmlns:a16="http://schemas.microsoft.com/office/drawing/2014/main" id="{BB3AEE84-0C33-42C7-818A-091DD6DF753D}"/>
                </a:ext>
              </a:extLst>
            </p:cNvPr>
            <p:cNvSpPr txBox="1">
              <a:spLocks noChangeArrowheads="1"/>
            </p:cNvSpPr>
            <p:nvPr/>
          </p:nvSpPr>
          <p:spPr bwMode="auto">
            <a:xfrm>
              <a:off x="228600" y="1447800"/>
              <a:ext cx="1752600" cy="587375"/>
            </a:xfrm>
            <a:prstGeom prst="rect">
              <a:avLst/>
            </a:prstGeom>
            <a:solidFill>
              <a:srgbClr val="FFFF99"/>
            </a:solidFill>
            <a:ln w="9525">
              <a:solidFill>
                <a:srgbClr val="FF9900"/>
              </a:solidFill>
              <a:miter lim="800000"/>
              <a:headEnd/>
              <a:tailEnd/>
            </a:ln>
          </p:spPr>
          <p:txBody>
            <a:bodyPr tIns="137160" bIns="137160">
              <a:spAutoFit/>
            </a:bodyPr>
            <a:lstStyle/>
            <a:p>
              <a:pPr eaLnBrk="1" fontAlgn="auto" hangingPunct="1">
                <a:spcBef>
                  <a:spcPts val="0"/>
                </a:spcBef>
                <a:spcAft>
                  <a:spcPts val="0"/>
                </a:spcAft>
                <a:defRPr/>
              </a:pPr>
              <a:r>
                <a:rPr lang="en-US" sz="2000">
                  <a:solidFill>
                    <a:prstClr val="black"/>
                  </a:solidFill>
                  <a:latin typeface="Calibri"/>
                  <a:cs typeface="+mn-cs"/>
                </a:rPr>
                <a:t>6  Presentation</a:t>
              </a:r>
            </a:p>
          </p:txBody>
        </p:sp>
        <p:sp>
          <p:nvSpPr>
            <p:cNvPr id="18" name="Text Box 4">
              <a:extLst>
                <a:ext uri="{FF2B5EF4-FFF2-40B4-BE49-F238E27FC236}">
                  <a16:creationId xmlns:a16="http://schemas.microsoft.com/office/drawing/2014/main" id="{FA85D803-0D81-453B-A3D9-C95530F5B85C}"/>
                </a:ext>
              </a:extLst>
            </p:cNvPr>
            <p:cNvSpPr txBox="1">
              <a:spLocks noChangeArrowheads="1"/>
            </p:cNvSpPr>
            <p:nvPr/>
          </p:nvSpPr>
          <p:spPr bwMode="auto">
            <a:xfrm>
              <a:off x="228600" y="2209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5  Session</a:t>
              </a:r>
            </a:p>
          </p:txBody>
        </p:sp>
        <p:sp>
          <p:nvSpPr>
            <p:cNvPr id="19" name="Text Box 5">
              <a:extLst>
                <a:ext uri="{FF2B5EF4-FFF2-40B4-BE49-F238E27FC236}">
                  <a16:creationId xmlns:a16="http://schemas.microsoft.com/office/drawing/2014/main" id="{E8F780E5-A998-483F-B1DE-A2CFD6405503}"/>
                </a:ext>
              </a:extLst>
            </p:cNvPr>
            <p:cNvSpPr txBox="1">
              <a:spLocks noChangeArrowheads="1"/>
            </p:cNvSpPr>
            <p:nvPr/>
          </p:nvSpPr>
          <p:spPr bwMode="auto">
            <a:xfrm>
              <a:off x="228600" y="2971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4  Transport</a:t>
              </a:r>
            </a:p>
          </p:txBody>
        </p:sp>
        <p:sp>
          <p:nvSpPr>
            <p:cNvPr id="20" name="Text Box 6">
              <a:extLst>
                <a:ext uri="{FF2B5EF4-FFF2-40B4-BE49-F238E27FC236}">
                  <a16:creationId xmlns:a16="http://schemas.microsoft.com/office/drawing/2014/main" id="{BB5D7F93-3E33-485F-B6B1-76CA522CB64E}"/>
                </a:ext>
              </a:extLst>
            </p:cNvPr>
            <p:cNvSpPr txBox="1">
              <a:spLocks noChangeArrowheads="1"/>
            </p:cNvSpPr>
            <p:nvPr/>
          </p:nvSpPr>
          <p:spPr bwMode="auto">
            <a:xfrm>
              <a:off x="228600" y="5257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1  Physical</a:t>
              </a:r>
            </a:p>
          </p:txBody>
        </p:sp>
        <p:sp>
          <p:nvSpPr>
            <p:cNvPr id="21" name="Text Box 7">
              <a:extLst>
                <a:ext uri="{FF2B5EF4-FFF2-40B4-BE49-F238E27FC236}">
                  <a16:creationId xmlns:a16="http://schemas.microsoft.com/office/drawing/2014/main" id="{57B129C5-2148-48E9-80D8-BD8AFB3AE611}"/>
                </a:ext>
              </a:extLst>
            </p:cNvPr>
            <p:cNvSpPr txBox="1">
              <a:spLocks noChangeArrowheads="1"/>
            </p:cNvSpPr>
            <p:nvPr/>
          </p:nvSpPr>
          <p:spPr bwMode="auto">
            <a:xfrm>
              <a:off x="228600" y="4495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2  Data Link</a:t>
              </a:r>
            </a:p>
          </p:txBody>
        </p:sp>
        <p:sp>
          <p:nvSpPr>
            <p:cNvPr id="22" name="Text Box 8">
              <a:extLst>
                <a:ext uri="{FF2B5EF4-FFF2-40B4-BE49-F238E27FC236}">
                  <a16:creationId xmlns:a16="http://schemas.microsoft.com/office/drawing/2014/main" id="{34E0940A-1221-4806-AE48-50C39A7575AE}"/>
                </a:ext>
              </a:extLst>
            </p:cNvPr>
            <p:cNvSpPr txBox="1">
              <a:spLocks noChangeArrowheads="1"/>
            </p:cNvSpPr>
            <p:nvPr/>
          </p:nvSpPr>
          <p:spPr bwMode="auto">
            <a:xfrm>
              <a:off x="228600" y="3733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3  Network</a:t>
              </a: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2F5F8-AC0B-46A3-85B2-39554606CC87}"/>
              </a:ext>
            </a:extLst>
          </p:cNvPr>
          <p:cNvSpPr>
            <a:spLocks noGrp="1"/>
          </p:cNvSpPr>
          <p:nvPr>
            <p:ph type="title" idx="4294967295"/>
          </p:nvPr>
        </p:nvSpPr>
        <p:spPr>
          <a:xfrm>
            <a:off x="914400" y="838200"/>
            <a:ext cx="8229600" cy="792163"/>
          </a:xfrm>
        </p:spPr>
        <p:txBody>
          <a:bodyPr>
            <a:normAutofit fontScale="90000"/>
          </a:bodyPr>
          <a:lstStyle/>
          <a:p>
            <a:pPr>
              <a:defRPr/>
            </a:pPr>
            <a:r>
              <a:rPr lang="en-US" sz="3200" dirty="0">
                <a:solidFill>
                  <a:srgbClr val="C00000"/>
                </a:solidFill>
                <a:latin typeface="Castellar" pitchFamily="18" charset="0"/>
              </a:rPr>
              <a:t>presentation</a:t>
            </a:r>
            <a:r>
              <a:rPr lang="en-US" sz="3200" dirty="0">
                <a:solidFill>
                  <a:schemeClr val="accent2"/>
                </a:solidFill>
                <a:latin typeface="Castellar" pitchFamily="18" charset="0"/>
              </a:rPr>
              <a:t> Layer</a:t>
            </a:r>
            <a:br>
              <a:rPr lang="en-US" sz="3200" dirty="0">
                <a:latin typeface="Castellar" pitchFamily="18" charset="0"/>
              </a:rPr>
            </a:br>
            <a:br>
              <a:rPr lang="en-US" dirty="0"/>
            </a:br>
            <a:endParaRPr lang="en-US" dirty="0"/>
          </a:p>
        </p:txBody>
      </p:sp>
      <p:cxnSp>
        <p:nvCxnSpPr>
          <p:cNvPr id="5" name="Straight Connector 4">
            <a:extLst>
              <a:ext uri="{FF2B5EF4-FFF2-40B4-BE49-F238E27FC236}">
                <a16:creationId xmlns:a16="http://schemas.microsoft.com/office/drawing/2014/main" id="{CB906F41-4637-4AF6-A6DA-7DEB72345099}"/>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9" name="Rectangle 11">
            <a:extLst>
              <a:ext uri="{FF2B5EF4-FFF2-40B4-BE49-F238E27FC236}">
                <a16:creationId xmlns:a16="http://schemas.microsoft.com/office/drawing/2014/main" id="{C0581376-7A0C-4A18-838A-91A037BA3BF5}"/>
              </a:ext>
            </a:extLst>
          </p:cNvPr>
          <p:cNvSpPr>
            <a:spLocks noChangeArrowheads="1"/>
          </p:cNvSpPr>
          <p:nvPr/>
        </p:nvSpPr>
        <p:spPr bwMode="auto">
          <a:xfrm>
            <a:off x="457200" y="5257800"/>
            <a:ext cx="8077200" cy="830263"/>
          </a:xfrm>
          <a:prstGeom prst="rect">
            <a:avLst/>
          </a:prstGeom>
          <a:solidFill>
            <a:srgbClr val="99FF33"/>
          </a:solidFill>
          <a:ln w="76200" algn="ctr">
            <a:noFill/>
            <a:miter lim="800000"/>
            <a:headEnd/>
            <a:tailEnd/>
          </a:ln>
        </p:spPr>
        <p:txBody>
          <a:bodyPr>
            <a:spAutoFit/>
          </a:bodyPr>
          <a:lstStyle/>
          <a:p>
            <a:pPr algn="ctr" eaLnBrk="1" fontAlgn="auto" hangingPunct="1">
              <a:spcBef>
                <a:spcPts val="0"/>
              </a:spcBef>
              <a:spcAft>
                <a:spcPts val="0"/>
              </a:spcAft>
              <a:defRPr/>
            </a:pPr>
            <a:r>
              <a:rPr lang="en-US" sz="2400" dirty="0">
                <a:solidFill>
                  <a:prstClr val="black"/>
                </a:solidFill>
                <a:latin typeface="Calibri"/>
                <a:cs typeface="+mn-cs"/>
              </a:rPr>
              <a:t>The presentation layer is responsible for translation, compression, and encryption.</a:t>
            </a:r>
          </a:p>
        </p:txBody>
      </p:sp>
      <p:pic>
        <p:nvPicPr>
          <p:cNvPr id="102405" name="Picture 6">
            <a:extLst>
              <a:ext uri="{FF2B5EF4-FFF2-40B4-BE49-F238E27FC236}">
                <a16:creationId xmlns:a16="http://schemas.microsoft.com/office/drawing/2014/main" id="{1597BB7B-C913-4B5B-A3F7-6E0CDC8FA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81200"/>
            <a:ext cx="841851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450" name="Group 11">
            <a:extLst>
              <a:ext uri="{FF2B5EF4-FFF2-40B4-BE49-F238E27FC236}">
                <a16:creationId xmlns:a16="http://schemas.microsoft.com/office/drawing/2014/main" id="{2216BEE9-7C1D-446A-A547-8CF17BE31587}"/>
              </a:ext>
            </a:extLst>
          </p:cNvPr>
          <p:cNvGrpSpPr>
            <a:grpSpLocks/>
          </p:cNvGrpSpPr>
          <p:nvPr/>
        </p:nvGrpSpPr>
        <p:grpSpPr bwMode="auto">
          <a:xfrm>
            <a:off x="304800" y="1295400"/>
            <a:ext cx="1752600" cy="5159375"/>
            <a:chOff x="228600" y="685800"/>
            <a:chExt cx="1752600" cy="5159375"/>
          </a:xfrm>
        </p:grpSpPr>
        <p:sp>
          <p:nvSpPr>
            <p:cNvPr id="15362" name="Text Box 2">
              <a:extLst>
                <a:ext uri="{FF2B5EF4-FFF2-40B4-BE49-F238E27FC236}">
                  <a16:creationId xmlns:a16="http://schemas.microsoft.com/office/drawing/2014/main" id="{18CAB4B3-F738-4BD4-A9B3-6660D9DAB408}"/>
                </a:ext>
              </a:extLst>
            </p:cNvPr>
            <p:cNvSpPr txBox="1">
              <a:spLocks noChangeArrowheads="1"/>
            </p:cNvSpPr>
            <p:nvPr/>
          </p:nvSpPr>
          <p:spPr bwMode="auto">
            <a:xfrm>
              <a:off x="228600" y="685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7  Application</a:t>
              </a:r>
            </a:p>
          </p:txBody>
        </p:sp>
        <p:sp>
          <p:nvSpPr>
            <p:cNvPr id="15363" name="Text Box 3">
              <a:extLst>
                <a:ext uri="{FF2B5EF4-FFF2-40B4-BE49-F238E27FC236}">
                  <a16:creationId xmlns:a16="http://schemas.microsoft.com/office/drawing/2014/main" id="{2B63D63D-D375-4094-A3C2-4369E3FCA705}"/>
                </a:ext>
              </a:extLst>
            </p:cNvPr>
            <p:cNvSpPr txBox="1">
              <a:spLocks noChangeArrowheads="1"/>
            </p:cNvSpPr>
            <p:nvPr/>
          </p:nvSpPr>
          <p:spPr bwMode="auto">
            <a:xfrm>
              <a:off x="228600" y="1447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6  Presentation</a:t>
              </a:r>
            </a:p>
          </p:txBody>
        </p:sp>
        <p:sp>
          <p:nvSpPr>
            <p:cNvPr id="15364" name="Text Box 4">
              <a:extLst>
                <a:ext uri="{FF2B5EF4-FFF2-40B4-BE49-F238E27FC236}">
                  <a16:creationId xmlns:a16="http://schemas.microsoft.com/office/drawing/2014/main" id="{2195100A-39ED-4991-BC4E-E55D11EC599B}"/>
                </a:ext>
              </a:extLst>
            </p:cNvPr>
            <p:cNvSpPr txBox="1">
              <a:spLocks noChangeArrowheads="1"/>
            </p:cNvSpPr>
            <p:nvPr/>
          </p:nvSpPr>
          <p:spPr bwMode="auto">
            <a:xfrm>
              <a:off x="228600" y="2209800"/>
              <a:ext cx="1752600" cy="587375"/>
            </a:xfrm>
            <a:prstGeom prst="rect">
              <a:avLst/>
            </a:prstGeom>
            <a:solidFill>
              <a:srgbClr val="FFFF99"/>
            </a:solidFill>
            <a:ln w="9525">
              <a:solidFill>
                <a:srgbClr val="FF9900"/>
              </a:solidFill>
              <a:miter lim="800000"/>
              <a:headEnd/>
              <a:tailEnd/>
            </a:ln>
          </p:spPr>
          <p:txBody>
            <a:bodyPr tIns="137160" bIns="137160">
              <a:spAutoFit/>
            </a:bodyPr>
            <a:lstStyle/>
            <a:p>
              <a:pPr eaLnBrk="1" fontAlgn="auto" hangingPunct="1">
                <a:spcBef>
                  <a:spcPts val="0"/>
                </a:spcBef>
                <a:spcAft>
                  <a:spcPts val="0"/>
                </a:spcAft>
                <a:defRPr/>
              </a:pPr>
              <a:r>
                <a:rPr lang="en-US" sz="2000" b="1" dirty="0">
                  <a:solidFill>
                    <a:prstClr val="black"/>
                  </a:solidFill>
                  <a:latin typeface="Calibri"/>
                  <a:cs typeface="+mn-cs"/>
                </a:rPr>
                <a:t>5  Session</a:t>
              </a:r>
            </a:p>
          </p:txBody>
        </p:sp>
        <p:sp>
          <p:nvSpPr>
            <p:cNvPr id="15365" name="Text Box 5">
              <a:extLst>
                <a:ext uri="{FF2B5EF4-FFF2-40B4-BE49-F238E27FC236}">
                  <a16:creationId xmlns:a16="http://schemas.microsoft.com/office/drawing/2014/main" id="{403EDD9D-22BE-45C9-A153-DC5891604533}"/>
                </a:ext>
              </a:extLst>
            </p:cNvPr>
            <p:cNvSpPr txBox="1">
              <a:spLocks noChangeArrowheads="1"/>
            </p:cNvSpPr>
            <p:nvPr/>
          </p:nvSpPr>
          <p:spPr bwMode="auto">
            <a:xfrm>
              <a:off x="228600" y="2971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4  Transport</a:t>
              </a:r>
            </a:p>
          </p:txBody>
        </p:sp>
        <p:sp>
          <p:nvSpPr>
            <p:cNvPr id="15366" name="Text Box 6">
              <a:extLst>
                <a:ext uri="{FF2B5EF4-FFF2-40B4-BE49-F238E27FC236}">
                  <a16:creationId xmlns:a16="http://schemas.microsoft.com/office/drawing/2014/main" id="{7E3C54A8-1AD7-4DD5-BF46-A578A7117668}"/>
                </a:ext>
              </a:extLst>
            </p:cNvPr>
            <p:cNvSpPr txBox="1">
              <a:spLocks noChangeArrowheads="1"/>
            </p:cNvSpPr>
            <p:nvPr/>
          </p:nvSpPr>
          <p:spPr bwMode="auto">
            <a:xfrm>
              <a:off x="228600" y="5257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1  Physical</a:t>
              </a:r>
            </a:p>
          </p:txBody>
        </p:sp>
        <p:sp>
          <p:nvSpPr>
            <p:cNvPr id="15367" name="Text Box 7">
              <a:extLst>
                <a:ext uri="{FF2B5EF4-FFF2-40B4-BE49-F238E27FC236}">
                  <a16:creationId xmlns:a16="http://schemas.microsoft.com/office/drawing/2014/main" id="{09E7E122-A9DF-4CAC-BF94-D5A42C0F10D6}"/>
                </a:ext>
              </a:extLst>
            </p:cNvPr>
            <p:cNvSpPr txBox="1">
              <a:spLocks noChangeArrowheads="1"/>
            </p:cNvSpPr>
            <p:nvPr/>
          </p:nvSpPr>
          <p:spPr bwMode="auto">
            <a:xfrm>
              <a:off x="228600" y="4495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2  Data Link</a:t>
              </a:r>
            </a:p>
          </p:txBody>
        </p:sp>
        <p:sp>
          <p:nvSpPr>
            <p:cNvPr id="15368" name="Text Box 8">
              <a:extLst>
                <a:ext uri="{FF2B5EF4-FFF2-40B4-BE49-F238E27FC236}">
                  <a16:creationId xmlns:a16="http://schemas.microsoft.com/office/drawing/2014/main" id="{752E4829-F89D-4604-94AA-E80CE1CE12D9}"/>
                </a:ext>
              </a:extLst>
            </p:cNvPr>
            <p:cNvSpPr txBox="1">
              <a:spLocks noChangeArrowheads="1"/>
            </p:cNvSpPr>
            <p:nvPr/>
          </p:nvSpPr>
          <p:spPr bwMode="auto">
            <a:xfrm>
              <a:off x="228600" y="3733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3  Network</a:t>
              </a:r>
            </a:p>
          </p:txBody>
        </p:sp>
      </p:grpSp>
      <p:sp>
        <p:nvSpPr>
          <p:cNvPr id="104451" name="Text Box 10">
            <a:extLst>
              <a:ext uri="{FF2B5EF4-FFF2-40B4-BE49-F238E27FC236}">
                <a16:creationId xmlns:a16="http://schemas.microsoft.com/office/drawing/2014/main" id="{6AE2CD4D-8BEA-4484-96E4-9136C2FB686C}"/>
              </a:ext>
            </a:extLst>
          </p:cNvPr>
          <p:cNvSpPr txBox="1">
            <a:spLocks noChangeArrowheads="1"/>
          </p:cNvSpPr>
          <p:nvPr/>
        </p:nvSpPr>
        <p:spPr bwMode="auto">
          <a:xfrm>
            <a:off x="2209800" y="1450975"/>
            <a:ext cx="6705600" cy="516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800" b="1">
              <a:solidFill>
                <a:srgbClr val="FF9900"/>
              </a:solidFill>
            </a:endParaRPr>
          </a:p>
          <a:p>
            <a:pPr algn="just" eaLnBrk="1" hangingPunct="1">
              <a:lnSpc>
                <a:spcPct val="80000"/>
              </a:lnSpc>
              <a:spcBef>
                <a:spcPct val="0"/>
              </a:spcBef>
              <a:buClr>
                <a:srgbClr val="CC0000"/>
              </a:buClr>
            </a:pPr>
            <a:r>
              <a:rPr lang="en-US" altLang="en-US" sz="2400">
                <a:solidFill>
                  <a:srgbClr val="000000"/>
                </a:solidFill>
                <a:latin typeface="Goudy Old Style" panose="02020502050305020303" pitchFamily="18" charset="0"/>
              </a:rPr>
              <a:t>Session layer provides mechanism for </a:t>
            </a:r>
            <a:r>
              <a:rPr lang="en-US" altLang="en-US" sz="2400" b="1">
                <a:solidFill>
                  <a:srgbClr val="0070C0"/>
                </a:solidFill>
                <a:latin typeface="Goudy Old Style" panose="02020502050305020303" pitchFamily="18" charset="0"/>
              </a:rPr>
              <a:t>controlling the dialogue between the two end systems</a:t>
            </a:r>
            <a:r>
              <a:rPr lang="en-US" altLang="en-US" sz="2400">
                <a:solidFill>
                  <a:srgbClr val="000000"/>
                </a:solidFill>
                <a:latin typeface="Goudy Old Style" panose="02020502050305020303" pitchFamily="18" charset="0"/>
              </a:rPr>
              <a:t>. It defines how to start, control and end conversations (called sessions) between applications.</a:t>
            </a:r>
          </a:p>
          <a:p>
            <a:pPr algn="just" eaLnBrk="1" hangingPunct="1">
              <a:lnSpc>
                <a:spcPct val="80000"/>
              </a:lnSpc>
              <a:spcBef>
                <a:spcPct val="0"/>
              </a:spcBef>
              <a:buClr>
                <a:srgbClr val="CC0000"/>
              </a:buClr>
            </a:pPr>
            <a:r>
              <a:rPr lang="en-US" altLang="en-US" sz="2400">
                <a:solidFill>
                  <a:srgbClr val="000000"/>
                </a:solidFill>
                <a:latin typeface="Goudy Old Style" panose="02020502050305020303" pitchFamily="18" charset="0"/>
              </a:rPr>
              <a:t>This layer requests for a </a:t>
            </a:r>
            <a:r>
              <a:rPr lang="en-US" altLang="en-US" sz="2400" b="1">
                <a:solidFill>
                  <a:srgbClr val="0070C0"/>
                </a:solidFill>
                <a:latin typeface="Goudy Old Style" panose="02020502050305020303" pitchFamily="18" charset="0"/>
              </a:rPr>
              <a:t>logical connection </a:t>
            </a:r>
            <a:r>
              <a:rPr lang="en-US" altLang="en-US" sz="2400">
                <a:solidFill>
                  <a:srgbClr val="000000"/>
                </a:solidFill>
                <a:latin typeface="Goudy Old Style" panose="02020502050305020303" pitchFamily="18" charset="0"/>
              </a:rPr>
              <a:t>to be established on an end-user’s request.</a:t>
            </a:r>
          </a:p>
          <a:p>
            <a:pPr algn="just" eaLnBrk="1" hangingPunct="1">
              <a:lnSpc>
                <a:spcPct val="80000"/>
              </a:lnSpc>
              <a:spcBef>
                <a:spcPct val="0"/>
              </a:spcBef>
              <a:buClr>
                <a:srgbClr val="CC0000"/>
              </a:buClr>
            </a:pPr>
            <a:r>
              <a:rPr lang="en-US" altLang="en-US" sz="2400">
                <a:solidFill>
                  <a:srgbClr val="000000"/>
                </a:solidFill>
                <a:latin typeface="Goudy Old Style" panose="02020502050305020303" pitchFamily="18" charset="0"/>
              </a:rPr>
              <a:t>Any necessary log-on or </a:t>
            </a:r>
            <a:r>
              <a:rPr lang="en-US" altLang="en-US" sz="2400" b="1">
                <a:solidFill>
                  <a:srgbClr val="0070C0"/>
                </a:solidFill>
                <a:latin typeface="Goudy Old Style" panose="02020502050305020303" pitchFamily="18" charset="0"/>
              </a:rPr>
              <a:t>password validation </a:t>
            </a:r>
            <a:r>
              <a:rPr lang="en-US" altLang="en-US" sz="2400">
                <a:solidFill>
                  <a:srgbClr val="000000"/>
                </a:solidFill>
                <a:latin typeface="Goudy Old Style" panose="02020502050305020303" pitchFamily="18" charset="0"/>
              </a:rPr>
              <a:t>is also handled by this layer.</a:t>
            </a:r>
          </a:p>
          <a:p>
            <a:pPr algn="just" eaLnBrk="1" hangingPunct="1">
              <a:lnSpc>
                <a:spcPct val="80000"/>
              </a:lnSpc>
              <a:spcBef>
                <a:spcPct val="0"/>
              </a:spcBef>
              <a:buClr>
                <a:srgbClr val="CC0000"/>
              </a:buClr>
            </a:pPr>
            <a:r>
              <a:rPr lang="en-US" altLang="en-US" sz="2400">
                <a:solidFill>
                  <a:srgbClr val="000000"/>
                </a:solidFill>
                <a:latin typeface="Goudy Old Style" panose="02020502050305020303" pitchFamily="18" charset="0"/>
              </a:rPr>
              <a:t>Session layer is also responsible for </a:t>
            </a:r>
            <a:r>
              <a:rPr lang="en-US" altLang="en-US" sz="2400" b="1">
                <a:solidFill>
                  <a:srgbClr val="0070C0"/>
                </a:solidFill>
                <a:latin typeface="Goudy Old Style" panose="02020502050305020303" pitchFamily="18" charset="0"/>
              </a:rPr>
              <a:t>terminating</a:t>
            </a:r>
            <a:r>
              <a:rPr lang="en-US" altLang="en-US" sz="2400">
                <a:solidFill>
                  <a:srgbClr val="000000"/>
                </a:solidFill>
                <a:latin typeface="Goudy Old Style" panose="02020502050305020303" pitchFamily="18" charset="0"/>
              </a:rPr>
              <a:t> the connection.</a:t>
            </a:r>
          </a:p>
          <a:p>
            <a:pPr algn="just" eaLnBrk="1" hangingPunct="1">
              <a:lnSpc>
                <a:spcPct val="80000"/>
              </a:lnSpc>
              <a:spcBef>
                <a:spcPct val="0"/>
              </a:spcBef>
              <a:buClr>
                <a:srgbClr val="CC0000"/>
              </a:buClr>
            </a:pPr>
            <a:r>
              <a:rPr lang="en-US" altLang="en-US" sz="2400">
                <a:solidFill>
                  <a:srgbClr val="000000"/>
                </a:solidFill>
                <a:latin typeface="Goudy Old Style" panose="02020502050305020303" pitchFamily="18" charset="0"/>
              </a:rPr>
              <a:t>This layer provides services like dialogue discipline which can be full duplex or half duplex.</a:t>
            </a:r>
          </a:p>
          <a:p>
            <a:pPr algn="just" eaLnBrk="1" hangingPunct="1">
              <a:lnSpc>
                <a:spcPct val="80000"/>
              </a:lnSpc>
              <a:spcBef>
                <a:spcPct val="0"/>
              </a:spcBef>
              <a:buClr>
                <a:srgbClr val="CC0000"/>
              </a:buClr>
              <a:buFontTx/>
              <a:buNone/>
            </a:pPr>
            <a:r>
              <a:rPr lang="en-US" altLang="en-US" sz="2400" b="1">
                <a:solidFill>
                  <a:srgbClr val="7030A0"/>
                </a:solidFill>
                <a:latin typeface="Goudy Old Style" panose="02020502050305020303" pitchFamily="18" charset="0"/>
              </a:rPr>
              <a:t>Session layer is responsible for,</a:t>
            </a:r>
            <a:endParaRPr lang="en-US" altLang="en-US" sz="2400">
              <a:solidFill>
                <a:srgbClr val="000000"/>
              </a:solidFill>
              <a:latin typeface="Goudy Old Style" panose="02020502050305020303" pitchFamily="18" charset="0"/>
            </a:endParaRPr>
          </a:p>
          <a:p>
            <a:pPr lvl="1" eaLnBrk="1" hangingPunct="1">
              <a:spcBef>
                <a:spcPct val="0"/>
              </a:spcBef>
              <a:buFont typeface="Arial" panose="020B0604020202020204" pitchFamily="34" charset="0"/>
              <a:buChar char="•"/>
            </a:pPr>
            <a:r>
              <a:rPr lang="en-US" altLang="en-US" sz="2400">
                <a:solidFill>
                  <a:srgbClr val="000000"/>
                </a:solidFill>
                <a:latin typeface="Goudy Old Style" panose="02020502050305020303" pitchFamily="18" charset="0"/>
              </a:rPr>
              <a:t>Dialog control</a:t>
            </a:r>
          </a:p>
          <a:p>
            <a:pPr lvl="1" eaLnBrk="1" hangingPunct="1">
              <a:spcBef>
                <a:spcPct val="0"/>
              </a:spcBef>
              <a:buFont typeface="Arial" panose="020B0604020202020204" pitchFamily="34" charset="0"/>
              <a:buChar char="•"/>
            </a:pPr>
            <a:r>
              <a:rPr lang="en-US" altLang="en-US" sz="2400">
                <a:solidFill>
                  <a:srgbClr val="000000"/>
                </a:solidFill>
                <a:latin typeface="Goudy Old Style" panose="02020502050305020303" pitchFamily="18" charset="0"/>
              </a:rPr>
              <a:t>Token management</a:t>
            </a:r>
          </a:p>
          <a:p>
            <a:pPr lvl="1" eaLnBrk="1" hangingPunct="1">
              <a:spcBef>
                <a:spcPct val="0"/>
              </a:spcBef>
              <a:buFont typeface="Arial" panose="020B0604020202020204" pitchFamily="34" charset="0"/>
              <a:buChar char="•"/>
            </a:pPr>
            <a:r>
              <a:rPr lang="en-US" altLang="en-US" sz="2400">
                <a:solidFill>
                  <a:srgbClr val="000000"/>
                </a:solidFill>
                <a:latin typeface="Goudy Old Style" panose="02020502050305020303" pitchFamily="18" charset="0"/>
              </a:rPr>
              <a:t>Synchronization and checkpointing</a:t>
            </a:r>
          </a:p>
        </p:txBody>
      </p:sp>
      <p:sp>
        <p:nvSpPr>
          <p:cNvPr id="11" name="Rectangle 10">
            <a:extLst>
              <a:ext uri="{FF2B5EF4-FFF2-40B4-BE49-F238E27FC236}">
                <a16:creationId xmlns:a16="http://schemas.microsoft.com/office/drawing/2014/main" id="{111DC85A-2746-407C-9941-07481481E21F}"/>
              </a:ext>
            </a:extLst>
          </p:cNvPr>
          <p:cNvSpPr/>
          <p:nvPr/>
        </p:nvSpPr>
        <p:spPr>
          <a:xfrm>
            <a:off x="3124200" y="381000"/>
            <a:ext cx="3810000" cy="523875"/>
          </a:xfrm>
          <a:prstGeom prst="rect">
            <a:avLst/>
          </a:prstGeom>
        </p:spPr>
        <p:txBody>
          <a:bodyPr>
            <a:spAutoFit/>
          </a:bodyPr>
          <a:lstStyle/>
          <a:p>
            <a:pPr eaLnBrk="1" fontAlgn="auto" hangingPunct="1">
              <a:spcBef>
                <a:spcPts val="0"/>
              </a:spcBef>
              <a:spcAft>
                <a:spcPts val="0"/>
              </a:spcAft>
              <a:defRPr/>
            </a:pPr>
            <a:r>
              <a:rPr lang="en-US" sz="2800" b="1" dirty="0">
                <a:solidFill>
                  <a:srgbClr val="C00000"/>
                </a:solidFill>
                <a:latin typeface="Castellar" pitchFamily="18" charset="0"/>
                <a:cs typeface="+mn-cs"/>
              </a:rPr>
              <a:t>Session Layer</a:t>
            </a:r>
          </a:p>
        </p:txBody>
      </p:sp>
      <p:cxnSp>
        <p:nvCxnSpPr>
          <p:cNvPr id="14" name="Straight Connector 13">
            <a:extLst>
              <a:ext uri="{FF2B5EF4-FFF2-40B4-BE49-F238E27FC236}">
                <a16:creationId xmlns:a16="http://schemas.microsoft.com/office/drawing/2014/main" id="{8C798FA6-3564-4B81-965A-9A5A3CD3DAC6}"/>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Content Placeholder 2">
            <a:extLst>
              <a:ext uri="{FF2B5EF4-FFF2-40B4-BE49-F238E27FC236}">
                <a16:creationId xmlns:a16="http://schemas.microsoft.com/office/drawing/2014/main" id="{EF2E94F7-A6AF-401D-BC80-ABCE2FACCCEE}"/>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2" name="Title 1">
            <a:extLst>
              <a:ext uri="{FF2B5EF4-FFF2-40B4-BE49-F238E27FC236}">
                <a16:creationId xmlns:a16="http://schemas.microsoft.com/office/drawing/2014/main" id="{29790E23-4B9F-43A0-B28B-2CFA2CA98F42}"/>
              </a:ext>
            </a:extLst>
          </p:cNvPr>
          <p:cNvSpPr>
            <a:spLocks noGrp="1"/>
          </p:cNvSpPr>
          <p:nvPr>
            <p:ph type="title" idx="4294967295"/>
          </p:nvPr>
        </p:nvSpPr>
        <p:spPr>
          <a:xfrm>
            <a:off x="914400" y="838200"/>
            <a:ext cx="8229600" cy="792163"/>
          </a:xfrm>
        </p:spPr>
        <p:txBody>
          <a:bodyPr>
            <a:normAutofit fontScale="90000"/>
          </a:bodyPr>
          <a:lstStyle/>
          <a:p>
            <a:pPr>
              <a:defRPr/>
            </a:pPr>
            <a:r>
              <a:rPr lang="en-US" sz="3200" dirty="0">
                <a:solidFill>
                  <a:schemeClr val="accent2"/>
                </a:solidFill>
                <a:latin typeface="Castellar" pitchFamily="18" charset="0"/>
              </a:rPr>
              <a:t>SESSION Layer</a:t>
            </a:r>
            <a:br>
              <a:rPr lang="en-US" sz="3200" dirty="0">
                <a:latin typeface="Castellar" pitchFamily="18" charset="0"/>
              </a:rPr>
            </a:br>
            <a:br>
              <a:rPr lang="en-US" dirty="0"/>
            </a:br>
            <a:endParaRPr lang="en-US" dirty="0"/>
          </a:p>
        </p:txBody>
      </p:sp>
      <p:cxnSp>
        <p:nvCxnSpPr>
          <p:cNvPr id="5" name="Straight Connector 4">
            <a:extLst>
              <a:ext uri="{FF2B5EF4-FFF2-40B4-BE49-F238E27FC236}">
                <a16:creationId xmlns:a16="http://schemas.microsoft.com/office/drawing/2014/main" id="{D7DA5D6D-FE8D-45B5-A9C1-53EC3F63DBF2}"/>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106501" name="Picture 6">
            <a:extLst>
              <a:ext uri="{FF2B5EF4-FFF2-40B4-BE49-F238E27FC236}">
                <a16:creationId xmlns:a16="http://schemas.microsoft.com/office/drawing/2014/main" id="{932FF001-38E7-4578-A286-7803E9F1D8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90600"/>
            <a:ext cx="8556625"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1">
            <a:extLst>
              <a:ext uri="{FF2B5EF4-FFF2-40B4-BE49-F238E27FC236}">
                <a16:creationId xmlns:a16="http://schemas.microsoft.com/office/drawing/2014/main" id="{EB0ADAF4-E3DC-47C6-88F7-8B9A0E885F15}"/>
              </a:ext>
            </a:extLst>
          </p:cNvPr>
          <p:cNvSpPr>
            <a:spLocks noChangeArrowheads="1"/>
          </p:cNvSpPr>
          <p:nvPr/>
        </p:nvSpPr>
        <p:spPr bwMode="auto">
          <a:xfrm>
            <a:off x="457200" y="5257800"/>
            <a:ext cx="8077200" cy="822325"/>
          </a:xfrm>
          <a:prstGeom prst="rect">
            <a:avLst/>
          </a:prstGeom>
          <a:solidFill>
            <a:srgbClr val="99FF33"/>
          </a:solidFill>
          <a:ln w="76200" algn="ctr">
            <a:noFill/>
            <a:miter lim="800000"/>
            <a:headEnd/>
            <a:tailEnd/>
          </a:ln>
        </p:spPr>
        <p:txBody>
          <a:bodyPr>
            <a:spAutoFit/>
          </a:bodyPr>
          <a:lstStyle/>
          <a:p>
            <a:pPr algn="ctr" eaLnBrk="1" fontAlgn="auto" hangingPunct="1">
              <a:spcBef>
                <a:spcPts val="0"/>
              </a:spcBef>
              <a:spcAft>
                <a:spcPts val="0"/>
              </a:spcAft>
              <a:defRPr/>
            </a:pPr>
            <a:r>
              <a:rPr lang="en-US" sz="2400">
                <a:solidFill>
                  <a:prstClr val="black"/>
                </a:solidFill>
                <a:latin typeface="Calibri"/>
                <a:cs typeface="+mn-cs"/>
              </a:rPr>
              <a:t>The session layer is responsible for dialog </a:t>
            </a:r>
            <a:br>
              <a:rPr lang="en-US" sz="2400">
                <a:solidFill>
                  <a:prstClr val="black"/>
                </a:solidFill>
                <a:latin typeface="Calibri"/>
                <a:cs typeface="+mn-cs"/>
              </a:rPr>
            </a:br>
            <a:r>
              <a:rPr lang="en-US" sz="2400">
                <a:solidFill>
                  <a:prstClr val="black"/>
                </a:solidFill>
                <a:latin typeface="Calibri"/>
                <a:cs typeface="+mn-cs"/>
              </a:rPr>
              <a:t>control and synchronization.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546" name="Group 11">
            <a:extLst>
              <a:ext uri="{FF2B5EF4-FFF2-40B4-BE49-F238E27FC236}">
                <a16:creationId xmlns:a16="http://schemas.microsoft.com/office/drawing/2014/main" id="{9AABDC59-3566-41E3-9C6A-DDFBD687E6F7}"/>
              </a:ext>
            </a:extLst>
          </p:cNvPr>
          <p:cNvGrpSpPr>
            <a:grpSpLocks/>
          </p:cNvGrpSpPr>
          <p:nvPr/>
        </p:nvGrpSpPr>
        <p:grpSpPr bwMode="auto">
          <a:xfrm>
            <a:off x="304800" y="1219200"/>
            <a:ext cx="1752600" cy="5159375"/>
            <a:chOff x="228600" y="685800"/>
            <a:chExt cx="1752600" cy="5159375"/>
          </a:xfrm>
        </p:grpSpPr>
        <p:sp>
          <p:nvSpPr>
            <p:cNvPr id="14338" name="Text Box 2">
              <a:extLst>
                <a:ext uri="{FF2B5EF4-FFF2-40B4-BE49-F238E27FC236}">
                  <a16:creationId xmlns:a16="http://schemas.microsoft.com/office/drawing/2014/main" id="{339A9633-BC61-4C0A-A98B-F636295AC06B}"/>
                </a:ext>
              </a:extLst>
            </p:cNvPr>
            <p:cNvSpPr txBox="1">
              <a:spLocks noChangeArrowheads="1"/>
            </p:cNvSpPr>
            <p:nvPr/>
          </p:nvSpPr>
          <p:spPr bwMode="auto">
            <a:xfrm>
              <a:off x="228600" y="685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7  Application</a:t>
              </a:r>
            </a:p>
          </p:txBody>
        </p:sp>
        <p:sp>
          <p:nvSpPr>
            <p:cNvPr id="14339" name="Text Box 3">
              <a:extLst>
                <a:ext uri="{FF2B5EF4-FFF2-40B4-BE49-F238E27FC236}">
                  <a16:creationId xmlns:a16="http://schemas.microsoft.com/office/drawing/2014/main" id="{7423B0FB-C834-4BC8-AF5C-CCB167FF28CF}"/>
                </a:ext>
              </a:extLst>
            </p:cNvPr>
            <p:cNvSpPr txBox="1">
              <a:spLocks noChangeArrowheads="1"/>
            </p:cNvSpPr>
            <p:nvPr/>
          </p:nvSpPr>
          <p:spPr bwMode="auto">
            <a:xfrm>
              <a:off x="228600" y="1447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6  Presentation</a:t>
              </a:r>
            </a:p>
          </p:txBody>
        </p:sp>
        <p:sp>
          <p:nvSpPr>
            <p:cNvPr id="14340" name="Text Box 4">
              <a:extLst>
                <a:ext uri="{FF2B5EF4-FFF2-40B4-BE49-F238E27FC236}">
                  <a16:creationId xmlns:a16="http://schemas.microsoft.com/office/drawing/2014/main" id="{BE7E6CFD-D111-410B-ABEE-B630A6D17E89}"/>
                </a:ext>
              </a:extLst>
            </p:cNvPr>
            <p:cNvSpPr txBox="1">
              <a:spLocks noChangeArrowheads="1"/>
            </p:cNvSpPr>
            <p:nvPr/>
          </p:nvSpPr>
          <p:spPr bwMode="auto">
            <a:xfrm>
              <a:off x="228600" y="2209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5  Session</a:t>
              </a:r>
            </a:p>
          </p:txBody>
        </p:sp>
        <p:sp>
          <p:nvSpPr>
            <p:cNvPr id="14341" name="Text Box 5">
              <a:extLst>
                <a:ext uri="{FF2B5EF4-FFF2-40B4-BE49-F238E27FC236}">
                  <a16:creationId xmlns:a16="http://schemas.microsoft.com/office/drawing/2014/main" id="{8C2BAEBF-88CB-4396-BC53-5F3C66F66954}"/>
                </a:ext>
              </a:extLst>
            </p:cNvPr>
            <p:cNvSpPr txBox="1">
              <a:spLocks noChangeArrowheads="1"/>
            </p:cNvSpPr>
            <p:nvPr/>
          </p:nvSpPr>
          <p:spPr bwMode="auto">
            <a:xfrm>
              <a:off x="228600" y="2971800"/>
              <a:ext cx="1752600" cy="587375"/>
            </a:xfrm>
            <a:prstGeom prst="rect">
              <a:avLst/>
            </a:prstGeom>
            <a:solidFill>
              <a:srgbClr val="FFFF99"/>
            </a:solidFill>
            <a:ln w="9525">
              <a:solidFill>
                <a:srgbClr val="FF9900"/>
              </a:solidFill>
              <a:miter lim="800000"/>
              <a:headEnd/>
              <a:tailEnd/>
            </a:ln>
          </p:spPr>
          <p:txBody>
            <a:bodyPr tIns="137160" bIns="137160">
              <a:spAutoFit/>
            </a:bodyPr>
            <a:lstStyle/>
            <a:p>
              <a:pPr eaLnBrk="1" fontAlgn="auto" hangingPunct="1">
                <a:spcBef>
                  <a:spcPts val="0"/>
                </a:spcBef>
                <a:spcAft>
                  <a:spcPts val="0"/>
                </a:spcAft>
                <a:defRPr/>
              </a:pPr>
              <a:r>
                <a:rPr lang="en-US" sz="2000" b="1">
                  <a:solidFill>
                    <a:prstClr val="black"/>
                  </a:solidFill>
                  <a:latin typeface="Calibri"/>
                  <a:cs typeface="+mn-cs"/>
                </a:rPr>
                <a:t>4  Transport</a:t>
              </a:r>
            </a:p>
          </p:txBody>
        </p:sp>
        <p:sp>
          <p:nvSpPr>
            <p:cNvPr id="14342" name="Text Box 6">
              <a:extLst>
                <a:ext uri="{FF2B5EF4-FFF2-40B4-BE49-F238E27FC236}">
                  <a16:creationId xmlns:a16="http://schemas.microsoft.com/office/drawing/2014/main" id="{C6A9889C-762C-4764-AC8C-B06EBD00111A}"/>
                </a:ext>
              </a:extLst>
            </p:cNvPr>
            <p:cNvSpPr txBox="1">
              <a:spLocks noChangeArrowheads="1"/>
            </p:cNvSpPr>
            <p:nvPr/>
          </p:nvSpPr>
          <p:spPr bwMode="auto">
            <a:xfrm>
              <a:off x="228600" y="5257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1  Physical</a:t>
              </a:r>
            </a:p>
          </p:txBody>
        </p:sp>
        <p:sp>
          <p:nvSpPr>
            <p:cNvPr id="14343" name="Text Box 7">
              <a:extLst>
                <a:ext uri="{FF2B5EF4-FFF2-40B4-BE49-F238E27FC236}">
                  <a16:creationId xmlns:a16="http://schemas.microsoft.com/office/drawing/2014/main" id="{E28C4243-4AA3-4983-8844-E6082239548F}"/>
                </a:ext>
              </a:extLst>
            </p:cNvPr>
            <p:cNvSpPr txBox="1">
              <a:spLocks noChangeArrowheads="1"/>
            </p:cNvSpPr>
            <p:nvPr/>
          </p:nvSpPr>
          <p:spPr bwMode="auto">
            <a:xfrm>
              <a:off x="228600" y="4495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2  Data Link</a:t>
              </a:r>
            </a:p>
          </p:txBody>
        </p:sp>
        <p:sp>
          <p:nvSpPr>
            <p:cNvPr id="14344" name="Text Box 8">
              <a:extLst>
                <a:ext uri="{FF2B5EF4-FFF2-40B4-BE49-F238E27FC236}">
                  <a16:creationId xmlns:a16="http://schemas.microsoft.com/office/drawing/2014/main" id="{B77FA7C7-22E8-459B-9E6B-C204159EE90F}"/>
                </a:ext>
              </a:extLst>
            </p:cNvPr>
            <p:cNvSpPr txBox="1">
              <a:spLocks noChangeArrowheads="1"/>
            </p:cNvSpPr>
            <p:nvPr/>
          </p:nvSpPr>
          <p:spPr bwMode="auto">
            <a:xfrm>
              <a:off x="228600" y="3733800"/>
              <a:ext cx="1752600" cy="587375"/>
            </a:xfrm>
            <a:prstGeom prst="rect">
              <a:avLst/>
            </a:prstGeom>
            <a:noFill/>
            <a:ln w="9525">
              <a:solidFill>
                <a:srgbClr val="C0C0C0"/>
              </a:solidFill>
              <a:miter lim="800000"/>
              <a:headEnd/>
              <a:tailEnd/>
            </a:ln>
          </p:spPr>
          <p:txBody>
            <a:bodyPr tIns="137160" bIns="137160">
              <a:spAutoFit/>
            </a:bodyPr>
            <a:lstStyle/>
            <a:p>
              <a:pPr eaLnBrk="1" fontAlgn="auto" hangingPunct="1">
                <a:spcBef>
                  <a:spcPts val="0"/>
                </a:spcBef>
                <a:spcAft>
                  <a:spcPts val="0"/>
                </a:spcAft>
                <a:defRPr/>
              </a:pPr>
              <a:r>
                <a:rPr lang="en-US" sz="2000" dirty="0">
                  <a:solidFill>
                    <a:srgbClr val="800080"/>
                  </a:solidFill>
                  <a:latin typeface="Calibri"/>
                  <a:cs typeface="+mn-cs"/>
                </a:rPr>
                <a:t>3  Network</a:t>
              </a:r>
            </a:p>
          </p:txBody>
        </p:sp>
      </p:grpSp>
      <p:sp>
        <p:nvSpPr>
          <p:cNvPr id="14346" name="Text Box 10">
            <a:extLst>
              <a:ext uri="{FF2B5EF4-FFF2-40B4-BE49-F238E27FC236}">
                <a16:creationId xmlns:a16="http://schemas.microsoft.com/office/drawing/2014/main" id="{78F18424-4A9A-4646-BDCE-4C187972299F}"/>
              </a:ext>
            </a:extLst>
          </p:cNvPr>
          <p:cNvSpPr txBox="1">
            <a:spLocks noChangeArrowheads="1"/>
          </p:cNvSpPr>
          <p:nvPr/>
        </p:nvSpPr>
        <p:spPr bwMode="auto">
          <a:xfrm>
            <a:off x="1981200" y="1376363"/>
            <a:ext cx="6934200" cy="4340225"/>
          </a:xfrm>
          <a:prstGeom prst="rect">
            <a:avLst/>
          </a:prstGeom>
          <a:noFill/>
          <a:ln w="9525">
            <a:noFill/>
            <a:miter lim="800000"/>
            <a:headEnd/>
            <a:tailEnd/>
          </a:ln>
        </p:spPr>
        <p:txBody>
          <a:bodyPr>
            <a:spAutoFit/>
          </a:bodyPr>
          <a:lstStyle/>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dirty="0">
                <a:solidFill>
                  <a:prstClr val="black"/>
                </a:solidFill>
                <a:latin typeface="Goudy Old Style" pitchFamily="18" charset="0"/>
                <a:cs typeface="+mn-cs"/>
              </a:rPr>
              <a:t>Purpose of this layer is to provide a </a:t>
            </a:r>
            <a:r>
              <a:rPr lang="en-US" sz="2200" dirty="0">
                <a:solidFill>
                  <a:srgbClr val="0070C0"/>
                </a:solidFill>
                <a:latin typeface="Goudy Old Style" pitchFamily="18" charset="0"/>
                <a:cs typeface="+mn-cs"/>
              </a:rPr>
              <a:t>reliable mechanism </a:t>
            </a:r>
            <a:r>
              <a:rPr lang="en-US" sz="2200" dirty="0">
                <a:solidFill>
                  <a:prstClr val="black"/>
                </a:solidFill>
                <a:latin typeface="Goudy Old Style" pitchFamily="18" charset="0"/>
                <a:cs typeface="+mn-cs"/>
              </a:rPr>
              <a:t>for the exchange of data between two processes in different computers. </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dirty="0">
                <a:solidFill>
                  <a:prstClr val="black"/>
                </a:solidFill>
                <a:latin typeface="Goudy Old Style" pitchFamily="18" charset="0"/>
                <a:cs typeface="+mn-cs"/>
              </a:rPr>
              <a:t>Ensures that the data units are delivered </a:t>
            </a:r>
            <a:r>
              <a:rPr lang="en-US" sz="2200" dirty="0">
                <a:solidFill>
                  <a:srgbClr val="0070C0"/>
                </a:solidFill>
                <a:latin typeface="Goudy Old Style" pitchFamily="18" charset="0"/>
                <a:cs typeface="+mn-cs"/>
              </a:rPr>
              <a:t>error free</a:t>
            </a:r>
            <a:r>
              <a:rPr lang="en-US" sz="2200" dirty="0">
                <a:solidFill>
                  <a:prstClr val="black"/>
                </a:solidFill>
                <a:latin typeface="Goudy Old Style" pitchFamily="18" charset="0"/>
                <a:cs typeface="+mn-cs"/>
              </a:rPr>
              <a:t>.</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dirty="0">
                <a:solidFill>
                  <a:prstClr val="black"/>
                </a:solidFill>
                <a:latin typeface="Goudy Old Style" pitchFamily="18" charset="0"/>
                <a:cs typeface="+mn-cs"/>
              </a:rPr>
              <a:t>Ensures that data units are delivered in </a:t>
            </a:r>
            <a:r>
              <a:rPr lang="en-US" sz="2200" dirty="0">
                <a:solidFill>
                  <a:srgbClr val="0070C0"/>
                </a:solidFill>
                <a:latin typeface="Goudy Old Style" pitchFamily="18" charset="0"/>
                <a:cs typeface="+mn-cs"/>
              </a:rPr>
              <a:t>sequence</a:t>
            </a:r>
            <a:r>
              <a:rPr lang="en-US" sz="2200" dirty="0">
                <a:solidFill>
                  <a:prstClr val="black"/>
                </a:solidFill>
                <a:latin typeface="Goudy Old Style" pitchFamily="18" charset="0"/>
                <a:cs typeface="+mn-cs"/>
              </a:rPr>
              <a:t>.</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dirty="0">
                <a:solidFill>
                  <a:prstClr val="black"/>
                </a:solidFill>
                <a:latin typeface="Goudy Old Style" pitchFamily="18" charset="0"/>
                <a:cs typeface="+mn-cs"/>
              </a:rPr>
              <a:t>Ensures that there is </a:t>
            </a:r>
            <a:r>
              <a:rPr lang="en-US" sz="2200" dirty="0">
                <a:solidFill>
                  <a:srgbClr val="0070C0"/>
                </a:solidFill>
                <a:latin typeface="Goudy Old Style" pitchFamily="18" charset="0"/>
                <a:cs typeface="+mn-cs"/>
              </a:rPr>
              <a:t>no loss or duplication </a:t>
            </a:r>
            <a:r>
              <a:rPr lang="en-US" sz="2200" dirty="0">
                <a:solidFill>
                  <a:prstClr val="black"/>
                </a:solidFill>
                <a:latin typeface="Goudy Old Style" pitchFamily="18" charset="0"/>
                <a:cs typeface="+mn-cs"/>
              </a:rPr>
              <a:t>of data units.</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dirty="0">
                <a:solidFill>
                  <a:prstClr val="black"/>
                </a:solidFill>
                <a:latin typeface="Goudy Old Style" pitchFamily="18" charset="0"/>
                <a:cs typeface="+mn-cs"/>
              </a:rPr>
              <a:t>Provides connectionless or connection oriented service.</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dirty="0">
                <a:solidFill>
                  <a:prstClr val="black"/>
                </a:solidFill>
                <a:latin typeface="Goudy Old Style" pitchFamily="18" charset="0"/>
                <a:cs typeface="+mn-cs"/>
              </a:rPr>
              <a:t>Provides for the </a:t>
            </a:r>
            <a:r>
              <a:rPr lang="en-US" sz="2200" dirty="0">
                <a:solidFill>
                  <a:srgbClr val="0070C0"/>
                </a:solidFill>
                <a:latin typeface="Goudy Old Style" pitchFamily="18" charset="0"/>
                <a:cs typeface="+mn-cs"/>
              </a:rPr>
              <a:t>connection management</a:t>
            </a:r>
            <a:r>
              <a:rPr lang="en-US" sz="2200" dirty="0">
                <a:solidFill>
                  <a:prstClr val="black"/>
                </a:solidFill>
                <a:latin typeface="Goudy Old Style" pitchFamily="18" charset="0"/>
                <a:cs typeface="+mn-cs"/>
              </a:rPr>
              <a:t>.</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dirty="0">
                <a:solidFill>
                  <a:srgbClr val="0070C0"/>
                </a:solidFill>
                <a:latin typeface="Goudy Old Style" pitchFamily="18" charset="0"/>
                <a:cs typeface="+mn-cs"/>
              </a:rPr>
              <a:t>Multiplex</a:t>
            </a:r>
            <a:r>
              <a:rPr lang="en-US" sz="2200" dirty="0">
                <a:solidFill>
                  <a:prstClr val="black"/>
                </a:solidFill>
                <a:latin typeface="Goudy Old Style" pitchFamily="18" charset="0"/>
                <a:cs typeface="+mn-cs"/>
              </a:rPr>
              <a:t>  multiple connection over a single channel.</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200" b="1" dirty="0">
                <a:solidFill>
                  <a:prstClr val="black"/>
                </a:solidFill>
                <a:latin typeface="Goudy Old Style" pitchFamily="18" charset="0"/>
                <a:cs typeface="+mn-cs"/>
              </a:rPr>
              <a:t>Transport layer responsible for,</a:t>
            </a:r>
          </a:p>
          <a:p>
            <a:pPr marL="914400" lvl="1" indent="-457200">
              <a:buFont typeface="Arial" panose="020B0604020202020204" pitchFamily="34" charset="0"/>
              <a:buChar char="•"/>
              <a:defRPr/>
            </a:pPr>
            <a:r>
              <a:rPr lang="en-US" sz="2000" dirty="0">
                <a:latin typeface="Goudy Old Style" panose="02020502050305020303" pitchFamily="18" charset="0"/>
              </a:rPr>
              <a:t>Delivery of a message from one process to another, Service point addressing, Segmentation and reassembly, Connection control: Connectionless or connection oriented, Flow control, Error control, Process-to-process delivery</a:t>
            </a:r>
            <a:endParaRPr lang="en-IN" sz="2000" dirty="0">
              <a:latin typeface="Goudy Old Style" panose="02020502050305020303" pitchFamily="18" charset="0"/>
            </a:endParaRPr>
          </a:p>
        </p:txBody>
      </p:sp>
      <p:cxnSp>
        <p:nvCxnSpPr>
          <p:cNvPr id="13" name="Straight Connector 12">
            <a:extLst>
              <a:ext uri="{FF2B5EF4-FFF2-40B4-BE49-F238E27FC236}">
                <a16:creationId xmlns:a16="http://schemas.microsoft.com/office/drawing/2014/main" id="{AA439C4B-F432-4B0D-AA74-4E429FED2E1D}"/>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9818368-F06C-4754-9DD3-DB5F6132D8EA}"/>
              </a:ext>
            </a:extLst>
          </p:cNvPr>
          <p:cNvSpPr/>
          <p:nvPr/>
        </p:nvSpPr>
        <p:spPr>
          <a:xfrm>
            <a:off x="762000" y="411163"/>
            <a:ext cx="3940175" cy="523875"/>
          </a:xfrm>
          <a:prstGeom prst="rect">
            <a:avLst/>
          </a:prstGeom>
        </p:spPr>
        <p:txBody>
          <a:bodyPr wrap="none">
            <a:spAutoFit/>
          </a:bodyPr>
          <a:lstStyle/>
          <a:p>
            <a:pPr eaLnBrk="1" fontAlgn="auto" hangingPunct="1">
              <a:spcBef>
                <a:spcPts val="0"/>
              </a:spcBef>
              <a:spcAft>
                <a:spcPts val="0"/>
              </a:spcAft>
              <a:defRPr/>
            </a:pPr>
            <a:r>
              <a:rPr lang="en-US" sz="2800" b="1" dirty="0">
                <a:solidFill>
                  <a:srgbClr val="C0504D"/>
                </a:solidFill>
                <a:latin typeface="Castellar" pitchFamily="18" charset="0"/>
                <a:cs typeface="+mn-cs"/>
              </a:rPr>
              <a:t>Transport Layer</a:t>
            </a:r>
            <a:endParaRPr lang="en-US" sz="2800" dirty="0">
              <a:solidFill>
                <a:prstClr val="black"/>
              </a:solidFill>
              <a:latin typeface="Castellar" pitchFamily="18" charset="0"/>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5A6A9D-5585-4AAC-941D-9338E02633A5}"/>
              </a:ext>
            </a:extLst>
          </p:cNvPr>
          <p:cNvSpPr/>
          <p:nvPr/>
        </p:nvSpPr>
        <p:spPr>
          <a:xfrm>
            <a:off x="685800" y="2590800"/>
            <a:ext cx="8077200" cy="2554288"/>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just" eaLnBrk="1" fontAlgn="auto" hangingPunct="1">
              <a:spcBef>
                <a:spcPts val="0"/>
              </a:spcBef>
              <a:spcAft>
                <a:spcPts val="0"/>
              </a:spcAft>
              <a:defRPr/>
            </a:pPr>
            <a:r>
              <a:rPr lang="en-US" sz="3200" b="1" dirty="0">
                <a:solidFill>
                  <a:prstClr val="black"/>
                </a:solidFill>
                <a:latin typeface="Goudy Old Style" pitchFamily="18" charset="0"/>
              </a:rPr>
              <a:t>Data link error control checks for error in each router and end-system (frame) (hop to hop), but transport layer error control checks for error only at the end-systems (segments) (source to destination).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D146-3F5B-4048-891E-3F957CF12738}"/>
              </a:ext>
            </a:extLst>
          </p:cNvPr>
          <p:cNvSpPr>
            <a:spLocks noGrp="1"/>
          </p:cNvSpPr>
          <p:nvPr>
            <p:ph type="title" idx="4294967295"/>
          </p:nvPr>
        </p:nvSpPr>
        <p:spPr>
          <a:xfrm>
            <a:off x="914400" y="838200"/>
            <a:ext cx="8229600" cy="792163"/>
          </a:xfrm>
        </p:spPr>
        <p:txBody>
          <a:bodyPr>
            <a:normAutofit fontScale="90000"/>
          </a:bodyPr>
          <a:lstStyle/>
          <a:p>
            <a:pPr>
              <a:defRPr/>
            </a:pPr>
            <a:r>
              <a:rPr lang="en-US" sz="3200" dirty="0">
                <a:solidFill>
                  <a:schemeClr val="accent2"/>
                </a:solidFill>
                <a:latin typeface="Castellar" pitchFamily="18" charset="0"/>
              </a:rPr>
              <a:t>Transport Layer</a:t>
            </a:r>
            <a:br>
              <a:rPr lang="en-US" sz="3200" dirty="0">
                <a:latin typeface="Castellar" pitchFamily="18" charset="0"/>
              </a:rPr>
            </a:br>
            <a:br>
              <a:rPr lang="en-US" dirty="0"/>
            </a:br>
            <a:endParaRPr lang="en-US" dirty="0"/>
          </a:p>
        </p:txBody>
      </p:sp>
      <p:pic>
        <p:nvPicPr>
          <p:cNvPr id="111619" name="Picture 10">
            <a:extLst>
              <a:ext uri="{FF2B5EF4-FFF2-40B4-BE49-F238E27FC236}">
                <a16:creationId xmlns:a16="http://schemas.microsoft.com/office/drawing/2014/main" id="{918C2840-AE2D-4CE5-AE05-C107D75B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88" y="1758950"/>
            <a:ext cx="8455025"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a:extLst>
              <a:ext uri="{FF2B5EF4-FFF2-40B4-BE49-F238E27FC236}">
                <a16:creationId xmlns:a16="http://schemas.microsoft.com/office/drawing/2014/main" id="{01061C45-B4EE-4505-ACC5-A45F08E0A805}"/>
              </a:ext>
            </a:extLst>
          </p:cNvPr>
          <p:cNvSpPr>
            <a:spLocks noChangeArrowheads="1"/>
          </p:cNvSpPr>
          <p:nvPr/>
        </p:nvSpPr>
        <p:spPr bwMode="auto">
          <a:xfrm>
            <a:off x="457200" y="4800600"/>
            <a:ext cx="8077200" cy="822325"/>
          </a:xfrm>
          <a:prstGeom prst="rect">
            <a:avLst/>
          </a:prstGeom>
          <a:solidFill>
            <a:srgbClr val="99FF33"/>
          </a:solidFill>
          <a:ln w="76200" algn="ctr">
            <a:noFill/>
            <a:miter lim="800000"/>
            <a:headEnd/>
            <a:tailEnd/>
          </a:ln>
        </p:spPr>
        <p:txBody>
          <a:bodyPr>
            <a:spAutoFit/>
          </a:bodyPr>
          <a:lstStyle/>
          <a:p>
            <a:pPr algn="ctr" eaLnBrk="1" fontAlgn="auto" hangingPunct="1">
              <a:spcBef>
                <a:spcPts val="0"/>
              </a:spcBef>
              <a:spcAft>
                <a:spcPts val="0"/>
              </a:spcAft>
              <a:defRPr/>
            </a:pPr>
            <a:r>
              <a:rPr lang="en-US" sz="2400" dirty="0">
                <a:solidFill>
                  <a:prstClr val="black"/>
                </a:solidFill>
                <a:latin typeface="Calibri"/>
                <a:cs typeface="+mn-cs"/>
              </a:rPr>
              <a:t>The transport layer is responsible for the delivery </a:t>
            </a:r>
            <a:br>
              <a:rPr lang="en-US" sz="2400" dirty="0">
                <a:solidFill>
                  <a:prstClr val="black"/>
                </a:solidFill>
                <a:latin typeface="Calibri"/>
                <a:cs typeface="+mn-cs"/>
              </a:rPr>
            </a:br>
            <a:r>
              <a:rPr lang="en-US" sz="2400" dirty="0">
                <a:solidFill>
                  <a:prstClr val="black"/>
                </a:solidFill>
                <a:latin typeface="Calibri"/>
                <a:cs typeface="+mn-cs"/>
              </a:rPr>
              <a:t>of a message from one process to another.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E0F0-C656-4910-9463-657D18217CF7}"/>
              </a:ext>
            </a:extLst>
          </p:cNvPr>
          <p:cNvSpPr>
            <a:spLocks noGrp="1"/>
          </p:cNvSpPr>
          <p:nvPr>
            <p:ph type="title" idx="4294967295"/>
          </p:nvPr>
        </p:nvSpPr>
        <p:spPr>
          <a:xfrm>
            <a:off x="152400" y="762000"/>
            <a:ext cx="8229600" cy="792163"/>
          </a:xfrm>
        </p:spPr>
        <p:txBody>
          <a:bodyPr>
            <a:normAutofit fontScale="90000"/>
          </a:bodyPr>
          <a:lstStyle/>
          <a:p>
            <a:pPr>
              <a:defRPr/>
            </a:pPr>
            <a:r>
              <a:rPr lang="en-US" sz="2200" dirty="0">
                <a:solidFill>
                  <a:srgbClr val="C00000"/>
                </a:solidFill>
                <a:latin typeface="Castellar" pitchFamily="18" charset="0"/>
              </a:rPr>
              <a:t>Reliable process-to-process delivery of a message </a:t>
            </a:r>
            <a:br>
              <a:rPr lang="en-US" dirty="0"/>
            </a:br>
            <a:endParaRPr lang="en-US" dirty="0"/>
          </a:p>
        </p:txBody>
      </p:sp>
      <p:pic>
        <p:nvPicPr>
          <p:cNvPr id="113667" name="Picture 6">
            <a:extLst>
              <a:ext uri="{FF2B5EF4-FFF2-40B4-BE49-F238E27FC236}">
                <a16:creationId xmlns:a16="http://schemas.microsoft.com/office/drawing/2014/main" id="{C317106B-F073-496E-B556-0F7E86CBD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1752600"/>
            <a:ext cx="8286750"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Group 11">
            <a:extLst>
              <a:ext uri="{FF2B5EF4-FFF2-40B4-BE49-F238E27FC236}">
                <a16:creationId xmlns:a16="http://schemas.microsoft.com/office/drawing/2014/main" id="{63963EA0-0186-4D44-A83D-C5443DB5038A}"/>
              </a:ext>
            </a:extLst>
          </p:cNvPr>
          <p:cNvGrpSpPr>
            <a:grpSpLocks/>
          </p:cNvGrpSpPr>
          <p:nvPr/>
        </p:nvGrpSpPr>
        <p:grpSpPr bwMode="auto">
          <a:xfrm>
            <a:off x="152400" y="1295400"/>
            <a:ext cx="1752600" cy="5159375"/>
            <a:chOff x="228600" y="685800"/>
            <a:chExt cx="1752600" cy="5159375"/>
          </a:xfrm>
        </p:grpSpPr>
        <p:sp>
          <p:nvSpPr>
            <p:cNvPr id="17410" name="Text Box 2">
              <a:extLst>
                <a:ext uri="{FF2B5EF4-FFF2-40B4-BE49-F238E27FC236}">
                  <a16:creationId xmlns:a16="http://schemas.microsoft.com/office/drawing/2014/main" id="{922E9804-0AE2-4F30-8BD2-88E6DDD09E72}"/>
                </a:ext>
              </a:extLst>
            </p:cNvPr>
            <p:cNvSpPr txBox="1">
              <a:spLocks noChangeArrowheads="1"/>
            </p:cNvSpPr>
            <p:nvPr/>
          </p:nvSpPr>
          <p:spPr bwMode="auto">
            <a:xfrm>
              <a:off x="228600" y="685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7  Application</a:t>
              </a:r>
            </a:p>
          </p:txBody>
        </p:sp>
        <p:sp>
          <p:nvSpPr>
            <p:cNvPr id="17411" name="Text Box 3">
              <a:extLst>
                <a:ext uri="{FF2B5EF4-FFF2-40B4-BE49-F238E27FC236}">
                  <a16:creationId xmlns:a16="http://schemas.microsoft.com/office/drawing/2014/main" id="{B9EE5475-B88C-4D6C-88B9-768E067B0BEC}"/>
                </a:ext>
              </a:extLst>
            </p:cNvPr>
            <p:cNvSpPr txBox="1">
              <a:spLocks noChangeArrowheads="1"/>
            </p:cNvSpPr>
            <p:nvPr/>
          </p:nvSpPr>
          <p:spPr bwMode="auto">
            <a:xfrm>
              <a:off x="228600" y="1447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6  Presentation</a:t>
              </a:r>
            </a:p>
          </p:txBody>
        </p:sp>
        <p:sp>
          <p:nvSpPr>
            <p:cNvPr id="17412" name="Text Box 4">
              <a:extLst>
                <a:ext uri="{FF2B5EF4-FFF2-40B4-BE49-F238E27FC236}">
                  <a16:creationId xmlns:a16="http://schemas.microsoft.com/office/drawing/2014/main" id="{4453E850-8C25-4C66-BC57-51EFDF37361A}"/>
                </a:ext>
              </a:extLst>
            </p:cNvPr>
            <p:cNvSpPr txBox="1">
              <a:spLocks noChangeArrowheads="1"/>
            </p:cNvSpPr>
            <p:nvPr/>
          </p:nvSpPr>
          <p:spPr bwMode="auto">
            <a:xfrm>
              <a:off x="228600" y="2209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5  Session</a:t>
              </a:r>
            </a:p>
          </p:txBody>
        </p:sp>
        <p:sp>
          <p:nvSpPr>
            <p:cNvPr id="17413" name="Text Box 5">
              <a:extLst>
                <a:ext uri="{FF2B5EF4-FFF2-40B4-BE49-F238E27FC236}">
                  <a16:creationId xmlns:a16="http://schemas.microsoft.com/office/drawing/2014/main" id="{385B3CA0-1258-45DD-A8CC-E2AE0EBC7F75}"/>
                </a:ext>
              </a:extLst>
            </p:cNvPr>
            <p:cNvSpPr txBox="1">
              <a:spLocks noChangeArrowheads="1"/>
            </p:cNvSpPr>
            <p:nvPr/>
          </p:nvSpPr>
          <p:spPr bwMode="auto">
            <a:xfrm>
              <a:off x="228600" y="2971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4  Transport</a:t>
              </a:r>
            </a:p>
          </p:txBody>
        </p:sp>
        <p:sp>
          <p:nvSpPr>
            <p:cNvPr id="17414" name="Text Box 6">
              <a:extLst>
                <a:ext uri="{FF2B5EF4-FFF2-40B4-BE49-F238E27FC236}">
                  <a16:creationId xmlns:a16="http://schemas.microsoft.com/office/drawing/2014/main" id="{08B9B0A6-ABED-44EF-AAE9-B1E5778ADE23}"/>
                </a:ext>
              </a:extLst>
            </p:cNvPr>
            <p:cNvSpPr txBox="1">
              <a:spLocks noChangeArrowheads="1"/>
            </p:cNvSpPr>
            <p:nvPr/>
          </p:nvSpPr>
          <p:spPr bwMode="auto">
            <a:xfrm>
              <a:off x="228600" y="5257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1  Physical</a:t>
              </a:r>
            </a:p>
          </p:txBody>
        </p:sp>
        <p:sp>
          <p:nvSpPr>
            <p:cNvPr id="17415" name="Text Box 7">
              <a:extLst>
                <a:ext uri="{FF2B5EF4-FFF2-40B4-BE49-F238E27FC236}">
                  <a16:creationId xmlns:a16="http://schemas.microsoft.com/office/drawing/2014/main" id="{6E9B7705-3FAA-4732-9FFD-02F6811975DA}"/>
                </a:ext>
              </a:extLst>
            </p:cNvPr>
            <p:cNvSpPr txBox="1">
              <a:spLocks noChangeArrowheads="1"/>
            </p:cNvSpPr>
            <p:nvPr/>
          </p:nvSpPr>
          <p:spPr bwMode="auto">
            <a:xfrm>
              <a:off x="228600" y="4495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2  Data Link</a:t>
              </a:r>
            </a:p>
          </p:txBody>
        </p:sp>
        <p:sp>
          <p:nvSpPr>
            <p:cNvPr id="17416" name="Text Box 8">
              <a:extLst>
                <a:ext uri="{FF2B5EF4-FFF2-40B4-BE49-F238E27FC236}">
                  <a16:creationId xmlns:a16="http://schemas.microsoft.com/office/drawing/2014/main" id="{9919A0B1-E6E1-44EB-9698-F57AFE60AF70}"/>
                </a:ext>
              </a:extLst>
            </p:cNvPr>
            <p:cNvSpPr txBox="1">
              <a:spLocks noChangeArrowheads="1"/>
            </p:cNvSpPr>
            <p:nvPr/>
          </p:nvSpPr>
          <p:spPr bwMode="auto">
            <a:xfrm>
              <a:off x="228600" y="3733800"/>
              <a:ext cx="1752600" cy="587375"/>
            </a:xfrm>
            <a:prstGeom prst="rect">
              <a:avLst/>
            </a:prstGeom>
            <a:solidFill>
              <a:srgbClr val="FFFF99"/>
            </a:solidFill>
            <a:ln w="9525">
              <a:solidFill>
                <a:srgbClr val="FF9900"/>
              </a:solidFill>
              <a:miter lim="800000"/>
              <a:headEnd/>
              <a:tailEnd/>
            </a:ln>
            <a:effectLst/>
          </p:spPr>
          <p:txBody>
            <a:bodyPr tIns="137160" bIns="137160">
              <a:spAutoFit/>
            </a:bodyPr>
            <a:lstStyle/>
            <a:p>
              <a:pPr eaLnBrk="1" fontAlgn="auto" hangingPunct="1">
                <a:spcBef>
                  <a:spcPts val="0"/>
                </a:spcBef>
                <a:spcAft>
                  <a:spcPts val="0"/>
                </a:spcAft>
                <a:defRPr/>
              </a:pPr>
              <a:r>
                <a:rPr lang="en-US" sz="2000" b="1">
                  <a:solidFill>
                    <a:prstClr val="black"/>
                  </a:solidFill>
                  <a:latin typeface="Calibri"/>
                  <a:cs typeface="+mn-cs"/>
                </a:rPr>
                <a:t>3  Network</a:t>
              </a:r>
            </a:p>
          </p:txBody>
        </p:sp>
      </p:grpSp>
      <p:sp>
        <p:nvSpPr>
          <p:cNvPr id="17418" name="Text Box 10">
            <a:extLst>
              <a:ext uri="{FF2B5EF4-FFF2-40B4-BE49-F238E27FC236}">
                <a16:creationId xmlns:a16="http://schemas.microsoft.com/office/drawing/2014/main" id="{F262715B-9148-411C-B7CD-42A5529C35C3}"/>
              </a:ext>
            </a:extLst>
          </p:cNvPr>
          <p:cNvSpPr txBox="1">
            <a:spLocks noChangeArrowheads="1"/>
          </p:cNvSpPr>
          <p:nvPr/>
        </p:nvSpPr>
        <p:spPr bwMode="auto">
          <a:xfrm>
            <a:off x="1919288" y="1295400"/>
            <a:ext cx="6996112" cy="4400550"/>
          </a:xfrm>
          <a:prstGeom prst="rect">
            <a:avLst/>
          </a:prstGeom>
          <a:noFill/>
          <a:ln w="9525">
            <a:noFill/>
            <a:miter lim="800000"/>
            <a:headEnd/>
            <a:tailEnd/>
          </a:ln>
          <a:effectLst/>
        </p:spPr>
        <p:txBody>
          <a:bodyPr>
            <a:spAutoFit/>
          </a:bodyPr>
          <a:lstStyle/>
          <a:p>
            <a:pPr marL="392113" indent="-293688" algn="just" defTabSz="414338" eaLnBrk="1" fontAlgn="auto" hangingPunct="1">
              <a:lnSpc>
                <a:spcPct val="9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Implements </a:t>
            </a:r>
            <a:r>
              <a:rPr lang="en-US" sz="2000" b="1" dirty="0">
                <a:solidFill>
                  <a:srgbClr val="0070C0"/>
                </a:solidFill>
                <a:latin typeface="Goudy Old Style" pitchFamily="18" charset="0"/>
                <a:cs typeface="+mn-cs"/>
              </a:rPr>
              <a:t>routing of frames (packets) through the network.</a:t>
            </a:r>
            <a:endParaRPr lang="en-GB" sz="2000" b="1" dirty="0">
              <a:solidFill>
                <a:srgbClr val="0070C0"/>
              </a:solidFill>
              <a:latin typeface="Goudy Old Style" pitchFamily="18" charset="0"/>
              <a:cs typeface="+mn-cs"/>
            </a:endParaRPr>
          </a:p>
          <a:p>
            <a:pPr marL="392113" indent="-293688" algn="just" defTabSz="414338" eaLnBrk="1" fontAlgn="auto" hangingPunct="1">
              <a:lnSpc>
                <a:spcPct val="9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Defines the </a:t>
            </a:r>
            <a:r>
              <a:rPr lang="en-US" sz="2000" b="1" dirty="0">
                <a:solidFill>
                  <a:srgbClr val="0070C0"/>
                </a:solidFill>
                <a:latin typeface="Goudy Old Style" pitchFamily="18" charset="0"/>
                <a:cs typeface="+mn-cs"/>
              </a:rPr>
              <a:t>most optimum path the packet should take from the source to the destination</a:t>
            </a:r>
          </a:p>
          <a:p>
            <a:pPr marL="392113" indent="-293688" algn="just" defTabSz="414338" eaLnBrk="1" fontAlgn="auto" hangingPunct="1">
              <a:lnSpc>
                <a:spcPct val="90000"/>
              </a:lnSpc>
              <a:spcBef>
                <a:spcPts val="0"/>
              </a:spcBef>
              <a:spcAft>
                <a:spcPts val="0"/>
              </a:spcAft>
              <a:buClr>
                <a:srgbClr val="CC0000"/>
              </a:buClr>
              <a:buFont typeface="Arial" pitchFamily="34" charset="0"/>
              <a:buChar char="•"/>
              <a:defRPr/>
            </a:pPr>
            <a:r>
              <a:rPr lang="en-GB" sz="2000" dirty="0">
                <a:solidFill>
                  <a:prstClr val="black"/>
                </a:solidFill>
                <a:latin typeface="Goudy Old Style" pitchFamily="18" charset="0"/>
                <a:cs typeface="+mn-cs"/>
              </a:rPr>
              <a:t>Defines logical addressing (IP address) so that any endpoint can be identified. </a:t>
            </a:r>
            <a:endParaRPr lang="en-US" sz="2000" dirty="0">
              <a:solidFill>
                <a:prstClr val="black"/>
              </a:solidFill>
              <a:latin typeface="Goudy Old Style" pitchFamily="18" charset="0"/>
              <a:cs typeface="+mn-cs"/>
            </a:endParaRPr>
          </a:p>
          <a:p>
            <a:pPr marL="392113" indent="-293688" algn="just" defTabSz="414338" eaLnBrk="1" fontAlgn="auto" hangingPunct="1">
              <a:lnSpc>
                <a:spcPct val="9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Handles </a:t>
            </a:r>
            <a:r>
              <a:rPr lang="en-US" sz="2000" b="1" dirty="0">
                <a:solidFill>
                  <a:srgbClr val="0070C0"/>
                </a:solidFill>
                <a:latin typeface="Goudy Old Style" pitchFamily="18" charset="0"/>
                <a:cs typeface="+mn-cs"/>
              </a:rPr>
              <a:t>congestion in the network</a:t>
            </a:r>
            <a:r>
              <a:rPr lang="en-US" sz="2000" dirty="0">
                <a:solidFill>
                  <a:prstClr val="black"/>
                </a:solidFill>
                <a:latin typeface="Goudy Old Style" pitchFamily="18" charset="0"/>
                <a:cs typeface="+mn-cs"/>
              </a:rPr>
              <a:t>.</a:t>
            </a:r>
          </a:p>
          <a:p>
            <a:pPr marL="392113" indent="-293688" algn="just" defTabSz="414338" eaLnBrk="1" fontAlgn="auto" hangingPunct="1">
              <a:lnSpc>
                <a:spcPct val="9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Facilitates interconnection between </a:t>
            </a:r>
            <a:r>
              <a:rPr lang="en-US" sz="2000" b="1" dirty="0">
                <a:solidFill>
                  <a:srgbClr val="0070C0"/>
                </a:solidFill>
                <a:latin typeface="Goudy Old Style" pitchFamily="18" charset="0"/>
                <a:cs typeface="+mn-cs"/>
              </a:rPr>
              <a:t>heterogeneous networks </a:t>
            </a:r>
            <a:r>
              <a:rPr lang="en-US" sz="2000" dirty="0">
                <a:solidFill>
                  <a:prstClr val="black"/>
                </a:solidFill>
                <a:latin typeface="Goudy Old Style" pitchFamily="18" charset="0"/>
                <a:cs typeface="+mn-cs"/>
              </a:rPr>
              <a:t>(Internetworking).</a:t>
            </a:r>
          </a:p>
          <a:p>
            <a:pPr marL="392113" indent="-293688" algn="just" defTabSz="414338" eaLnBrk="1" fontAlgn="auto" hangingPunct="1">
              <a:lnSpc>
                <a:spcPct val="90000"/>
              </a:lnSpc>
              <a:spcBef>
                <a:spcPts val="0"/>
              </a:spcBef>
              <a:spcAft>
                <a:spcPts val="0"/>
              </a:spcAft>
              <a:buClr>
                <a:srgbClr val="CC0000"/>
              </a:buClr>
              <a:buFont typeface="Arial" pitchFamily="34" charset="0"/>
              <a:buChar char="•"/>
              <a:defRPr/>
            </a:pPr>
            <a:r>
              <a:rPr lang="en-GB" sz="2000" dirty="0">
                <a:solidFill>
                  <a:prstClr val="black"/>
                </a:solidFill>
                <a:latin typeface="Goudy Old Style" pitchFamily="18" charset="0"/>
                <a:cs typeface="+mn-cs"/>
              </a:rPr>
              <a:t>The network layer also defines how to </a:t>
            </a:r>
            <a:r>
              <a:rPr lang="en-GB" sz="2000" b="1" dirty="0">
                <a:solidFill>
                  <a:srgbClr val="0070C0"/>
                </a:solidFill>
                <a:latin typeface="Goudy Old Style" pitchFamily="18" charset="0"/>
                <a:cs typeface="+mn-cs"/>
              </a:rPr>
              <a:t>fragment a packet into smaller packets to accommodate different media.</a:t>
            </a:r>
            <a:endParaRPr lang="en-US" sz="2000" b="1" dirty="0">
              <a:solidFill>
                <a:srgbClr val="0070C0"/>
              </a:solidFill>
              <a:latin typeface="Arial" charset="0"/>
              <a:cs typeface="+mn-cs"/>
            </a:endParaRPr>
          </a:p>
          <a:p>
            <a:pPr eaLnBrk="1" fontAlgn="auto" hangingPunct="1">
              <a:spcBef>
                <a:spcPts val="0"/>
              </a:spcBef>
              <a:spcAft>
                <a:spcPts val="0"/>
              </a:spcAft>
              <a:defRPr/>
            </a:pPr>
            <a:r>
              <a:rPr lang="en-US" sz="2000" b="1" dirty="0">
                <a:solidFill>
                  <a:srgbClr val="0070C0"/>
                </a:solidFill>
                <a:latin typeface="Goudy Old Style" pitchFamily="18" charset="0"/>
                <a:cs typeface="+mn-cs"/>
              </a:rPr>
              <a:t>Network layer is responsible for,</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Internetworking</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Routing algorithms</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Internet Protocol (IP) addressing</a:t>
            </a:r>
          </a:p>
          <a:p>
            <a:pPr lvl="1" eaLnBrk="1" fontAlgn="auto" hangingPunct="1">
              <a:spcBef>
                <a:spcPts val="0"/>
              </a:spcBef>
              <a:spcAft>
                <a:spcPts val="0"/>
              </a:spcAft>
              <a:buFontTx/>
              <a:buChar char="•"/>
              <a:defRPr/>
            </a:pPr>
            <a:r>
              <a:rPr lang="en-US" sz="2000" b="1" dirty="0">
                <a:solidFill>
                  <a:srgbClr val="FF0000"/>
                </a:solidFill>
                <a:latin typeface="Goudy Old Style" pitchFamily="18" charset="0"/>
                <a:cs typeface="+mn-cs"/>
              </a:rPr>
              <a:t> Network device: Routers </a:t>
            </a:r>
          </a:p>
        </p:txBody>
      </p:sp>
      <p:sp>
        <p:nvSpPr>
          <p:cNvPr id="13" name="Rectangle 12">
            <a:extLst>
              <a:ext uri="{FF2B5EF4-FFF2-40B4-BE49-F238E27FC236}">
                <a16:creationId xmlns:a16="http://schemas.microsoft.com/office/drawing/2014/main" id="{D8F85D86-04C8-40B1-9F50-5DA465D25E08}"/>
              </a:ext>
            </a:extLst>
          </p:cNvPr>
          <p:cNvSpPr/>
          <p:nvPr/>
        </p:nvSpPr>
        <p:spPr>
          <a:xfrm>
            <a:off x="2743200" y="381000"/>
            <a:ext cx="3629025" cy="523875"/>
          </a:xfrm>
          <a:prstGeom prst="rect">
            <a:avLst/>
          </a:prstGeom>
        </p:spPr>
        <p:txBody>
          <a:bodyPr wrap="none">
            <a:spAutoFit/>
          </a:bodyPr>
          <a:lstStyle/>
          <a:p>
            <a:pPr eaLnBrk="1" fontAlgn="auto" hangingPunct="1">
              <a:spcBef>
                <a:spcPts val="0"/>
              </a:spcBef>
              <a:spcAft>
                <a:spcPts val="0"/>
              </a:spcAft>
              <a:defRPr/>
            </a:pPr>
            <a:r>
              <a:rPr lang="en-US" sz="2800" b="1" dirty="0">
                <a:solidFill>
                  <a:srgbClr val="C00000"/>
                </a:solidFill>
                <a:latin typeface="Castellar" pitchFamily="18" charset="0"/>
                <a:cs typeface="+mn-cs"/>
              </a:rPr>
              <a:t>Network Layer</a:t>
            </a:r>
            <a:endParaRPr lang="en-US" sz="2800" dirty="0">
              <a:solidFill>
                <a:srgbClr val="C00000"/>
              </a:solidFill>
              <a:latin typeface="Castellar" pitchFamily="18" charset="0"/>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Text Box 4">
            <a:extLst>
              <a:ext uri="{FF2B5EF4-FFF2-40B4-BE49-F238E27FC236}">
                <a16:creationId xmlns:a16="http://schemas.microsoft.com/office/drawing/2014/main" id="{CFE7D1EB-E693-4311-965C-8E38125445AE}"/>
              </a:ext>
            </a:extLst>
          </p:cNvPr>
          <p:cNvSpPr txBox="1">
            <a:spLocks noChangeArrowheads="1"/>
          </p:cNvSpPr>
          <p:nvPr/>
        </p:nvSpPr>
        <p:spPr bwMode="auto">
          <a:xfrm>
            <a:off x="239713" y="685800"/>
            <a:ext cx="2306637" cy="523875"/>
          </a:xfrm>
          <a:prstGeom prst="rect">
            <a:avLst/>
          </a:prstGeom>
          <a:noFill/>
          <a:ln w="9525">
            <a:noFill/>
            <a:miter lim="800000"/>
            <a:headEnd/>
            <a:tailEnd/>
          </a:ln>
        </p:spPr>
        <p:txBody>
          <a:bodyPr wrap="none">
            <a:spAutoFit/>
          </a:bodyPr>
          <a:lstStyle/>
          <a:p>
            <a:pPr algn="ctr" eaLnBrk="1" fontAlgn="auto" hangingPunct="1">
              <a:spcBef>
                <a:spcPts val="0"/>
              </a:spcBef>
              <a:spcAft>
                <a:spcPts val="0"/>
              </a:spcAft>
              <a:defRPr/>
            </a:pPr>
            <a:r>
              <a:rPr lang="en-US" sz="2800" b="1" dirty="0">
                <a:solidFill>
                  <a:srgbClr val="C00000"/>
                </a:solidFill>
                <a:latin typeface="Calibri"/>
                <a:cs typeface="+mn-cs"/>
              </a:rPr>
              <a:t>Network layer</a:t>
            </a:r>
          </a:p>
        </p:txBody>
      </p:sp>
      <p:pic>
        <p:nvPicPr>
          <p:cNvPr id="117763" name="Picture 6">
            <a:extLst>
              <a:ext uri="{FF2B5EF4-FFF2-40B4-BE49-F238E27FC236}">
                <a16:creationId xmlns:a16="http://schemas.microsoft.com/office/drawing/2014/main" id="{575EB13D-76BE-4257-8087-8462BA5A8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13" y="1963738"/>
            <a:ext cx="8675687" cy="291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2">
            <a:extLst>
              <a:ext uri="{FF2B5EF4-FFF2-40B4-BE49-F238E27FC236}">
                <a16:creationId xmlns:a16="http://schemas.microsoft.com/office/drawing/2014/main" id="{13CFE222-417C-4D25-A594-5E368592AF2B}"/>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2" name="Title 1">
            <a:extLst>
              <a:ext uri="{FF2B5EF4-FFF2-40B4-BE49-F238E27FC236}">
                <a16:creationId xmlns:a16="http://schemas.microsoft.com/office/drawing/2014/main" id="{192AE33C-FB04-4512-8982-2348F353961E}"/>
              </a:ext>
            </a:extLst>
          </p:cNvPr>
          <p:cNvSpPr>
            <a:spLocks noGrp="1"/>
          </p:cNvSpPr>
          <p:nvPr>
            <p:ph type="title" idx="4294967295"/>
          </p:nvPr>
        </p:nvSpPr>
        <p:spPr>
          <a:xfrm>
            <a:off x="914400" y="838200"/>
            <a:ext cx="8229600" cy="792163"/>
          </a:xfrm>
        </p:spPr>
        <p:txBody>
          <a:bodyPr>
            <a:normAutofit fontScale="90000"/>
          </a:bodyPr>
          <a:lstStyle/>
          <a:p>
            <a:pPr>
              <a:defRPr/>
            </a:pPr>
            <a:r>
              <a:rPr lang="en-US" sz="3200" dirty="0">
                <a:solidFill>
                  <a:srgbClr val="C00000"/>
                </a:solidFill>
                <a:latin typeface="Castellar" pitchFamily="18" charset="0"/>
              </a:rPr>
              <a:t>Source-to-destination delivery </a:t>
            </a:r>
            <a:br>
              <a:rPr lang="en-US" sz="3200" dirty="0">
                <a:solidFill>
                  <a:srgbClr val="C00000"/>
                </a:solidFill>
                <a:latin typeface="Castellar" pitchFamily="18" charset="0"/>
              </a:rPr>
            </a:br>
            <a:br>
              <a:rPr lang="en-US" dirty="0"/>
            </a:br>
            <a:endParaRPr lang="en-US" dirty="0"/>
          </a:p>
        </p:txBody>
      </p:sp>
      <p:pic>
        <p:nvPicPr>
          <p:cNvPr id="119812" name="Picture 6">
            <a:extLst>
              <a:ext uri="{FF2B5EF4-FFF2-40B4-BE49-F238E27FC236}">
                <a16:creationId xmlns:a16="http://schemas.microsoft.com/office/drawing/2014/main" id="{274E7C44-370C-4EB3-9DC4-B86D305F3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3716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858" name="Group 11">
            <a:extLst>
              <a:ext uri="{FF2B5EF4-FFF2-40B4-BE49-F238E27FC236}">
                <a16:creationId xmlns:a16="http://schemas.microsoft.com/office/drawing/2014/main" id="{4BB3B5CA-D010-466A-B6D9-0A7B3747E3C4}"/>
              </a:ext>
            </a:extLst>
          </p:cNvPr>
          <p:cNvGrpSpPr>
            <a:grpSpLocks/>
          </p:cNvGrpSpPr>
          <p:nvPr/>
        </p:nvGrpSpPr>
        <p:grpSpPr bwMode="auto">
          <a:xfrm>
            <a:off x="304800" y="1143000"/>
            <a:ext cx="1752600" cy="5159375"/>
            <a:chOff x="228600" y="685800"/>
            <a:chExt cx="1752600" cy="5159375"/>
          </a:xfrm>
        </p:grpSpPr>
        <p:sp>
          <p:nvSpPr>
            <p:cNvPr id="16386" name="Text Box 2">
              <a:extLst>
                <a:ext uri="{FF2B5EF4-FFF2-40B4-BE49-F238E27FC236}">
                  <a16:creationId xmlns:a16="http://schemas.microsoft.com/office/drawing/2014/main" id="{B414DC3D-37E0-4FC4-B803-040CC45E9061}"/>
                </a:ext>
              </a:extLst>
            </p:cNvPr>
            <p:cNvSpPr txBox="1">
              <a:spLocks noChangeArrowheads="1"/>
            </p:cNvSpPr>
            <p:nvPr/>
          </p:nvSpPr>
          <p:spPr bwMode="auto">
            <a:xfrm>
              <a:off x="228600" y="685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7  Application</a:t>
              </a:r>
            </a:p>
          </p:txBody>
        </p:sp>
        <p:sp>
          <p:nvSpPr>
            <p:cNvPr id="16387" name="Text Box 3">
              <a:extLst>
                <a:ext uri="{FF2B5EF4-FFF2-40B4-BE49-F238E27FC236}">
                  <a16:creationId xmlns:a16="http://schemas.microsoft.com/office/drawing/2014/main" id="{F0471E11-708B-4637-8D21-92456104575D}"/>
                </a:ext>
              </a:extLst>
            </p:cNvPr>
            <p:cNvSpPr txBox="1">
              <a:spLocks noChangeArrowheads="1"/>
            </p:cNvSpPr>
            <p:nvPr/>
          </p:nvSpPr>
          <p:spPr bwMode="auto">
            <a:xfrm>
              <a:off x="228600" y="1447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6  Presentation</a:t>
              </a:r>
            </a:p>
          </p:txBody>
        </p:sp>
        <p:sp>
          <p:nvSpPr>
            <p:cNvPr id="16388" name="Text Box 4">
              <a:extLst>
                <a:ext uri="{FF2B5EF4-FFF2-40B4-BE49-F238E27FC236}">
                  <a16:creationId xmlns:a16="http://schemas.microsoft.com/office/drawing/2014/main" id="{85026383-139D-4F30-A954-C93C739EEFAB}"/>
                </a:ext>
              </a:extLst>
            </p:cNvPr>
            <p:cNvSpPr txBox="1">
              <a:spLocks noChangeArrowheads="1"/>
            </p:cNvSpPr>
            <p:nvPr/>
          </p:nvSpPr>
          <p:spPr bwMode="auto">
            <a:xfrm>
              <a:off x="228600" y="2209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5  Session</a:t>
              </a:r>
            </a:p>
          </p:txBody>
        </p:sp>
        <p:sp>
          <p:nvSpPr>
            <p:cNvPr id="16389" name="Text Box 5">
              <a:extLst>
                <a:ext uri="{FF2B5EF4-FFF2-40B4-BE49-F238E27FC236}">
                  <a16:creationId xmlns:a16="http://schemas.microsoft.com/office/drawing/2014/main" id="{C986AE38-4CE7-44B9-97FC-87E6042340C5}"/>
                </a:ext>
              </a:extLst>
            </p:cNvPr>
            <p:cNvSpPr txBox="1">
              <a:spLocks noChangeArrowheads="1"/>
            </p:cNvSpPr>
            <p:nvPr/>
          </p:nvSpPr>
          <p:spPr bwMode="auto">
            <a:xfrm>
              <a:off x="228600" y="2971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4  Transport</a:t>
              </a:r>
            </a:p>
          </p:txBody>
        </p:sp>
        <p:sp>
          <p:nvSpPr>
            <p:cNvPr id="16390" name="Text Box 6">
              <a:extLst>
                <a:ext uri="{FF2B5EF4-FFF2-40B4-BE49-F238E27FC236}">
                  <a16:creationId xmlns:a16="http://schemas.microsoft.com/office/drawing/2014/main" id="{7E66B899-1912-4336-84D5-37B6CAC5895D}"/>
                </a:ext>
              </a:extLst>
            </p:cNvPr>
            <p:cNvSpPr txBox="1">
              <a:spLocks noChangeArrowheads="1"/>
            </p:cNvSpPr>
            <p:nvPr/>
          </p:nvSpPr>
          <p:spPr bwMode="auto">
            <a:xfrm>
              <a:off x="228600" y="5257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1  Physical</a:t>
              </a:r>
            </a:p>
          </p:txBody>
        </p:sp>
        <p:sp>
          <p:nvSpPr>
            <p:cNvPr id="16391" name="Text Box 7">
              <a:extLst>
                <a:ext uri="{FF2B5EF4-FFF2-40B4-BE49-F238E27FC236}">
                  <a16:creationId xmlns:a16="http://schemas.microsoft.com/office/drawing/2014/main" id="{B3C6F12D-24A5-47D0-91EE-758C39B8F992}"/>
                </a:ext>
              </a:extLst>
            </p:cNvPr>
            <p:cNvSpPr txBox="1">
              <a:spLocks noChangeArrowheads="1"/>
            </p:cNvSpPr>
            <p:nvPr/>
          </p:nvSpPr>
          <p:spPr bwMode="auto">
            <a:xfrm>
              <a:off x="228600" y="4495800"/>
              <a:ext cx="1752600" cy="587375"/>
            </a:xfrm>
            <a:prstGeom prst="rect">
              <a:avLst/>
            </a:prstGeom>
            <a:solidFill>
              <a:srgbClr val="FFFF99"/>
            </a:solidFill>
            <a:ln w="9525">
              <a:solidFill>
                <a:srgbClr val="FF9900"/>
              </a:solidFill>
              <a:miter lim="800000"/>
              <a:headEnd/>
              <a:tailEnd/>
            </a:ln>
            <a:effectLst/>
          </p:spPr>
          <p:txBody>
            <a:bodyPr tIns="137160" bIns="137160">
              <a:spAutoFit/>
            </a:bodyPr>
            <a:lstStyle/>
            <a:p>
              <a:pPr eaLnBrk="1" fontAlgn="auto" hangingPunct="1">
                <a:spcBef>
                  <a:spcPts val="0"/>
                </a:spcBef>
                <a:spcAft>
                  <a:spcPts val="0"/>
                </a:spcAft>
                <a:defRPr/>
              </a:pPr>
              <a:r>
                <a:rPr lang="en-US" sz="2000" b="1">
                  <a:solidFill>
                    <a:prstClr val="black"/>
                  </a:solidFill>
                  <a:latin typeface="Calibri"/>
                  <a:cs typeface="+mn-cs"/>
                </a:rPr>
                <a:t>2  Data Link</a:t>
              </a:r>
            </a:p>
          </p:txBody>
        </p:sp>
        <p:sp>
          <p:nvSpPr>
            <p:cNvPr id="16392" name="Text Box 8">
              <a:extLst>
                <a:ext uri="{FF2B5EF4-FFF2-40B4-BE49-F238E27FC236}">
                  <a16:creationId xmlns:a16="http://schemas.microsoft.com/office/drawing/2014/main" id="{9ED01A80-7907-4215-BB7D-FAF5CA9FAA67}"/>
                </a:ext>
              </a:extLst>
            </p:cNvPr>
            <p:cNvSpPr txBox="1">
              <a:spLocks noChangeArrowheads="1"/>
            </p:cNvSpPr>
            <p:nvPr/>
          </p:nvSpPr>
          <p:spPr bwMode="auto">
            <a:xfrm>
              <a:off x="228600" y="3733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3  Network</a:t>
              </a:r>
            </a:p>
          </p:txBody>
        </p:sp>
      </p:grpSp>
      <p:sp>
        <p:nvSpPr>
          <p:cNvPr id="16394" name="Text Box 10">
            <a:extLst>
              <a:ext uri="{FF2B5EF4-FFF2-40B4-BE49-F238E27FC236}">
                <a16:creationId xmlns:a16="http://schemas.microsoft.com/office/drawing/2014/main" id="{88129ABF-FD63-444C-A8E5-4846BE2398E2}"/>
              </a:ext>
            </a:extLst>
          </p:cNvPr>
          <p:cNvSpPr txBox="1">
            <a:spLocks noChangeArrowheads="1"/>
          </p:cNvSpPr>
          <p:nvPr/>
        </p:nvSpPr>
        <p:spPr bwMode="auto">
          <a:xfrm>
            <a:off x="2133600" y="1436688"/>
            <a:ext cx="6858000" cy="5262562"/>
          </a:xfrm>
          <a:prstGeom prst="rect">
            <a:avLst/>
          </a:prstGeom>
          <a:noFill/>
          <a:ln w="9525">
            <a:noFill/>
            <a:miter lim="800000"/>
            <a:headEnd/>
            <a:tailEnd/>
          </a:ln>
          <a:effectLst/>
        </p:spPr>
        <p:txBody>
          <a:bodyPr>
            <a:spAutoFit/>
          </a:bodyPr>
          <a:lstStyle/>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Data link layer attempts to provide </a:t>
            </a:r>
            <a:r>
              <a:rPr lang="en-US" sz="2000" b="1" dirty="0">
                <a:solidFill>
                  <a:srgbClr val="0070C0"/>
                </a:solidFill>
                <a:latin typeface="Goudy Old Style" pitchFamily="18" charset="0"/>
                <a:cs typeface="+mn-cs"/>
              </a:rPr>
              <a:t>reliable communication over the physical layer interface</a:t>
            </a:r>
            <a:r>
              <a:rPr lang="en-US" sz="2000" dirty="0">
                <a:solidFill>
                  <a:prstClr val="black"/>
                </a:solidFill>
                <a:latin typeface="Goudy Old Style" pitchFamily="18" charset="0"/>
                <a:cs typeface="+mn-cs"/>
              </a:rPr>
              <a:t>. </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b="1" dirty="0">
                <a:solidFill>
                  <a:srgbClr val="0070C0"/>
                </a:solidFill>
                <a:latin typeface="Goudy Old Style" pitchFamily="18" charset="0"/>
                <a:cs typeface="+mn-cs"/>
              </a:rPr>
              <a:t>Breaks</a:t>
            </a:r>
            <a:r>
              <a:rPr lang="en-US" sz="2000" dirty="0">
                <a:solidFill>
                  <a:prstClr val="black"/>
                </a:solidFill>
                <a:latin typeface="Goudy Old Style" pitchFamily="18" charset="0"/>
                <a:cs typeface="+mn-cs"/>
              </a:rPr>
              <a:t> the outgoing data into frames and </a:t>
            </a:r>
            <a:r>
              <a:rPr lang="en-US" sz="2000" b="1" dirty="0">
                <a:solidFill>
                  <a:srgbClr val="0070C0"/>
                </a:solidFill>
                <a:latin typeface="Goudy Old Style" pitchFamily="18" charset="0"/>
                <a:cs typeface="+mn-cs"/>
              </a:rPr>
              <a:t>reassemble</a:t>
            </a:r>
            <a:r>
              <a:rPr lang="en-US" sz="2000" dirty="0">
                <a:solidFill>
                  <a:prstClr val="black"/>
                </a:solidFill>
                <a:latin typeface="Goudy Old Style" pitchFamily="18" charset="0"/>
                <a:cs typeface="+mn-cs"/>
              </a:rPr>
              <a:t> the received frames.</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Create and </a:t>
            </a:r>
            <a:r>
              <a:rPr lang="en-US" sz="2000" b="1" dirty="0">
                <a:solidFill>
                  <a:srgbClr val="0070C0"/>
                </a:solidFill>
                <a:latin typeface="Goudy Old Style" pitchFamily="18" charset="0"/>
                <a:cs typeface="+mn-cs"/>
              </a:rPr>
              <a:t>detect frame boundaries</a:t>
            </a:r>
            <a:r>
              <a:rPr lang="en-US" sz="2000" dirty="0">
                <a:solidFill>
                  <a:prstClr val="black"/>
                </a:solidFill>
                <a:latin typeface="Goudy Old Style" pitchFamily="18" charset="0"/>
                <a:cs typeface="+mn-cs"/>
              </a:rPr>
              <a:t>.</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b="1" dirty="0">
                <a:solidFill>
                  <a:srgbClr val="0070C0"/>
                </a:solidFill>
                <a:latin typeface="Goudy Old Style" pitchFamily="18" charset="0"/>
                <a:cs typeface="+mn-cs"/>
              </a:rPr>
              <a:t>Handle errors </a:t>
            </a:r>
            <a:r>
              <a:rPr lang="en-US" sz="2000" dirty="0">
                <a:solidFill>
                  <a:prstClr val="black"/>
                </a:solidFill>
                <a:latin typeface="Goudy Old Style" pitchFamily="18" charset="0"/>
                <a:cs typeface="+mn-cs"/>
              </a:rPr>
              <a:t>by implementing an acknowledgement and retransmission scheme.</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Implement </a:t>
            </a:r>
            <a:r>
              <a:rPr lang="en-US" sz="2000" b="1" dirty="0">
                <a:solidFill>
                  <a:srgbClr val="0070C0"/>
                </a:solidFill>
                <a:latin typeface="Goudy Old Style" pitchFamily="18" charset="0"/>
                <a:cs typeface="+mn-cs"/>
              </a:rPr>
              <a:t>flow control</a:t>
            </a:r>
            <a:r>
              <a:rPr lang="en-US" sz="2000" dirty="0">
                <a:solidFill>
                  <a:prstClr val="black"/>
                </a:solidFill>
                <a:latin typeface="Goudy Old Style" pitchFamily="18" charset="0"/>
                <a:cs typeface="+mn-cs"/>
              </a:rPr>
              <a:t>.</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Add Physical address (MAC)</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Supports </a:t>
            </a:r>
            <a:r>
              <a:rPr lang="en-US" sz="2000" b="1" dirty="0">
                <a:solidFill>
                  <a:srgbClr val="0070C0"/>
                </a:solidFill>
                <a:latin typeface="Goudy Old Style" pitchFamily="18" charset="0"/>
                <a:cs typeface="+mn-cs"/>
              </a:rPr>
              <a:t>points-to-point</a:t>
            </a:r>
            <a:r>
              <a:rPr lang="en-US" sz="2000" dirty="0">
                <a:solidFill>
                  <a:prstClr val="black"/>
                </a:solidFill>
                <a:latin typeface="Goudy Old Style" pitchFamily="18" charset="0"/>
                <a:cs typeface="+mn-cs"/>
              </a:rPr>
              <a:t> as well as </a:t>
            </a:r>
            <a:r>
              <a:rPr lang="en-US" sz="2000" b="1" dirty="0">
                <a:solidFill>
                  <a:srgbClr val="0070C0"/>
                </a:solidFill>
                <a:latin typeface="Goudy Old Style" pitchFamily="18" charset="0"/>
                <a:cs typeface="+mn-cs"/>
              </a:rPr>
              <a:t>broadcast</a:t>
            </a:r>
            <a:r>
              <a:rPr lang="en-US" sz="2000" dirty="0">
                <a:solidFill>
                  <a:prstClr val="black"/>
                </a:solidFill>
                <a:latin typeface="Goudy Old Style" pitchFamily="18" charset="0"/>
                <a:cs typeface="+mn-cs"/>
              </a:rPr>
              <a:t> communication.</a:t>
            </a:r>
          </a:p>
          <a:p>
            <a:pPr marL="392113" indent="-293688" algn="just" defTabSz="414338" eaLnBrk="1" fontAlgn="auto" hangingPunct="1">
              <a:lnSpc>
                <a:spcPct val="80000"/>
              </a:lnSpc>
              <a:spcBef>
                <a:spcPts val="0"/>
              </a:spcBef>
              <a:spcAft>
                <a:spcPts val="0"/>
              </a:spcAft>
              <a:buClr>
                <a:srgbClr val="CC0000"/>
              </a:buClr>
              <a:buFont typeface="Arial" pitchFamily="34" charset="0"/>
              <a:buChar char="•"/>
              <a:defRPr/>
            </a:pPr>
            <a:r>
              <a:rPr lang="en-US" sz="2000" dirty="0">
                <a:solidFill>
                  <a:prstClr val="black"/>
                </a:solidFill>
                <a:latin typeface="Goudy Old Style" pitchFamily="18" charset="0"/>
                <a:cs typeface="+mn-cs"/>
              </a:rPr>
              <a:t>Supports </a:t>
            </a:r>
            <a:r>
              <a:rPr lang="en-US" sz="2000" b="1" dirty="0">
                <a:solidFill>
                  <a:srgbClr val="0070C0"/>
                </a:solidFill>
                <a:latin typeface="Goudy Old Style" pitchFamily="18" charset="0"/>
                <a:cs typeface="+mn-cs"/>
              </a:rPr>
              <a:t>simplex, half-duplex </a:t>
            </a:r>
            <a:r>
              <a:rPr lang="en-US" sz="2000" dirty="0">
                <a:solidFill>
                  <a:prstClr val="black"/>
                </a:solidFill>
                <a:latin typeface="Goudy Old Style" pitchFamily="18" charset="0"/>
                <a:cs typeface="+mn-cs"/>
              </a:rPr>
              <a:t>or</a:t>
            </a:r>
            <a:r>
              <a:rPr lang="en-US" sz="2000" b="1" dirty="0">
                <a:solidFill>
                  <a:srgbClr val="0070C0"/>
                </a:solidFill>
                <a:latin typeface="Goudy Old Style" pitchFamily="18" charset="0"/>
                <a:cs typeface="+mn-cs"/>
              </a:rPr>
              <a:t> full-duplex </a:t>
            </a:r>
            <a:r>
              <a:rPr lang="en-US" sz="2000" dirty="0">
                <a:solidFill>
                  <a:prstClr val="black"/>
                </a:solidFill>
                <a:latin typeface="Goudy Old Style" pitchFamily="18" charset="0"/>
                <a:cs typeface="+mn-cs"/>
              </a:rPr>
              <a:t>communication.</a:t>
            </a:r>
            <a:endParaRPr lang="en-US" sz="2000" dirty="0">
              <a:solidFill>
                <a:prstClr val="black"/>
              </a:solidFill>
              <a:latin typeface="Arial" charset="0"/>
              <a:cs typeface="+mn-cs"/>
            </a:endParaRPr>
          </a:p>
          <a:p>
            <a:pPr eaLnBrk="1" fontAlgn="auto" hangingPunct="1">
              <a:spcBef>
                <a:spcPts val="0"/>
              </a:spcBef>
              <a:spcAft>
                <a:spcPts val="0"/>
              </a:spcAft>
              <a:defRPr/>
            </a:pPr>
            <a:r>
              <a:rPr lang="en-US" sz="2000" b="1" dirty="0">
                <a:solidFill>
                  <a:srgbClr val="0070C0"/>
                </a:solidFill>
                <a:latin typeface="Goudy Old Style" pitchFamily="18" charset="0"/>
                <a:cs typeface="+mn-cs"/>
              </a:rPr>
              <a:t>Data link layer is responsible for,</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Framing methods</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Error detection and correction methods</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Flow control</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Frame format</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Access control</a:t>
            </a:r>
          </a:p>
          <a:p>
            <a:pPr lvl="1" eaLnBrk="1" fontAlgn="auto" hangingPunct="1">
              <a:spcBef>
                <a:spcPts val="0"/>
              </a:spcBef>
              <a:spcAft>
                <a:spcPts val="0"/>
              </a:spcAft>
              <a:buFontTx/>
              <a:buChar char="•"/>
              <a:defRPr/>
            </a:pPr>
            <a:r>
              <a:rPr lang="en-US" sz="2000" dirty="0">
                <a:solidFill>
                  <a:prstClr val="black"/>
                </a:solidFill>
                <a:latin typeface="Goudy Old Style" pitchFamily="18" charset="0"/>
                <a:cs typeface="+mn-cs"/>
              </a:rPr>
              <a:t> IEEE LAN standards</a:t>
            </a:r>
          </a:p>
          <a:p>
            <a:pPr lvl="1" eaLnBrk="1" fontAlgn="auto" hangingPunct="1">
              <a:spcBef>
                <a:spcPts val="0"/>
              </a:spcBef>
              <a:spcAft>
                <a:spcPts val="0"/>
              </a:spcAft>
              <a:buFontTx/>
              <a:buChar char="•"/>
              <a:defRPr/>
            </a:pPr>
            <a:r>
              <a:rPr lang="en-US" sz="2000" b="1" i="1" dirty="0">
                <a:solidFill>
                  <a:srgbClr val="FF0000"/>
                </a:solidFill>
                <a:latin typeface="Goudy Old Style" pitchFamily="18" charset="0"/>
                <a:cs typeface="+mn-cs"/>
              </a:rPr>
              <a:t> </a:t>
            </a:r>
            <a:r>
              <a:rPr lang="en-US" sz="2000" b="1" dirty="0">
                <a:solidFill>
                  <a:srgbClr val="FF0000"/>
                </a:solidFill>
                <a:latin typeface="Goudy Old Style" pitchFamily="18" charset="0"/>
                <a:cs typeface="+mn-cs"/>
              </a:rPr>
              <a:t>Network devices: </a:t>
            </a:r>
            <a:r>
              <a:rPr lang="en-US" sz="2000" b="1" dirty="0" err="1">
                <a:solidFill>
                  <a:srgbClr val="FF0000"/>
                </a:solidFill>
                <a:latin typeface="Goudy Old Style" pitchFamily="18" charset="0"/>
                <a:cs typeface="+mn-cs"/>
              </a:rPr>
              <a:t>Bridges,Switches</a:t>
            </a:r>
            <a:r>
              <a:rPr lang="en-US" sz="2000" b="1" dirty="0">
                <a:solidFill>
                  <a:srgbClr val="FF0000"/>
                </a:solidFill>
                <a:latin typeface="Goudy Old Style" pitchFamily="18" charset="0"/>
                <a:cs typeface="+mn-cs"/>
              </a:rPr>
              <a:t> (multi-port bridges</a:t>
            </a:r>
            <a:r>
              <a:rPr lang="en-US" sz="2000" b="1" i="1" dirty="0">
                <a:solidFill>
                  <a:srgbClr val="FF0000"/>
                </a:solidFill>
                <a:latin typeface="Goudy Old Style" pitchFamily="18" charset="0"/>
                <a:cs typeface="+mn-cs"/>
              </a:rPr>
              <a:t>)</a:t>
            </a:r>
          </a:p>
        </p:txBody>
      </p:sp>
      <p:sp>
        <p:nvSpPr>
          <p:cNvPr id="14" name="Rectangle 13">
            <a:extLst>
              <a:ext uri="{FF2B5EF4-FFF2-40B4-BE49-F238E27FC236}">
                <a16:creationId xmlns:a16="http://schemas.microsoft.com/office/drawing/2014/main" id="{E893883F-9FB2-4735-8A7B-7CD09687DEEE}"/>
              </a:ext>
            </a:extLst>
          </p:cNvPr>
          <p:cNvSpPr/>
          <p:nvPr/>
        </p:nvSpPr>
        <p:spPr>
          <a:xfrm>
            <a:off x="2667000" y="457200"/>
            <a:ext cx="3781425" cy="523875"/>
          </a:xfrm>
          <a:prstGeom prst="rect">
            <a:avLst/>
          </a:prstGeom>
        </p:spPr>
        <p:txBody>
          <a:bodyPr wrap="none">
            <a:spAutoFit/>
          </a:bodyPr>
          <a:lstStyle/>
          <a:p>
            <a:pPr eaLnBrk="1" fontAlgn="auto" hangingPunct="1">
              <a:spcBef>
                <a:spcPts val="0"/>
              </a:spcBef>
              <a:spcAft>
                <a:spcPts val="0"/>
              </a:spcAft>
              <a:defRPr/>
            </a:pPr>
            <a:r>
              <a:rPr lang="en-US" sz="2800" b="1" dirty="0">
                <a:solidFill>
                  <a:srgbClr val="C00000"/>
                </a:solidFill>
                <a:latin typeface="Castellar" pitchFamily="18" charset="0"/>
                <a:cs typeface="+mn-cs"/>
              </a:rPr>
              <a:t>Data Link Layer</a:t>
            </a:r>
            <a:endParaRPr lang="en-US" sz="2800" dirty="0">
              <a:solidFill>
                <a:srgbClr val="C00000"/>
              </a:solidFill>
              <a:latin typeface="Castellar" pitchFamily="18" charset="0"/>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Content Placeholder 2">
            <a:extLst>
              <a:ext uri="{FF2B5EF4-FFF2-40B4-BE49-F238E27FC236}">
                <a16:creationId xmlns:a16="http://schemas.microsoft.com/office/drawing/2014/main" id="{0FE9B123-C3EA-4088-8DFE-877756F9F679}"/>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2" name="Title 1">
            <a:extLst>
              <a:ext uri="{FF2B5EF4-FFF2-40B4-BE49-F238E27FC236}">
                <a16:creationId xmlns:a16="http://schemas.microsoft.com/office/drawing/2014/main" id="{AB7182AC-82D1-47CF-9E17-C42614872091}"/>
              </a:ext>
            </a:extLst>
          </p:cNvPr>
          <p:cNvSpPr>
            <a:spLocks noGrp="1"/>
          </p:cNvSpPr>
          <p:nvPr>
            <p:ph type="title" idx="4294967295"/>
          </p:nvPr>
        </p:nvSpPr>
        <p:spPr>
          <a:xfrm>
            <a:off x="0" y="533400"/>
            <a:ext cx="8229600" cy="792163"/>
          </a:xfrm>
        </p:spPr>
        <p:txBody>
          <a:bodyPr>
            <a:normAutofit fontScale="90000"/>
          </a:bodyPr>
          <a:lstStyle/>
          <a:p>
            <a:pPr>
              <a:defRPr/>
            </a:pPr>
            <a:r>
              <a:rPr lang="en-US" sz="3200" dirty="0">
                <a:solidFill>
                  <a:srgbClr val="C00000"/>
                </a:solidFill>
                <a:latin typeface="Castellar" pitchFamily="18" charset="0"/>
              </a:rPr>
              <a:t>Data Link Layer</a:t>
            </a:r>
            <a:br>
              <a:rPr lang="en-US" sz="3200" dirty="0">
                <a:solidFill>
                  <a:srgbClr val="C00000"/>
                </a:solidFill>
                <a:latin typeface="Castellar" pitchFamily="18" charset="0"/>
              </a:rPr>
            </a:br>
            <a:br>
              <a:rPr lang="en-US" dirty="0"/>
            </a:br>
            <a:endParaRPr lang="en-US" dirty="0"/>
          </a:p>
        </p:txBody>
      </p:sp>
      <p:pic>
        <p:nvPicPr>
          <p:cNvPr id="123908" name="Picture 6">
            <a:extLst>
              <a:ext uri="{FF2B5EF4-FFF2-40B4-BE49-F238E27FC236}">
                <a16:creationId xmlns:a16="http://schemas.microsoft.com/office/drawing/2014/main" id="{20C8EBC8-FF80-40B5-8604-C5B17F5556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2057400"/>
            <a:ext cx="8418512"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8F3331A7-CFF7-4DEC-9589-E1FB40DBB389}"/>
              </a:ext>
            </a:extLst>
          </p:cNvPr>
          <p:cNvSpPr>
            <a:spLocks noChangeArrowheads="1"/>
          </p:cNvSpPr>
          <p:nvPr/>
        </p:nvSpPr>
        <p:spPr bwMode="auto">
          <a:xfrm>
            <a:off x="533400" y="5410200"/>
            <a:ext cx="8077200" cy="830263"/>
          </a:xfrm>
          <a:prstGeom prst="rect">
            <a:avLst/>
          </a:prstGeom>
          <a:solidFill>
            <a:srgbClr val="99FF33"/>
          </a:solidFill>
          <a:ln w="76200" algn="ctr">
            <a:noFill/>
            <a:miter lim="800000"/>
            <a:headEnd/>
            <a:tailEnd/>
          </a:ln>
        </p:spPr>
        <p:txBody>
          <a:bodyPr>
            <a:spAutoFit/>
          </a:bodyPr>
          <a:lstStyle/>
          <a:p>
            <a:pPr algn="ctr" eaLnBrk="1" fontAlgn="auto" hangingPunct="1">
              <a:spcBef>
                <a:spcPts val="0"/>
              </a:spcBef>
              <a:spcAft>
                <a:spcPts val="0"/>
              </a:spcAft>
              <a:defRPr/>
            </a:pPr>
            <a:r>
              <a:rPr lang="en-US" sz="2400" b="1" dirty="0">
                <a:solidFill>
                  <a:prstClr val="black"/>
                </a:solidFill>
                <a:latin typeface="Goudy Old Style" pitchFamily="18" charset="0"/>
                <a:cs typeface="+mn-cs"/>
              </a:rPr>
              <a:t>The data link layer is responsible for moving </a:t>
            </a:r>
            <a:br>
              <a:rPr lang="en-US" sz="2400" b="1" dirty="0">
                <a:solidFill>
                  <a:prstClr val="black"/>
                </a:solidFill>
                <a:latin typeface="Goudy Old Style" pitchFamily="18" charset="0"/>
                <a:cs typeface="+mn-cs"/>
              </a:rPr>
            </a:br>
            <a:r>
              <a:rPr lang="en-US" sz="2400" b="1" dirty="0">
                <a:solidFill>
                  <a:prstClr val="black"/>
                </a:solidFill>
                <a:latin typeface="Goudy Old Style" pitchFamily="18" charset="0"/>
                <a:cs typeface="+mn-cs"/>
              </a:rPr>
              <a:t>frames from one hop (node) to the next.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Content Placeholder 2">
            <a:extLst>
              <a:ext uri="{FF2B5EF4-FFF2-40B4-BE49-F238E27FC236}">
                <a16:creationId xmlns:a16="http://schemas.microsoft.com/office/drawing/2014/main" id="{A891397E-F56D-4B7C-9C58-92E87F948F42}"/>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2" name="Title 1">
            <a:extLst>
              <a:ext uri="{FF2B5EF4-FFF2-40B4-BE49-F238E27FC236}">
                <a16:creationId xmlns:a16="http://schemas.microsoft.com/office/drawing/2014/main" id="{C38B6410-8DA3-4E22-859F-AC9ED902D5BD}"/>
              </a:ext>
            </a:extLst>
          </p:cNvPr>
          <p:cNvSpPr>
            <a:spLocks noGrp="1"/>
          </p:cNvSpPr>
          <p:nvPr>
            <p:ph type="title" idx="4294967295"/>
          </p:nvPr>
        </p:nvSpPr>
        <p:spPr>
          <a:xfrm>
            <a:off x="0" y="609600"/>
            <a:ext cx="8229600" cy="792163"/>
          </a:xfrm>
        </p:spPr>
        <p:txBody>
          <a:bodyPr>
            <a:normAutofit fontScale="90000"/>
          </a:bodyPr>
          <a:lstStyle/>
          <a:p>
            <a:pPr>
              <a:defRPr/>
            </a:pPr>
            <a:r>
              <a:rPr lang="en-US" sz="3200" dirty="0">
                <a:solidFill>
                  <a:srgbClr val="C00000"/>
                </a:solidFill>
                <a:latin typeface="Castellar" pitchFamily="18" charset="0"/>
              </a:rPr>
              <a:t>Hop-to-hop delivery </a:t>
            </a:r>
            <a:br>
              <a:rPr lang="en-US" sz="3200" dirty="0">
                <a:solidFill>
                  <a:srgbClr val="C00000"/>
                </a:solidFill>
                <a:latin typeface="Castellar" pitchFamily="18" charset="0"/>
              </a:rPr>
            </a:br>
            <a:br>
              <a:rPr lang="en-US" dirty="0"/>
            </a:br>
            <a:endParaRPr lang="en-US" dirty="0"/>
          </a:p>
        </p:txBody>
      </p:sp>
      <p:cxnSp>
        <p:nvCxnSpPr>
          <p:cNvPr id="4" name="Straight Connector 3">
            <a:extLst>
              <a:ext uri="{FF2B5EF4-FFF2-40B4-BE49-F238E27FC236}">
                <a16:creationId xmlns:a16="http://schemas.microsoft.com/office/drawing/2014/main" id="{0A40E394-8597-4720-BEEE-F678D9293BBA}"/>
              </a:ext>
            </a:extLst>
          </p:cNvPr>
          <p:cNvCxnSpPr/>
          <p:nvPr/>
        </p:nvCxnSpPr>
        <p:spPr>
          <a:xfrm>
            <a:off x="0" y="914400"/>
            <a:ext cx="9144000" cy="1588"/>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80C9C16-FB68-4722-AA4B-4BB4E8746635}"/>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125958" name="Picture 6">
            <a:extLst>
              <a:ext uri="{FF2B5EF4-FFF2-40B4-BE49-F238E27FC236}">
                <a16:creationId xmlns:a16="http://schemas.microsoft.com/office/drawing/2014/main" id="{AB0CC15F-3F1F-417C-AC81-5B1C4C21C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219200"/>
            <a:ext cx="6216650" cy="457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002" name="Group 10">
            <a:extLst>
              <a:ext uri="{FF2B5EF4-FFF2-40B4-BE49-F238E27FC236}">
                <a16:creationId xmlns:a16="http://schemas.microsoft.com/office/drawing/2014/main" id="{966E2120-1274-4E2F-ACAF-2BC080168642}"/>
              </a:ext>
            </a:extLst>
          </p:cNvPr>
          <p:cNvGrpSpPr>
            <a:grpSpLocks/>
          </p:cNvGrpSpPr>
          <p:nvPr/>
        </p:nvGrpSpPr>
        <p:grpSpPr bwMode="auto">
          <a:xfrm>
            <a:off x="228600" y="1295400"/>
            <a:ext cx="1752600" cy="5235575"/>
            <a:chOff x="228600" y="511175"/>
            <a:chExt cx="1752600" cy="5235575"/>
          </a:xfrm>
        </p:grpSpPr>
        <p:sp>
          <p:nvSpPr>
            <p:cNvPr id="15362" name="Text Box 1026">
              <a:extLst>
                <a:ext uri="{FF2B5EF4-FFF2-40B4-BE49-F238E27FC236}">
                  <a16:creationId xmlns:a16="http://schemas.microsoft.com/office/drawing/2014/main" id="{20E96D6D-51CE-4880-89EC-C5D67C74EF28}"/>
                </a:ext>
              </a:extLst>
            </p:cNvPr>
            <p:cNvSpPr txBox="1">
              <a:spLocks noChangeArrowheads="1"/>
            </p:cNvSpPr>
            <p:nvPr/>
          </p:nvSpPr>
          <p:spPr bwMode="auto">
            <a:xfrm>
              <a:off x="228600" y="511175"/>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dirty="0">
                  <a:solidFill>
                    <a:srgbClr val="800080"/>
                  </a:solidFill>
                  <a:latin typeface="Calibri"/>
                  <a:cs typeface="+mn-cs"/>
                </a:rPr>
                <a:t>7  Application</a:t>
              </a:r>
            </a:p>
          </p:txBody>
        </p:sp>
        <p:sp>
          <p:nvSpPr>
            <p:cNvPr id="15363" name="Text Box 1027">
              <a:extLst>
                <a:ext uri="{FF2B5EF4-FFF2-40B4-BE49-F238E27FC236}">
                  <a16:creationId xmlns:a16="http://schemas.microsoft.com/office/drawing/2014/main" id="{DF8200B6-45E1-4572-AB9C-845433D0DDDB}"/>
                </a:ext>
              </a:extLst>
            </p:cNvPr>
            <p:cNvSpPr txBox="1">
              <a:spLocks noChangeArrowheads="1"/>
            </p:cNvSpPr>
            <p:nvPr/>
          </p:nvSpPr>
          <p:spPr bwMode="auto">
            <a:xfrm>
              <a:off x="228600" y="1447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6  Presentation</a:t>
              </a:r>
            </a:p>
          </p:txBody>
        </p:sp>
        <p:sp>
          <p:nvSpPr>
            <p:cNvPr id="15364" name="Text Box 1028">
              <a:extLst>
                <a:ext uri="{FF2B5EF4-FFF2-40B4-BE49-F238E27FC236}">
                  <a16:creationId xmlns:a16="http://schemas.microsoft.com/office/drawing/2014/main" id="{EEF820EA-3E24-428A-BEBB-E38AB60B664E}"/>
                </a:ext>
              </a:extLst>
            </p:cNvPr>
            <p:cNvSpPr txBox="1">
              <a:spLocks noChangeArrowheads="1"/>
            </p:cNvSpPr>
            <p:nvPr/>
          </p:nvSpPr>
          <p:spPr bwMode="auto">
            <a:xfrm>
              <a:off x="228600" y="2209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dirty="0">
                  <a:solidFill>
                    <a:srgbClr val="800080"/>
                  </a:solidFill>
                  <a:latin typeface="Calibri"/>
                  <a:cs typeface="+mn-cs"/>
                </a:rPr>
                <a:t>5  Session</a:t>
              </a:r>
            </a:p>
          </p:txBody>
        </p:sp>
        <p:sp>
          <p:nvSpPr>
            <p:cNvPr id="15365" name="Text Box 1029">
              <a:extLst>
                <a:ext uri="{FF2B5EF4-FFF2-40B4-BE49-F238E27FC236}">
                  <a16:creationId xmlns:a16="http://schemas.microsoft.com/office/drawing/2014/main" id="{9039E8D5-15EA-4334-A3C1-2D9E53F56B19}"/>
                </a:ext>
              </a:extLst>
            </p:cNvPr>
            <p:cNvSpPr txBox="1">
              <a:spLocks noChangeArrowheads="1"/>
            </p:cNvSpPr>
            <p:nvPr/>
          </p:nvSpPr>
          <p:spPr bwMode="auto">
            <a:xfrm>
              <a:off x="228600" y="2971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4  Transport</a:t>
              </a:r>
            </a:p>
          </p:txBody>
        </p:sp>
        <p:sp>
          <p:nvSpPr>
            <p:cNvPr id="15366" name="Text Box 1030">
              <a:extLst>
                <a:ext uri="{FF2B5EF4-FFF2-40B4-BE49-F238E27FC236}">
                  <a16:creationId xmlns:a16="http://schemas.microsoft.com/office/drawing/2014/main" id="{D305C8A0-A280-490D-B431-FFAF4371170F}"/>
                </a:ext>
              </a:extLst>
            </p:cNvPr>
            <p:cNvSpPr txBox="1">
              <a:spLocks noChangeArrowheads="1"/>
            </p:cNvSpPr>
            <p:nvPr/>
          </p:nvSpPr>
          <p:spPr bwMode="auto">
            <a:xfrm>
              <a:off x="228600" y="5159375"/>
              <a:ext cx="1752600" cy="587375"/>
            </a:xfrm>
            <a:prstGeom prst="rect">
              <a:avLst/>
            </a:prstGeom>
            <a:solidFill>
              <a:srgbClr val="FFFF99"/>
            </a:solidFill>
            <a:ln w="9525">
              <a:solidFill>
                <a:srgbClr val="FF9900"/>
              </a:solidFill>
              <a:miter lim="800000"/>
              <a:headEnd/>
              <a:tailEnd/>
            </a:ln>
            <a:effectLst/>
          </p:spPr>
          <p:txBody>
            <a:bodyPr tIns="137160" bIns="137160">
              <a:spAutoFit/>
            </a:bodyPr>
            <a:lstStyle/>
            <a:p>
              <a:pPr eaLnBrk="1" fontAlgn="auto" hangingPunct="1">
                <a:spcBef>
                  <a:spcPts val="0"/>
                </a:spcBef>
                <a:spcAft>
                  <a:spcPts val="0"/>
                </a:spcAft>
                <a:defRPr/>
              </a:pPr>
              <a:r>
                <a:rPr lang="en-US" sz="2000" b="1" dirty="0">
                  <a:solidFill>
                    <a:prstClr val="black"/>
                  </a:solidFill>
                  <a:latin typeface="Calibri"/>
                  <a:cs typeface="+mn-cs"/>
                </a:rPr>
                <a:t>1  Physical</a:t>
              </a:r>
            </a:p>
          </p:txBody>
        </p:sp>
        <p:sp>
          <p:nvSpPr>
            <p:cNvPr id="15367" name="Text Box 1031">
              <a:extLst>
                <a:ext uri="{FF2B5EF4-FFF2-40B4-BE49-F238E27FC236}">
                  <a16:creationId xmlns:a16="http://schemas.microsoft.com/office/drawing/2014/main" id="{06893811-83FC-41B2-9580-E6D1DEAEC28D}"/>
                </a:ext>
              </a:extLst>
            </p:cNvPr>
            <p:cNvSpPr txBox="1">
              <a:spLocks noChangeArrowheads="1"/>
            </p:cNvSpPr>
            <p:nvPr/>
          </p:nvSpPr>
          <p:spPr bwMode="auto">
            <a:xfrm>
              <a:off x="228600" y="4495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a:solidFill>
                    <a:srgbClr val="800080"/>
                  </a:solidFill>
                  <a:latin typeface="Calibri"/>
                  <a:cs typeface="+mn-cs"/>
                </a:rPr>
                <a:t>2  Data Link</a:t>
              </a:r>
            </a:p>
          </p:txBody>
        </p:sp>
        <p:sp>
          <p:nvSpPr>
            <p:cNvPr id="15368" name="Text Box 1032">
              <a:extLst>
                <a:ext uri="{FF2B5EF4-FFF2-40B4-BE49-F238E27FC236}">
                  <a16:creationId xmlns:a16="http://schemas.microsoft.com/office/drawing/2014/main" id="{A25C0000-520F-4C91-A8B4-55F44383631B}"/>
                </a:ext>
              </a:extLst>
            </p:cNvPr>
            <p:cNvSpPr txBox="1">
              <a:spLocks noChangeArrowheads="1"/>
            </p:cNvSpPr>
            <p:nvPr/>
          </p:nvSpPr>
          <p:spPr bwMode="auto">
            <a:xfrm>
              <a:off x="228600" y="3733800"/>
              <a:ext cx="1752600" cy="587375"/>
            </a:xfrm>
            <a:prstGeom prst="rect">
              <a:avLst/>
            </a:prstGeom>
            <a:noFill/>
            <a:ln w="9525">
              <a:solidFill>
                <a:srgbClr val="C0C0C0"/>
              </a:solidFill>
              <a:miter lim="800000"/>
              <a:headEnd/>
              <a:tailEnd/>
            </a:ln>
            <a:effectLst/>
          </p:spPr>
          <p:txBody>
            <a:bodyPr tIns="137160" bIns="137160">
              <a:spAutoFit/>
            </a:bodyPr>
            <a:lstStyle/>
            <a:p>
              <a:pPr eaLnBrk="1" fontAlgn="auto" hangingPunct="1">
                <a:spcBef>
                  <a:spcPts val="0"/>
                </a:spcBef>
                <a:spcAft>
                  <a:spcPts val="0"/>
                </a:spcAft>
                <a:defRPr/>
              </a:pPr>
              <a:r>
                <a:rPr lang="en-US" sz="2000" dirty="0">
                  <a:solidFill>
                    <a:srgbClr val="800080"/>
                  </a:solidFill>
                  <a:latin typeface="Calibri"/>
                  <a:cs typeface="+mn-cs"/>
                </a:rPr>
                <a:t>3  Network</a:t>
              </a:r>
            </a:p>
          </p:txBody>
        </p:sp>
      </p:grpSp>
      <p:sp>
        <p:nvSpPr>
          <p:cNvPr id="15370" name="Text Box 1034">
            <a:extLst>
              <a:ext uri="{FF2B5EF4-FFF2-40B4-BE49-F238E27FC236}">
                <a16:creationId xmlns:a16="http://schemas.microsoft.com/office/drawing/2014/main" id="{71A8AC61-3C68-496C-82E0-DB3827FE7A64}"/>
              </a:ext>
            </a:extLst>
          </p:cNvPr>
          <p:cNvSpPr txBox="1">
            <a:spLocks noChangeArrowheads="1"/>
          </p:cNvSpPr>
          <p:nvPr/>
        </p:nvSpPr>
        <p:spPr bwMode="auto">
          <a:xfrm>
            <a:off x="2259013" y="949325"/>
            <a:ext cx="6858000" cy="6002338"/>
          </a:xfrm>
          <a:prstGeom prst="rect">
            <a:avLst/>
          </a:prstGeom>
          <a:noFill/>
          <a:ln w="9525">
            <a:noFill/>
            <a:miter lim="800000"/>
            <a:headEnd/>
            <a:tailEnd/>
          </a:ln>
          <a:effectLst/>
        </p:spPr>
        <p:txBody>
          <a:bodyPr>
            <a:spAutoFit/>
          </a:bodyPr>
          <a:lstStyle/>
          <a:p>
            <a:pPr marL="914400" lvl="1" indent="-457200" algn="just" eaLnBrk="1" fontAlgn="auto" hangingPunct="1">
              <a:spcBef>
                <a:spcPts val="0"/>
              </a:spcBef>
              <a:spcAft>
                <a:spcPts val="0"/>
              </a:spcAft>
              <a:buFont typeface="Arial" pitchFamily="34" charset="0"/>
              <a:buChar char="•"/>
              <a:defRPr/>
            </a:pPr>
            <a:endParaRPr lang="en-US" sz="2400" dirty="0">
              <a:solidFill>
                <a:prstClr val="black"/>
              </a:solidFill>
              <a:latin typeface="Goudy Old Style" pitchFamily="18" charset="0"/>
              <a:cs typeface="+mn-cs"/>
            </a:endParaRPr>
          </a:p>
          <a:p>
            <a:pPr marL="457200" indent="-457200" algn="just" eaLnBrk="1" fontAlgn="auto" hangingPunct="1">
              <a:spcBef>
                <a:spcPts val="0"/>
              </a:spcBef>
              <a:spcAft>
                <a:spcPts val="0"/>
              </a:spcAft>
              <a:buFont typeface="Arial" pitchFamily="34" charset="0"/>
              <a:buChar char="•"/>
              <a:defRPr/>
            </a:pPr>
            <a:r>
              <a:rPr lang="en-US" sz="2400" dirty="0">
                <a:solidFill>
                  <a:prstClr val="black"/>
                </a:solidFill>
                <a:latin typeface="Goudy Old Style" pitchFamily="18" charset="0"/>
                <a:cs typeface="+mn-cs"/>
              </a:rPr>
              <a:t>Provides </a:t>
            </a:r>
            <a:r>
              <a:rPr lang="en-US" sz="2400" b="1" dirty="0">
                <a:solidFill>
                  <a:srgbClr val="0070C0"/>
                </a:solidFill>
                <a:latin typeface="Goudy Old Style" pitchFamily="18" charset="0"/>
                <a:cs typeface="+mn-cs"/>
              </a:rPr>
              <a:t>physical interface </a:t>
            </a:r>
            <a:r>
              <a:rPr lang="en-US" sz="2400" dirty="0">
                <a:solidFill>
                  <a:prstClr val="black"/>
                </a:solidFill>
                <a:latin typeface="Goudy Old Style" pitchFamily="18" charset="0"/>
                <a:cs typeface="+mn-cs"/>
              </a:rPr>
              <a:t>for transmission of information.</a:t>
            </a:r>
          </a:p>
          <a:p>
            <a:pPr marL="457200" indent="-457200" eaLnBrk="1" fontAlgn="auto" hangingPunct="1">
              <a:spcBef>
                <a:spcPts val="0"/>
              </a:spcBef>
              <a:spcAft>
                <a:spcPts val="0"/>
              </a:spcAft>
              <a:buFont typeface="Arial" pitchFamily="34" charset="0"/>
              <a:buChar char="•"/>
              <a:defRPr/>
            </a:pPr>
            <a:r>
              <a:rPr lang="en-US" sz="2400" b="1" dirty="0">
                <a:solidFill>
                  <a:srgbClr val="0070C0"/>
                </a:solidFill>
                <a:latin typeface="Goudy Old Style" pitchFamily="18" charset="0"/>
                <a:cs typeface="+mn-cs"/>
              </a:rPr>
              <a:t>Convert the logical 1’s and 0’s coming from layer 2 into electrical signals.</a:t>
            </a:r>
          </a:p>
          <a:p>
            <a:pPr eaLnBrk="1" fontAlgn="auto" hangingPunct="1">
              <a:spcBef>
                <a:spcPts val="0"/>
              </a:spcBef>
              <a:spcAft>
                <a:spcPts val="0"/>
              </a:spcAft>
              <a:buFont typeface="Arial" pitchFamily="34" charset="0"/>
              <a:buChar char="•"/>
              <a:defRPr/>
            </a:pPr>
            <a:r>
              <a:rPr lang="en-US" sz="2400" dirty="0">
                <a:solidFill>
                  <a:prstClr val="black"/>
                </a:solidFill>
                <a:latin typeface="Goudy Old Style" pitchFamily="18" charset="0"/>
                <a:cs typeface="+mn-cs"/>
              </a:rPr>
              <a:t>     Transmission of the electrical signals over a  	communication channel.</a:t>
            </a:r>
          </a:p>
          <a:p>
            <a:pPr eaLnBrk="1" fontAlgn="auto" hangingPunct="1">
              <a:spcBef>
                <a:spcPts val="0"/>
              </a:spcBef>
              <a:spcAft>
                <a:spcPts val="0"/>
              </a:spcAft>
              <a:defRPr/>
            </a:pPr>
            <a:r>
              <a:rPr lang="en-US" sz="2400" b="1" dirty="0">
                <a:solidFill>
                  <a:srgbClr val="0070C0"/>
                </a:solidFill>
                <a:latin typeface="Goudy Old Style" pitchFamily="18" charset="0"/>
                <a:cs typeface="+mn-cs"/>
              </a:rPr>
              <a:t>Physical layer responsible for,</a:t>
            </a:r>
          </a:p>
          <a:p>
            <a:pPr marL="800100" lvl="1" indent="-342900">
              <a:buFont typeface="Arial" panose="020B0604020202020204" pitchFamily="34" charset="0"/>
              <a:buChar char="•"/>
              <a:defRPr/>
            </a:pPr>
            <a:r>
              <a:rPr lang="en-US" sz="2400" dirty="0">
                <a:latin typeface="Goudy Old Style" panose="02020502050305020303" pitchFamily="18" charset="0"/>
              </a:rPr>
              <a:t>Transmission medium, Representation of bits, Data rate, Synchronization of bits, Encoding, Modulation, Line configuration: Point to point, Multipoint, Physical topology: Bus, Star, Ring, Hybrid, Transmission modes: simplex, half-duplex, full-duplex</a:t>
            </a:r>
          </a:p>
          <a:p>
            <a:pPr marL="800100" lvl="1" indent="-342900">
              <a:buFont typeface="Arial" panose="020B0604020202020204" pitchFamily="34" charset="0"/>
              <a:buChar char="•"/>
              <a:defRPr/>
            </a:pPr>
            <a:r>
              <a:rPr lang="en-US" sz="2400" dirty="0">
                <a:latin typeface="Goudy Old Style" panose="02020502050305020303" pitchFamily="18" charset="0"/>
              </a:rPr>
              <a:t>Networking devices: Repeater, Hub (Multi-port repeater)</a:t>
            </a:r>
          </a:p>
        </p:txBody>
      </p:sp>
      <p:sp>
        <p:nvSpPr>
          <p:cNvPr id="12" name="Rectangle 11">
            <a:extLst>
              <a:ext uri="{FF2B5EF4-FFF2-40B4-BE49-F238E27FC236}">
                <a16:creationId xmlns:a16="http://schemas.microsoft.com/office/drawing/2014/main" id="{DBE2FCB0-1B8B-4A30-804E-EBC5C9FD010F}"/>
              </a:ext>
            </a:extLst>
          </p:cNvPr>
          <p:cNvSpPr/>
          <p:nvPr/>
        </p:nvSpPr>
        <p:spPr>
          <a:xfrm>
            <a:off x="250825" y="295275"/>
            <a:ext cx="3506788" cy="523875"/>
          </a:xfrm>
          <a:prstGeom prst="rect">
            <a:avLst/>
          </a:prstGeom>
        </p:spPr>
        <p:txBody>
          <a:bodyPr wrap="none">
            <a:spAutoFit/>
          </a:bodyPr>
          <a:lstStyle/>
          <a:p>
            <a:pPr eaLnBrk="1" fontAlgn="auto" hangingPunct="1">
              <a:spcBef>
                <a:spcPts val="0"/>
              </a:spcBef>
              <a:spcAft>
                <a:spcPts val="0"/>
              </a:spcAft>
              <a:defRPr/>
            </a:pPr>
            <a:r>
              <a:rPr lang="en-US" sz="2800" b="1" dirty="0">
                <a:solidFill>
                  <a:srgbClr val="C00000"/>
                </a:solidFill>
                <a:latin typeface="Castellar" pitchFamily="18" charset="0"/>
                <a:cs typeface="+mn-cs"/>
              </a:rPr>
              <a:t>Physical Layer</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3BF5-500D-46EC-91DC-EEFBEADB651A}"/>
              </a:ext>
            </a:extLst>
          </p:cNvPr>
          <p:cNvSpPr>
            <a:spLocks noGrp="1"/>
          </p:cNvSpPr>
          <p:nvPr>
            <p:ph type="title" idx="4294967295"/>
          </p:nvPr>
        </p:nvSpPr>
        <p:spPr>
          <a:xfrm>
            <a:off x="0" y="274638"/>
            <a:ext cx="8229600" cy="639762"/>
          </a:xfrm>
        </p:spPr>
        <p:txBody>
          <a:bodyPr/>
          <a:lstStyle/>
          <a:p>
            <a:pPr>
              <a:defRPr/>
            </a:pPr>
            <a:r>
              <a:rPr lang="en-US" sz="3200" dirty="0">
                <a:solidFill>
                  <a:srgbClr val="C00000"/>
                </a:solidFill>
                <a:latin typeface="Castellar" pitchFamily="18" charset="0"/>
              </a:rPr>
              <a:t>Physical Layer</a:t>
            </a:r>
          </a:p>
        </p:txBody>
      </p:sp>
      <p:pic>
        <p:nvPicPr>
          <p:cNvPr id="129027" name="Picture 6">
            <a:extLst>
              <a:ext uri="{FF2B5EF4-FFF2-40B4-BE49-F238E27FC236}">
                <a16:creationId xmlns:a16="http://schemas.microsoft.com/office/drawing/2014/main" id="{EFDD5291-DDC0-45A5-86E8-9E55D5CBB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76400"/>
            <a:ext cx="8629650"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1">
            <a:extLst>
              <a:ext uri="{FF2B5EF4-FFF2-40B4-BE49-F238E27FC236}">
                <a16:creationId xmlns:a16="http://schemas.microsoft.com/office/drawing/2014/main" id="{9C62F1C8-5433-4936-9715-8FD8E1E8DF71}"/>
              </a:ext>
            </a:extLst>
          </p:cNvPr>
          <p:cNvSpPr>
            <a:spLocks noChangeArrowheads="1"/>
          </p:cNvSpPr>
          <p:nvPr/>
        </p:nvSpPr>
        <p:spPr bwMode="auto">
          <a:xfrm>
            <a:off x="533400" y="5105400"/>
            <a:ext cx="8077200" cy="830263"/>
          </a:xfrm>
          <a:prstGeom prst="rect">
            <a:avLst/>
          </a:prstGeom>
          <a:solidFill>
            <a:srgbClr val="99FF33"/>
          </a:solidFill>
          <a:ln w="76200" algn="ctr">
            <a:noFill/>
            <a:miter lim="800000"/>
            <a:headEnd/>
            <a:tailEnd/>
          </a:ln>
        </p:spPr>
        <p:txBody>
          <a:bodyPr>
            <a:spAutoFit/>
          </a:bodyPr>
          <a:lstStyle/>
          <a:p>
            <a:pPr algn="ctr" eaLnBrk="1" fontAlgn="auto" hangingPunct="1">
              <a:spcBef>
                <a:spcPts val="0"/>
              </a:spcBef>
              <a:spcAft>
                <a:spcPts val="0"/>
              </a:spcAft>
              <a:defRPr/>
            </a:pPr>
            <a:r>
              <a:rPr lang="en-US" sz="2400" b="1" dirty="0">
                <a:solidFill>
                  <a:prstClr val="black"/>
                </a:solidFill>
                <a:latin typeface="Goudy Old Style" pitchFamily="18" charset="0"/>
                <a:cs typeface="+mn-cs"/>
              </a:rPr>
              <a:t>The physical layer is responsible for movements of</a:t>
            </a:r>
          </a:p>
          <a:p>
            <a:pPr algn="ctr" eaLnBrk="1" fontAlgn="auto" hangingPunct="1">
              <a:spcBef>
                <a:spcPts val="0"/>
              </a:spcBef>
              <a:spcAft>
                <a:spcPts val="0"/>
              </a:spcAft>
              <a:defRPr/>
            </a:pPr>
            <a:r>
              <a:rPr lang="en-US" sz="2400" b="1" dirty="0">
                <a:solidFill>
                  <a:prstClr val="black"/>
                </a:solidFill>
                <a:latin typeface="Goudy Old Style" pitchFamily="18" charset="0"/>
                <a:cs typeface="+mn-cs"/>
              </a:rPr>
              <a:t>individual bits from one hop (node) to the next.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4">
            <a:extLst>
              <a:ext uri="{FF2B5EF4-FFF2-40B4-BE49-F238E27FC236}">
                <a16:creationId xmlns:a16="http://schemas.microsoft.com/office/drawing/2014/main" id="{C32539EF-65DE-4088-AD53-2C0EE714B2DD}"/>
              </a:ext>
            </a:extLst>
          </p:cNvPr>
          <p:cNvSpPr>
            <a:spLocks noGrp="1"/>
          </p:cNvSpPr>
          <p:nvPr>
            <p:ph sz="half" idx="1"/>
          </p:nvPr>
        </p:nvSpPr>
        <p:spPr>
          <a:xfrm>
            <a:off x="4191000" y="1341438"/>
            <a:ext cx="4038600" cy="4525962"/>
          </a:xfrm>
        </p:spPr>
        <p:txBody>
          <a:bodyPr/>
          <a:lstStyle/>
          <a:p>
            <a:pPr algn="just" fontAlgn="base">
              <a:lnSpc>
                <a:spcPct val="90000"/>
              </a:lnSpc>
              <a:spcAft>
                <a:spcPct val="0"/>
              </a:spcAft>
              <a:buFont typeface="Arial" pitchFamily="34" charset="0"/>
              <a:buChar char="•"/>
            </a:pPr>
            <a:r>
              <a:rPr lang="en-GB" altLang="en-US" sz="2000" b="1">
                <a:solidFill>
                  <a:srgbClr val="00B0F0"/>
                </a:solidFill>
                <a:latin typeface="Goudy Old Style" panose="02020502050305020303" pitchFamily="18" charset="0"/>
              </a:rPr>
              <a:t>Each layer contains a Protocol Data Unit (PDU)</a:t>
            </a:r>
          </a:p>
          <a:p>
            <a:pPr algn="just" fontAlgn="base">
              <a:lnSpc>
                <a:spcPct val="90000"/>
              </a:lnSpc>
              <a:spcAft>
                <a:spcPct val="0"/>
              </a:spcAft>
              <a:buFont typeface="Arial" pitchFamily="34" charset="0"/>
              <a:buChar char="•"/>
            </a:pPr>
            <a:r>
              <a:rPr lang="en-GB" altLang="en-US" sz="2000">
                <a:latin typeface="Goudy Old Style" panose="02020502050305020303" pitchFamily="18" charset="0"/>
              </a:rPr>
              <a:t>PDU</a:t>
            </a:r>
            <a:r>
              <a:rPr lang="en-IE" altLang="en-US" sz="2000">
                <a:latin typeface="Goudy Old Style" panose="02020502050305020303" pitchFamily="18" charset="0"/>
              </a:rPr>
              <a:t>’</a:t>
            </a:r>
            <a:r>
              <a:rPr lang="en-GB" altLang="en-US" sz="2000">
                <a:latin typeface="Goudy Old Style" panose="02020502050305020303" pitchFamily="18" charset="0"/>
              </a:rPr>
              <a:t>s are used for peer-to-peer contact between corresponding layers.</a:t>
            </a:r>
          </a:p>
          <a:p>
            <a:pPr algn="just" fontAlgn="base">
              <a:lnSpc>
                <a:spcPct val="90000"/>
              </a:lnSpc>
              <a:spcAft>
                <a:spcPct val="0"/>
              </a:spcAft>
              <a:buFont typeface="Arial" pitchFamily="34" charset="0"/>
              <a:buChar char="•"/>
            </a:pPr>
            <a:r>
              <a:rPr lang="en-US" altLang="en-US" sz="2000">
                <a:latin typeface="Goudy Old Style" panose="02020502050305020303" pitchFamily="18" charset="0"/>
              </a:rPr>
              <a:t>Data is handled by the top three layers, then Segmented by the Transport layer.</a:t>
            </a:r>
          </a:p>
          <a:p>
            <a:pPr algn="just" fontAlgn="base">
              <a:lnSpc>
                <a:spcPct val="90000"/>
              </a:lnSpc>
              <a:spcAft>
                <a:spcPct val="0"/>
              </a:spcAft>
              <a:buFont typeface="Arial" pitchFamily="34" charset="0"/>
              <a:buChar char="•"/>
            </a:pPr>
            <a:r>
              <a:rPr lang="en-US" altLang="en-US" sz="2000">
                <a:latin typeface="Goudy Old Style" panose="02020502050305020303" pitchFamily="18" charset="0"/>
              </a:rPr>
              <a:t>The Network layer places it into packets and the Data Link frames the packets for transmission.</a:t>
            </a:r>
          </a:p>
          <a:p>
            <a:pPr algn="just" fontAlgn="base">
              <a:lnSpc>
                <a:spcPct val="90000"/>
              </a:lnSpc>
              <a:spcAft>
                <a:spcPct val="0"/>
              </a:spcAft>
              <a:buFont typeface="Arial" pitchFamily="34" charset="0"/>
              <a:buChar char="•"/>
            </a:pPr>
            <a:r>
              <a:rPr lang="en-US" altLang="en-US" sz="2000">
                <a:latin typeface="Goudy Old Style" panose="02020502050305020303" pitchFamily="18" charset="0"/>
              </a:rPr>
              <a:t>Physical layer converts it to bits and sends it out over the media.</a:t>
            </a:r>
          </a:p>
          <a:p>
            <a:pPr algn="just" fontAlgn="base">
              <a:lnSpc>
                <a:spcPct val="90000"/>
              </a:lnSpc>
              <a:spcAft>
                <a:spcPct val="0"/>
              </a:spcAft>
              <a:buFont typeface="Arial" pitchFamily="34" charset="0"/>
              <a:buChar char="•"/>
            </a:pPr>
            <a:r>
              <a:rPr lang="en-US" altLang="en-US" sz="2000">
                <a:latin typeface="Goudy Old Style" panose="02020502050305020303" pitchFamily="18" charset="0"/>
              </a:rPr>
              <a:t>The receiving computer reverses the process using the information contained in the PDU</a:t>
            </a:r>
            <a:r>
              <a:rPr lang="en-US" altLang="en-US" sz="2000" b="1">
                <a:latin typeface="Goudy Old Style" panose="02020502050305020303" pitchFamily="18" charset="0"/>
              </a:rPr>
              <a:t>.</a:t>
            </a:r>
          </a:p>
        </p:txBody>
      </p:sp>
      <p:sp>
        <p:nvSpPr>
          <p:cNvPr id="37890" name="AutoShape 2">
            <a:extLst>
              <a:ext uri="{FF2B5EF4-FFF2-40B4-BE49-F238E27FC236}">
                <a16:creationId xmlns:a16="http://schemas.microsoft.com/office/drawing/2014/main" id="{57F9D2C6-F440-4819-A28F-20345E0DBBA6}"/>
              </a:ext>
            </a:extLst>
          </p:cNvPr>
          <p:cNvSpPr>
            <a:spLocks noGrp="1" noChangeArrowheads="1"/>
          </p:cNvSpPr>
          <p:nvPr>
            <p:ph type="title" idx="4294967295"/>
          </p:nvPr>
        </p:nvSpPr>
        <p:spPr>
          <a:xfrm>
            <a:off x="304800" y="0"/>
            <a:ext cx="8839200" cy="914400"/>
          </a:xfrm>
        </p:spPr>
        <p:txBody>
          <a:bodyPr/>
          <a:lstStyle/>
          <a:p>
            <a:pPr eaLnBrk="1" hangingPunct="1">
              <a:defRPr/>
            </a:pPr>
            <a:r>
              <a:rPr lang="en-US" dirty="0">
                <a:solidFill>
                  <a:srgbClr val="C00000"/>
                </a:solidFill>
              </a:rPr>
              <a:t>How Does It All Work Together</a:t>
            </a:r>
          </a:p>
        </p:txBody>
      </p:sp>
      <p:pic>
        <p:nvPicPr>
          <p:cNvPr id="131076" name="Picture 3" descr="peer2peer">
            <a:extLst>
              <a:ext uri="{FF2B5EF4-FFF2-40B4-BE49-F238E27FC236}">
                <a16:creationId xmlns:a16="http://schemas.microsoft.com/office/drawing/2014/main" id="{C64E51A8-AF27-4E76-A36C-E8380A9D2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3581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7" name="Text Box 5">
            <a:extLst>
              <a:ext uri="{FF2B5EF4-FFF2-40B4-BE49-F238E27FC236}">
                <a16:creationId xmlns:a16="http://schemas.microsoft.com/office/drawing/2014/main" id="{162BA067-DA73-43AC-8EBE-F989C9312434}"/>
              </a:ext>
            </a:extLst>
          </p:cNvPr>
          <p:cNvSpPr txBox="1">
            <a:spLocks noChangeArrowheads="1"/>
          </p:cNvSpPr>
          <p:nvPr/>
        </p:nvSpPr>
        <p:spPr bwMode="auto">
          <a:xfrm>
            <a:off x="8594725" y="5867400"/>
            <a:ext cx="5492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000" baseline="30000">
                <a:solidFill>
                  <a:srgbClr val="FFFF00"/>
                </a:solidFill>
                <a:latin typeface="Times New Roman" panose="02020603050405020304" pitchFamily="18" charset="0"/>
              </a:rPr>
              <a:t>2</a:t>
            </a:r>
          </a:p>
        </p:txBody>
      </p:sp>
      <p:cxnSp>
        <p:nvCxnSpPr>
          <p:cNvPr id="7" name="Straight Connector 6">
            <a:extLst>
              <a:ext uri="{FF2B5EF4-FFF2-40B4-BE49-F238E27FC236}">
                <a16:creationId xmlns:a16="http://schemas.microsoft.com/office/drawing/2014/main" id="{1008078A-2FF3-4D2C-BE5D-B12A8156A714}"/>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4">
            <a:extLst>
              <a:ext uri="{FF2B5EF4-FFF2-40B4-BE49-F238E27FC236}">
                <a16:creationId xmlns:a16="http://schemas.microsoft.com/office/drawing/2014/main" id="{FA526DAB-20B6-4AA2-90B9-605F6FF06ADB}"/>
              </a:ext>
            </a:extLst>
          </p:cNvPr>
          <p:cNvSpPr txBox="1">
            <a:spLocks noChangeArrowheads="1"/>
          </p:cNvSpPr>
          <p:nvPr/>
        </p:nvSpPr>
        <p:spPr bwMode="auto">
          <a:xfrm>
            <a:off x="2133600" y="304800"/>
            <a:ext cx="4445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800" b="1" i="1">
                <a:solidFill>
                  <a:srgbClr val="C00000"/>
                </a:solidFill>
                <a:latin typeface="Castellar" panose="020A0402060406010301" pitchFamily="18" charset="0"/>
              </a:rPr>
              <a:t>Summary of layers</a:t>
            </a:r>
          </a:p>
        </p:txBody>
      </p:sp>
      <p:pic>
        <p:nvPicPr>
          <p:cNvPr id="133123" name="Picture 6">
            <a:extLst>
              <a:ext uri="{FF2B5EF4-FFF2-40B4-BE49-F238E27FC236}">
                <a16:creationId xmlns:a16="http://schemas.microsoft.com/office/drawing/2014/main" id="{F718B74C-6092-407B-929C-64BE4CC9C6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644650"/>
            <a:ext cx="8189912" cy="376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4" name="Content Placeholder 1">
            <a:extLst>
              <a:ext uri="{FF2B5EF4-FFF2-40B4-BE49-F238E27FC236}">
                <a16:creationId xmlns:a16="http://schemas.microsoft.com/office/drawing/2014/main" id="{40927F46-A953-497C-966E-CA5F9A1700D9}"/>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Content Placeholder 2">
            <a:extLst>
              <a:ext uri="{FF2B5EF4-FFF2-40B4-BE49-F238E27FC236}">
                <a16:creationId xmlns:a16="http://schemas.microsoft.com/office/drawing/2014/main" id="{2733A034-F40F-4BA9-B8A8-58BF8C2FB459}"/>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The layers in the TCP/IP protocol suite do not exactly match those in the OSI model. </a:t>
            </a:r>
          </a:p>
          <a:p>
            <a:pPr fontAlgn="base">
              <a:spcAft>
                <a:spcPct val="0"/>
              </a:spcAft>
              <a:buFont typeface="Arial" pitchFamily="34" charset="0"/>
              <a:buChar char="•"/>
            </a:pPr>
            <a:r>
              <a:rPr lang="en-IN" altLang="en-US"/>
              <a:t>The original TCP/IP protocol suite was defined as having four layers: host-to-network, internet, transport, and application. </a:t>
            </a:r>
          </a:p>
          <a:p>
            <a:pPr fontAlgn="base">
              <a:spcAft>
                <a:spcPct val="0"/>
              </a:spcAft>
              <a:buFont typeface="Arial" pitchFamily="34" charset="0"/>
              <a:buChar char="•"/>
            </a:pPr>
            <a:r>
              <a:rPr lang="en-IN" altLang="en-US"/>
              <a:t>However, when TCP/IP is compared to OSI, the TCP/IP protocol suite is made of five layers: physical, data link, network, transport, and application.</a:t>
            </a:r>
          </a:p>
          <a:p>
            <a:pPr fontAlgn="base">
              <a:spcAft>
                <a:spcPct val="0"/>
              </a:spcAft>
            </a:pPr>
            <a:endParaRPr lang="en-IN" altLang="en-US"/>
          </a:p>
        </p:txBody>
      </p:sp>
      <p:sp>
        <p:nvSpPr>
          <p:cNvPr id="2" name="Title 1">
            <a:extLst>
              <a:ext uri="{FF2B5EF4-FFF2-40B4-BE49-F238E27FC236}">
                <a16:creationId xmlns:a16="http://schemas.microsoft.com/office/drawing/2014/main" id="{FDDA48D3-28D9-4011-BCC3-F44930B14585}"/>
              </a:ext>
            </a:extLst>
          </p:cNvPr>
          <p:cNvSpPr>
            <a:spLocks noGrp="1"/>
          </p:cNvSpPr>
          <p:nvPr>
            <p:ph type="title" idx="4294967295"/>
          </p:nvPr>
        </p:nvSpPr>
        <p:spPr>
          <a:xfrm>
            <a:off x="0" y="274638"/>
            <a:ext cx="8229600" cy="1143000"/>
          </a:xfrm>
        </p:spPr>
        <p:txBody>
          <a:bodyPr/>
          <a:lstStyle/>
          <a:p>
            <a:pPr>
              <a:defRPr/>
            </a:pPr>
            <a:r>
              <a:rPr lang="en-IN" dirty="0"/>
              <a:t>TCP/IP Protocol Suite</a:t>
            </a:r>
          </a:p>
        </p:txBody>
      </p:sp>
      <p:sp>
        <p:nvSpPr>
          <p:cNvPr id="135172" name="Slide Number Placeholder 5">
            <a:extLst>
              <a:ext uri="{FF2B5EF4-FFF2-40B4-BE49-F238E27FC236}">
                <a16:creationId xmlns:a16="http://schemas.microsoft.com/office/drawing/2014/main" id="{A65D4C6B-785B-4944-947B-CDE21CE7E0D6}"/>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24FE48DB-AF7E-4387-A6C3-AF3190B3F764}" type="slidenum">
              <a:rPr lang="en-IN" altLang="en-US" sz="1800">
                <a:solidFill>
                  <a:srgbClr val="898989"/>
                </a:solidFill>
              </a:rPr>
              <a:pPr algn="l" eaLnBrk="0" hangingPunct="0">
                <a:spcBef>
                  <a:spcPct val="0"/>
                </a:spcBef>
                <a:buFontTx/>
                <a:buNone/>
              </a:pPr>
              <a:t>81</a:t>
            </a:fld>
            <a:endParaRPr lang="en-IN" altLang="en-US" sz="1800">
              <a:solidFill>
                <a:srgbClr val="898989"/>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Content Placeholder 3">
            <a:extLst>
              <a:ext uri="{FF2B5EF4-FFF2-40B4-BE49-F238E27FC236}">
                <a16:creationId xmlns:a16="http://schemas.microsoft.com/office/drawing/2014/main" id="{C4B323D2-A60D-4DEB-BCD7-2109371C71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11238" y="1493838"/>
            <a:ext cx="6816725" cy="45259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a:extLst>
              <a:ext uri="{FF2B5EF4-FFF2-40B4-BE49-F238E27FC236}">
                <a16:creationId xmlns:a16="http://schemas.microsoft.com/office/drawing/2014/main" id="{64D7738F-828E-4FEF-BA2C-73D7F99C93F9}"/>
              </a:ext>
            </a:extLst>
          </p:cNvPr>
          <p:cNvSpPr>
            <a:spLocks noGrp="1"/>
          </p:cNvSpPr>
          <p:nvPr>
            <p:ph type="title" idx="4294967295"/>
          </p:nvPr>
        </p:nvSpPr>
        <p:spPr>
          <a:xfrm>
            <a:off x="0" y="274638"/>
            <a:ext cx="8229600" cy="1143000"/>
          </a:xfrm>
        </p:spPr>
        <p:txBody>
          <a:bodyPr/>
          <a:lstStyle/>
          <a:p>
            <a:pPr>
              <a:defRPr/>
            </a:pPr>
            <a:r>
              <a:rPr lang="en-IN" dirty="0"/>
              <a:t>TCP/IP Protocol Suite</a:t>
            </a:r>
          </a:p>
        </p:txBody>
      </p:sp>
      <p:sp>
        <p:nvSpPr>
          <p:cNvPr id="136196" name="Slide Number Placeholder 5">
            <a:extLst>
              <a:ext uri="{FF2B5EF4-FFF2-40B4-BE49-F238E27FC236}">
                <a16:creationId xmlns:a16="http://schemas.microsoft.com/office/drawing/2014/main" id="{A5DF76C1-AED1-4E83-B1C4-5FFB349F1879}"/>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B2F4C625-C926-4D7E-BE96-5556AEFE560C}" type="slidenum">
              <a:rPr lang="en-IN" altLang="en-US" sz="1800">
                <a:solidFill>
                  <a:srgbClr val="898989"/>
                </a:solidFill>
              </a:rPr>
              <a:pPr algn="l" eaLnBrk="0" hangingPunct="0">
                <a:spcBef>
                  <a:spcPct val="0"/>
                </a:spcBef>
                <a:buFontTx/>
                <a:buNone/>
              </a:pPr>
              <a:t>82</a:t>
            </a:fld>
            <a:endParaRPr lang="en-IN" altLang="en-US" sz="1800">
              <a:solidFill>
                <a:srgbClr val="898989"/>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4">
            <a:extLst>
              <a:ext uri="{FF2B5EF4-FFF2-40B4-BE49-F238E27FC236}">
                <a16:creationId xmlns:a16="http://schemas.microsoft.com/office/drawing/2014/main" id="{CF855CD2-476F-464C-A16E-5F2E1AA96F6A}"/>
              </a:ext>
            </a:extLst>
          </p:cNvPr>
          <p:cNvSpPr txBox="1">
            <a:spLocks noChangeArrowheads="1"/>
          </p:cNvSpPr>
          <p:nvPr/>
        </p:nvSpPr>
        <p:spPr bwMode="auto">
          <a:xfrm>
            <a:off x="2590800" y="381000"/>
            <a:ext cx="38560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800" b="1">
                <a:solidFill>
                  <a:srgbClr val="C00000"/>
                </a:solidFill>
                <a:latin typeface="Castellar" panose="020A0402060406010301" pitchFamily="18" charset="0"/>
              </a:rPr>
              <a:t>Types of address</a:t>
            </a:r>
            <a:endParaRPr lang="en-US" altLang="en-US" sz="2800" b="1" i="1">
              <a:solidFill>
                <a:srgbClr val="C00000"/>
              </a:solidFill>
              <a:latin typeface="Castellar" panose="020A0402060406010301" pitchFamily="18" charset="0"/>
            </a:endParaRPr>
          </a:p>
        </p:txBody>
      </p:sp>
      <p:pic>
        <p:nvPicPr>
          <p:cNvPr id="137219" name="Picture 6">
            <a:extLst>
              <a:ext uri="{FF2B5EF4-FFF2-40B4-BE49-F238E27FC236}">
                <a16:creationId xmlns:a16="http://schemas.microsoft.com/office/drawing/2014/main" id="{A659356C-473D-4716-9879-73637452F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286000"/>
            <a:ext cx="7834312"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DAB9DF6-794F-4752-8775-8919E768508A}"/>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10">
            <a:extLst>
              <a:ext uri="{FF2B5EF4-FFF2-40B4-BE49-F238E27FC236}">
                <a16:creationId xmlns:a16="http://schemas.microsoft.com/office/drawing/2014/main" id="{595F6BEE-7E64-4A3A-B4D7-40C0935A535F}"/>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39267" name="Rectangle 11">
            <a:extLst>
              <a:ext uri="{FF2B5EF4-FFF2-40B4-BE49-F238E27FC236}">
                <a16:creationId xmlns:a16="http://schemas.microsoft.com/office/drawing/2014/main" id="{8DAC6F11-46E8-4528-8809-045211BA763E}"/>
              </a:ext>
            </a:extLst>
          </p:cNvPr>
          <p:cNvSpPr>
            <a:spLocks noChangeArrowheads="1"/>
          </p:cNvSpPr>
          <p:nvPr/>
        </p:nvSpPr>
        <p:spPr bwMode="auto">
          <a:xfrm>
            <a:off x="228600" y="1447800"/>
            <a:ext cx="8534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a:latin typeface="Baskerville Old Face" panose="02020602080505020303" pitchFamily="18" charset="0"/>
              </a:rPr>
              <a:t>Most local- area networks use a </a:t>
            </a:r>
            <a:r>
              <a:rPr lang="en-US" altLang="en-US" sz="2800">
                <a:solidFill>
                  <a:schemeClr val="hlink"/>
                </a:solidFill>
                <a:latin typeface="Baskerville Old Face" panose="02020602080505020303" pitchFamily="18" charset="0"/>
              </a:rPr>
              <a:t>48-bit</a:t>
            </a:r>
            <a:r>
              <a:rPr lang="en-US" altLang="en-US" sz="2800">
                <a:latin typeface="Baskerville Old Face" panose="02020602080505020303" pitchFamily="18" charset="0"/>
              </a:rPr>
              <a:t> (6-byte) physical address written as 12 hexadecimal digits; every byte (2 hexadecimal digits) is separated by a colon, as shown below</a:t>
            </a:r>
          </a:p>
        </p:txBody>
      </p:sp>
      <p:sp>
        <p:nvSpPr>
          <p:cNvPr id="139268" name="Text Box 12">
            <a:extLst>
              <a:ext uri="{FF2B5EF4-FFF2-40B4-BE49-F238E27FC236}">
                <a16:creationId xmlns:a16="http://schemas.microsoft.com/office/drawing/2014/main" id="{4540AA77-DD9B-4878-8084-A3929918D0F8}"/>
              </a:ext>
            </a:extLst>
          </p:cNvPr>
          <p:cNvSpPr txBox="1">
            <a:spLocks noChangeArrowheads="1"/>
          </p:cNvSpPr>
          <p:nvPr/>
        </p:nvSpPr>
        <p:spPr bwMode="auto">
          <a:xfrm>
            <a:off x="1143000" y="182563"/>
            <a:ext cx="49831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a:solidFill>
                  <a:srgbClr val="C00000"/>
                </a:solidFill>
                <a:latin typeface="Castellar" panose="020A0402060406010301" pitchFamily="18" charset="0"/>
              </a:rPr>
              <a:t>Physical addresses</a:t>
            </a:r>
            <a:endParaRPr lang="en-US" altLang="en-US" i="1">
              <a:solidFill>
                <a:schemeClr val="hlink"/>
              </a:solidFill>
            </a:endParaRPr>
          </a:p>
        </p:txBody>
      </p:sp>
      <p:sp>
        <p:nvSpPr>
          <p:cNvPr id="37900" name="Rectangle 14">
            <a:extLst>
              <a:ext uri="{FF2B5EF4-FFF2-40B4-BE49-F238E27FC236}">
                <a16:creationId xmlns:a16="http://schemas.microsoft.com/office/drawing/2014/main" id="{98D19172-0D88-4C17-BFDB-1EB50DDD00D5}"/>
              </a:ext>
            </a:extLst>
          </p:cNvPr>
          <p:cNvSpPr>
            <a:spLocks noChangeArrowheads="1"/>
          </p:cNvSpPr>
          <p:nvPr/>
        </p:nvSpPr>
        <p:spPr bwMode="auto">
          <a:xfrm>
            <a:off x="304800" y="3297238"/>
            <a:ext cx="8534400" cy="1503362"/>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p>
            <a:pPr algn="ctr">
              <a:defRPr/>
            </a:pPr>
            <a:r>
              <a:rPr lang="en-US" sz="3200" dirty="0">
                <a:solidFill>
                  <a:schemeClr val="folHlink"/>
                </a:solidFill>
              </a:rPr>
              <a:t>07:01:02:01:2C:4B</a:t>
            </a:r>
            <a:br>
              <a:rPr lang="en-US" sz="3200" dirty="0">
                <a:solidFill>
                  <a:schemeClr val="folHlink"/>
                </a:solidFill>
              </a:rPr>
            </a:br>
            <a:endParaRPr lang="en-US" sz="3200" dirty="0">
              <a:solidFill>
                <a:schemeClr val="folHlink"/>
              </a:solidFill>
            </a:endParaRPr>
          </a:p>
          <a:p>
            <a:pPr algn="ctr">
              <a:defRPr/>
            </a:pPr>
            <a:r>
              <a:rPr lang="en-US" sz="2800" dirty="0"/>
              <a:t>A 6-byte (12 hexadecimal digits) physical address.</a:t>
            </a:r>
          </a:p>
        </p:txBody>
      </p:sp>
      <p:sp>
        <p:nvSpPr>
          <p:cNvPr id="139270" name="Rectangle 8">
            <a:extLst>
              <a:ext uri="{FF2B5EF4-FFF2-40B4-BE49-F238E27FC236}">
                <a16:creationId xmlns:a16="http://schemas.microsoft.com/office/drawing/2014/main" id="{4C1F6032-5770-4905-AF9F-BF6BA0EE74C2}"/>
              </a:ext>
            </a:extLst>
          </p:cNvPr>
          <p:cNvSpPr>
            <a:spLocks noChangeArrowheads="1"/>
          </p:cNvSpPr>
          <p:nvPr/>
        </p:nvSpPr>
        <p:spPr bwMode="auto">
          <a:xfrm>
            <a:off x="0" y="5029200"/>
            <a:ext cx="8458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t>for example, the MAC address 10101010.11110000.11000001.11100010.01110111.01010001 in binary can be represented as shorter hexadecimal equivalent AA.F0.C1.E2.77.51</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1">
            <a:extLst>
              <a:ext uri="{FF2B5EF4-FFF2-40B4-BE49-F238E27FC236}">
                <a16:creationId xmlns:a16="http://schemas.microsoft.com/office/drawing/2014/main" id="{3A5DAAFA-F400-433C-8D27-3C3F050EF6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286000"/>
            <a:ext cx="55626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4">
            <a:extLst>
              <a:ext uri="{FF2B5EF4-FFF2-40B4-BE49-F238E27FC236}">
                <a16:creationId xmlns:a16="http://schemas.microsoft.com/office/drawing/2014/main" id="{03F02998-7C66-48F8-B0C1-FA66DDD67B3B}"/>
              </a:ext>
            </a:extLst>
          </p:cNvPr>
          <p:cNvSpPr txBox="1">
            <a:spLocks noChangeArrowheads="1"/>
          </p:cNvSpPr>
          <p:nvPr/>
        </p:nvSpPr>
        <p:spPr bwMode="auto">
          <a:xfrm>
            <a:off x="914400" y="381000"/>
            <a:ext cx="7877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800" b="1">
                <a:solidFill>
                  <a:srgbClr val="C00000"/>
                </a:solidFill>
                <a:latin typeface="Castellar" panose="020A0402060406010301" pitchFamily="18" charset="0"/>
              </a:rPr>
              <a:t>Physical addresses (MAC Addresses)</a:t>
            </a:r>
          </a:p>
        </p:txBody>
      </p:sp>
      <p:pic>
        <p:nvPicPr>
          <p:cNvPr id="143363" name="Picture 6">
            <a:extLst>
              <a:ext uri="{FF2B5EF4-FFF2-40B4-BE49-F238E27FC236}">
                <a16:creationId xmlns:a16="http://schemas.microsoft.com/office/drawing/2014/main" id="{C1ACC0AE-F0D5-411E-97CB-084CCFDDA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05000"/>
            <a:ext cx="8053388"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4" name="Rectangle 11">
            <a:extLst>
              <a:ext uri="{FF2B5EF4-FFF2-40B4-BE49-F238E27FC236}">
                <a16:creationId xmlns:a16="http://schemas.microsoft.com/office/drawing/2014/main" id="{2D758A50-94C2-47DD-AE2A-5789CF52BC1E}"/>
              </a:ext>
            </a:extLst>
          </p:cNvPr>
          <p:cNvSpPr>
            <a:spLocks noChangeArrowheads="1"/>
          </p:cNvSpPr>
          <p:nvPr/>
        </p:nvSpPr>
        <p:spPr bwMode="auto">
          <a:xfrm>
            <a:off x="217488" y="4191000"/>
            <a:ext cx="85344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a:latin typeface="Goudy Old Style" panose="02020502050305020303" pitchFamily="18" charset="0"/>
              </a:rPr>
              <a:t>In a node with physical address 10 sends a frame to a node with physical address 87. The two nodes are connected by a link (bus topology LAN). As the figure shows, the computer with physical address </a:t>
            </a:r>
            <a:r>
              <a:rPr lang="en-US" altLang="en-US" sz="2800">
                <a:solidFill>
                  <a:schemeClr val="hlink"/>
                </a:solidFill>
                <a:latin typeface="Goudy Old Style" panose="02020502050305020303" pitchFamily="18" charset="0"/>
              </a:rPr>
              <a:t>10</a:t>
            </a:r>
            <a:r>
              <a:rPr lang="en-US" altLang="en-US" sz="2800">
                <a:latin typeface="Goudy Old Style" panose="02020502050305020303" pitchFamily="18" charset="0"/>
              </a:rPr>
              <a:t> is the sender, and the computer with physical address </a:t>
            </a:r>
            <a:r>
              <a:rPr lang="en-US" altLang="en-US" sz="2800">
                <a:solidFill>
                  <a:schemeClr val="hlink"/>
                </a:solidFill>
                <a:latin typeface="Goudy Old Style" panose="02020502050305020303" pitchFamily="18" charset="0"/>
              </a:rPr>
              <a:t>87</a:t>
            </a:r>
            <a:r>
              <a:rPr lang="en-US" altLang="en-US" sz="2800">
                <a:latin typeface="Goudy Old Style" panose="02020502050305020303" pitchFamily="18" charset="0"/>
              </a:rPr>
              <a:t> is the receiver.</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4">
            <a:extLst>
              <a:ext uri="{FF2B5EF4-FFF2-40B4-BE49-F238E27FC236}">
                <a16:creationId xmlns:a16="http://schemas.microsoft.com/office/drawing/2014/main" id="{4DD40CDE-1541-4AF4-8DDC-B7E3A639A591}"/>
              </a:ext>
            </a:extLst>
          </p:cNvPr>
          <p:cNvSpPr txBox="1">
            <a:spLocks noChangeArrowheads="1"/>
          </p:cNvSpPr>
          <p:nvPr/>
        </p:nvSpPr>
        <p:spPr bwMode="auto">
          <a:xfrm>
            <a:off x="2590800" y="381000"/>
            <a:ext cx="2417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800" b="1">
                <a:solidFill>
                  <a:srgbClr val="C00000"/>
                </a:solidFill>
                <a:latin typeface="Castellar" panose="020A0402060406010301" pitchFamily="18" charset="0"/>
              </a:rPr>
              <a:t>IP address</a:t>
            </a:r>
            <a:endParaRPr lang="en-US" altLang="en-US" sz="2800" b="1" i="1">
              <a:solidFill>
                <a:srgbClr val="C00000"/>
              </a:solidFill>
              <a:latin typeface="Castellar" panose="020A0402060406010301" pitchFamily="18" charset="0"/>
            </a:endParaRPr>
          </a:p>
        </p:txBody>
      </p:sp>
      <p:cxnSp>
        <p:nvCxnSpPr>
          <p:cNvPr id="8" name="Straight Connector 7">
            <a:extLst>
              <a:ext uri="{FF2B5EF4-FFF2-40B4-BE49-F238E27FC236}">
                <a16:creationId xmlns:a16="http://schemas.microsoft.com/office/drawing/2014/main" id="{7CE1CADA-9851-4F68-BA7C-A1211EA211FF}"/>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145412" name="Rectangle 6">
            <a:extLst>
              <a:ext uri="{FF2B5EF4-FFF2-40B4-BE49-F238E27FC236}">
                <a16:creationId xmlns:a16="http://schemas.microsoft.com/office/drawing/2014/main" id="{29C36ED0-6B56-486E-840A-7831A86F3FAF}"/>
              </a:ext>
            </a:extLst>
          </p:cNvPr>
          <p:cNvSpPr>
            <a:spLocks noChangeArrowheads="1"/>
          </p:cNvSpPr>
          <p:nvPr/>
        </p:nvSpPr>
        <p:spPr bwMode="auto">
          <a:xfrm>
            <a:off x="152400" y="1238250"/>
            <a:ext cx="861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pPr>
            <a:r>
              <a:rPr lang="en-US" altLang="en-US" sz="2400">
                <a:latin typeface="Goudy Old Style" panose="02020502050305020303" pitchFamily="18" charset="0"/>
              </a:rPr>
              <a:t> The format of an </a:t>
            </a:r>
            <a:r>
              <a:rPr lang="en-US" altLang="en-US" sz="2400" i="1">
                <a:latin typeface="Goudy Old Style" panose="02020502050305020303" pitchFamily="18" charset="0"/>
              </a:rPr>
              <a:t>IP address </a:t>
            </a:r>
            <a:r>
              <a:rPr lang="en-US" altLang="en-US" sz="2400">
                <a:latin typeface="Goudy Old Style" panose="02020502050305020303" pitchFamily="18" charset="0"/>
              </a:rPr>
              <a:t>is a </a:t>
            </a:r>
            <a:r>
              <a:rPr lang="en-US" altLang="en-US" sz="2400">
                <a:solidFill>
                  <a:srgbClr val="0070C0"/>
                </a:solidFill>
                <a:latin typeface="Goudy Old Style" panose="02020502050305020303" pitchFamily="18" charset="0"/>
              </a:rPr>
              <a:t>32-bit numeric </a:t>
            </a:r>
            <a:r>
              <a:rPr lang="en-US" altLang="en-US" sz="2400">
                <a:latin typeface="Goudy Old Style" panose="02020502050305020303" pitchFamily="18" charset="0"/>
              </a:rPr>
              <a:t>address written as four numbers separated by periods. Each number can be zero to 255. For example, 1.160.10.240 could be an IP address.</a:t>
            </a:r>
          </a:p>
        </p:txBody>
      </p:sp>
      <p:sp>
        <p:nvSpPr>
          <p:cNvPr id="145413" name="Text Box 10">
            <a:extLst>
              <a:ext uri="{FF2B5EF4-FFF2-40B4-BE49-F238E27FC236}">
                <a16:creationId xmlns:a16="http://schemas.microsoft.com/office/drawing/2014/main" id="{DD239976-E93B-4F3E-AA31-77E7E78D9362}"/>
              </a:ext>
            </a:extLst>
          </p:cNvPr>
          <p:cNvSpPr txBox="1">
            <a:spLocks noChangeArrowheads="1"/>
          </p:cNvSpPr>
          <p:nvPr/>
        </p:nvSpPr>
        <p:spPr bwMode="auto">
          <a:xfrm>
            <a:off x="533400" y="2438400"/>
            <a:ext cx="8153400"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Goudy Old Style" panose="02020502050305020303" pitchFamily="18" charset="0"/>
              </a:rPr>
              <a:t>Format</a:t>
            </a:r>
          </a:p>
          <a:p>
            <a:pPr>
              <a:spcBef>
                <a:spcPct val="0"/>
              </a:spcBef>
              <a:buFontTx/>
              <a:buNone/>
            </a:pPr>
            <a:r>
              <a:rPr lang="en-US" altLang="en-US" sz="2000">
                <a:latin typeface="Goudy Old Style" panose="02020502050305020303" pitchFamily="18" charset="0"/>
              </a:rPr>
              <a:t>x x x x x x x x . x x x x x x x x . x x x x x x x x . x x x x x x x x</a:t>
            </a:r>
          </a:p>
          <a:p>
            <a:pPr>
              <a:spcBef>
                <a:spcPct val="0"/>
              </a:spcBef>
              <a:buFontTx/>
              <a:buNone/>
            </a:pPr>
            <a:r>
              <a:rPr lang="en-US" altLang="en-US" sz="2000">
                <a:latin typeface="Goudy Old Style" panose="02020502050305020303" pitchFamily="18" charset="0"/>
              </a:rPr>
              <a:t>where x is either 0 or 1</a:t>
            </a:r>
          </a:p>
          <a:p>
            <a:pPr>
              <a:spcBef>
                <a:spcPct val="0"/>
              </a:spcBef>
              <a:buFontTx/>
              <a:buNone/>
            </a:pPr>
            <a:r>
              <a:rPr lang="en-US" altLang="en-US" sz="2000">
                <a:latin typeface="Goudy Old Style" panose="02020502050305020303" pitchFamily="18" charset="0"/>
              </a:rPr>
              <a:t>Example 1:</a:t>
            </a:r>
          </a:p>
          <a:p>
            <a:pPr>
              <a:spcBef>
                <a:spcPct val="0"/>
              </a:spcBef>
              <a:buFontTx/>
              <a:buNone/>
            </a:pPr>
            <a:endParaRPr lang="en-US" altLang="en-US" sz="2000">
              <a:latin typeface="Goudy Old Style" panose="02020502050305020303" pitchFamily="18" charset="0"/>
            </a:endParaRPr>
          </a:p>
          <a:p>
            <a:pPr>
              <a:spcBef>
                <a:spcPct val="0"/>
              </a:spcBef>
              <a:buFontTx/>
              <a:buNone/>
            </a:pPr>
            <a:r>
              <a:rPr lang="en-US" altLang="en-US" sz="2000">
                <a:latin typeface="Goudy Old Style" panose="02020502050305020303" pitchFamily="18" charset="0"/>
              </a:rPr>
              <a:t>1 1 1 1 1 1 1 1 . 1 1 1 1 1 1 1 1 . 0 0 0 0 0 0 0 0 . 0 0 0 0 0 0 0 0</a:t>
            </a:r>
          </a:p>
          <a:p>
            <a:pPr>
              <a:spcBef>
                <a:spcPct val="0"/>
              </a:spcBef>
              <a:buFontTx/>
              <a:buNone/>
            </a:pPr>
            <a:endParaRPr lang="en-US" altLang="en-US" sz="2000">
              <a:latin typeface="Goudy Old Style" panose="02020502050305020303" pitchFamily="18" charset="0"/>
            </a:endParaRPr>
          </a:p>
          <a:p>
            <a:pPr algn="ctr">
              <a:spcBef>
                <a:spcPct val="0"/>
              </a:spcBef>
              <a:buFontTx/>
              <a:buNone/>
            </a:pPr>
            <a:r>
              <a:rPr lang="en-US" altLang="en-US" sz="2000">
                <a:latin typeface="Goudy Old Style" panose="02020502050305020303" pitchFamily="18" charset="0"/>
              </a:rPr>
              <a:t>255.255.0.0</a:t>
            </a:r>
          </a:p>
          <a:p>
            <a:pPr>
              <a:spcBef>
                <a:spcPct val="0"/>
              </a:spcBef>
              <a:buFontTx/>
              <a:buNone/>
            </a:pPr>
            <a:r>
              <a:rPr lang="en-US" altLang="en-US" sz="2000">
                <a:latin typeface="Goudy Old Style" panose="02020502050305020303" pitchFamily="18" charset="0"/>
              </a:rPr>
              <a:t>Example 2:</a:t>
            </a:r>
          </a:p>
          <a:p>
            <a:pPr>
              <a:spcBef>
                <a:spcPct val="0"/>
              </a:spcBef>
              <a:buFontTx/>
              <a:buNone/>
            </a:pPr>
            <a:endParaRPr lang="en-US" altLang="en-US" sz="2000">
              <a:latin typeface="Goudy Old Style" panose="02020502050305020303" pitchFamily="18" charset="0"/>
            </a:endParaRPr>
          </a:p>
          <a:p>
            <a:pPr>
              <a:spcBef>
                <a:spcPct val="0"/>
              </a:spcBef>
              <a:buFontTx/>
              <a:buNone/>
            </a:pPr>
            <a:r>
              <a:rPr lang="en-US" altLang="en-US" sz="2000">
                <a:latin typeface="Goudy Old Style" panose="02020502050305020303" pitchFamily="18" charset="0"/>
              </a:rPr>
              <a:t>1 1 1 1 1 1 1 1 . 1 1 1 1 1 1 1 1 . 1 0 0 0 0 0 0 0 . 0 0 0 0 0 0 0 0</a:t>
            </a:r>
          </a:p>
          <a:p>
            <a:pPr>
              <a:spcBef>
                <a:spcPct val="0"/>
              </a:spcBef>
              <a:buFontTx/>
              <a:buNone/>
            </a:pPr>
            <a:endParaRPr lang="en-US" altLang="en-US" sz="2000">
              <a:latin typeface="Goudy Old Style" panose="02020502050305020303" pitchFamily="18" charset="0"/>
            </a:endParaRPr>
          </a:p>
          <a:p>
            <a:pPr algn="ctr">
              <a:spcBef>
                <a:spcPct val="0"/>
              </a:spcBef>
              <a:buFontTx/>
              <a:buNone/>
            </a:pPr>
            <a:r>
              <a:rPr lang="en-US" altLang="en-US" sz="2000">
                <a:latin typeface="Goudy Old Style" panose="02020502050305020303" pitchFamily="18" charset="0"/>
              </a:rPr>
              <a:t>255.255.192.0</a:t>
            </a:r>
          </a:p>
          <a:p>
            <a:pPr>
              <a:spcBef>
                <a:spcPct val="0"/>
              </a:spcBef>
              <a:buFontTx/>
              <a:buNone/>
            </a:pPr>
            <a:endParaRPr lang="en-US" altLang="en-US" sz="1600">
              <a:solidFill>
                <a:schemeClr val="tx2"/>
              </a:solidFill>
            </a:endParaRPr>
          </a:p>
          <a:p>
            <a:pPr>
              <a:spcBef>
                <a:spcPct val="0"/>
              </a:spcBef>
              <a:buFontTx/>
              <a:buNone/>
            </a:pPr>
            <a:endParaRPr lang="en-US" altLang="en-US" sz="1600">
              <a:solidFill>
                <a:schemeClr val="accent2"/>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4">
            <a:extLst>
              <a:ext uri="{FF2B5EF4-FFF2-40B4-BE49-F238E27FC236}">
                <a16:creationId xmlns:a16="http://schemas.microsoft.com/office/drawing/2014/main" id="{3FE85C9E-5E29-4AD2-8C86-D12F24D6FC9D}"/>
              </a:ext>
            </a:extLst>
          </p:cNvPr>
          <p:cNvSpPr txBox="1">
            <a:spLocks noChangeArrowheads="1"/>
          </p:cNvSpPr>
          <p:nvPr/>
        </p:nvSpPr>
        <p:spPr bwMode="auto">
          <a:xfrm>
            <a:off x="1219200" y="457200"/>
            <a:ext cx="6723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b="1">
                <a:solidFill>
                  <a:srgbClr val="C00000"/>
                </a:solidFill>
                <a:latin typeface="Castellar" panose="020A0402060406010301" pitchFamily="18" charset="0"/>
              </a:rPr>
              <a:t>Logical Address (IP addresses)</a:t>
            </a:r>
          </a:p>
        </p:txBody>
      </p:sp>
      <p:pic>
        <p:nvPicPr>
          <p:cNvPr id="147459" name="Picture 6">
            <a:extLst>
              <a:ext uri="{FF2B5EF4-FFF2-40B4-BE49-F238E27FC236}">
                <a16:creationId xmlns:a16="http://schemas.microsoft.com/office/drawing/2014/main" id="{A2CD00CD-E2B4-4374-B563-5A5E823BB5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8077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10">
            <a:extLst>
              <a:ext uri="{FF2B5EF4-FFF2-40B4-BE49-F238E27FC236}">
                <a16:creationId xmlns:a16="http://schemas.microsoft.com/office/drawing/2014/main" id="{E69D7C30-816D-4270-9527-8F462838ACAA}"/>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49507" name="Rectangle 11">
            <a:extLst>
              <a:ext uri="{FF2B5EF4-FFF2-40B4-BE49-F238E27FC236}">
                <a16:creationId xmlns:a16="http://schemas.microsoft.com/office/drawing/2014/main" id="{515553C9-F3D7-42B1-B722-735D9EBCA030}"/>
              </a:ext>
            </a:extLst>
          </p:cNvPr>
          <p:cNvSpPr>
            <a:spLocks noChangeArrowheads="1"/>
          </p:cNvSpPr>
          <p:nvPr/>
        </p:nvSpPr>
        <p:spPr bwMode="auto">
          <a:xfrm>
            <a:off x="228600" y="1524000"/>
            <a:ext cx="85344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t>Figure shows a part of an internet with two routers connecting </a:t>
            </a:r>
            <a:r>
              <a:rPr lang="en-US" altLang="en-US" sz="2800" i="1">
                <a:solidFill>
                  <a:srgbClr val="0070C0"/>
                </a:solidFill>
              </a:rPr>
              <a:t>three LANs</a:t>
            </a:r>
            <a:r>
              <a:rPr lang="en-US" altLang="en-US" sz="2800" i="1"/>
              <a:t>. Each device (computer or router) has a pair of addresses (</a:t>
            </a:r>
            <a:r>
              <a:rPr lang="en-US" altLang="en-US" sz="2800" i="1">
                <a:solidFill>
                  <a:srgbClr val="0070C0"/>
                </a:solidFill>
              </a:rPr>
              <a:t>logical and physical</a:t>
            </a:r>
            <a:r>
              <a:rPr lang="en-US" altLang="en-US" sz="2800" i="1"/>
              <a:t>) for each connection. In this case, each computer is connected to only one link and therefore has only one pair of addresses. Each router, however, is connected to three networks (only two are shown in the figure). So each router has three pairs of addresses, one for each connection. </a:t>
            </a:r>
          </a:p>
        </p:txBody>
      </p:sp>
      <p:sp>
        <p:nvSpPr>
          <p:cNvPr id="149508" name="Text Box 12">
            <a:extLst>
              <a:ext uri="{FF2B5EF4-FFF2-40B4-BE49-F238E27FC236}">
                <a16:creationId xmlns:a16="http://schemas.microsoft.com/office/drawing/2014/main" id="{02F8B01C-7E97-4764-9279-20C6CC5C5548}"/>
              </a:ext>
            </a:extLst>
          </p:cNvPr>
          <p:cNvSpPr txBox="1">
            <a:spLocks noChangeArrowheads="1"/>
          </p:cNvSpPr>
          <p:nvPr/>
        </p:nvSpPr>
        <p:spPr bwMode="auto">
          <a:xfrm>
            <a:off x="2667000" y="304800"/>
            <a:ext cx="2305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Castellar" panose="020A0402060406010301" pitchFamily="18" charset="0"/>
              </a:rPr>
              <a:t>Example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10">
            <a:extLst>
              <a:ext uri="{FF2B5EF4-FFF2-40B4-BE49-F238E27FC236}">
                <a16:creationId xmlns:a16="http://schemas.microsoft.com/office/drawing/2014/main" id="{63A3F63D-D407-4F85-BF7D-95CF328C8565}"/>
              </a:ext>
            </a:extLst>
          </p:cNvPr>
          <p:cNvSpPr>
            <a:spLocks noChangeArrowheads="1"/>
          </p:cNvSpPr>
          <p:nvPr/>
        </p:nvSpPr>
        <p:spPr bwMode="auto">
          <a:xfrm>
            <a:off x="304800" y="12192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51555" name="Rectangle 11">
            <a:extLst>
              <a:ext uri="{FF2B5EF4-FFF2-40B4-BE49-F238E27FC236}">
                <a16:creationId xmlns:a16="http://schemas.microsoft.com/office/drawing/2014/main" id="{CADF8DFA-3B74-42A1-A143-5AA33AC44D5B}"/>
              </a:ext>
            </a:extLst>
          </p:cNvPr>
          <p:cNvSpPr>
            <a:spLocks noChangeArrowheads="1"/>
          </p:cNvSpPr>
          <p:nvPr/>
        </p:nvSpPr>
        <p:spPr bwMode="auto">
          <a:xfrm>
            <a:off x="228600" y="1524000"/>
            <a:ext cx="8534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a:latin typeface="Goudy Old Style" panose="02020502050305020303" pitchFamily="18" charset="0"/>
              </a:rPr>
              <a:t>Figure shows two computers communicating via the Internet. The sending computer is running three processes at this time with port addresses a, b, and c. The receiving computer is running two processes at this time with port addresses j and k. Process </a:t>
            </a:r>
            <a:r>
              <a:rPr lang="en-US" altLang="en-US" sz="2800">
                <a:solidFill>
                  <a:schemeClr val="hlink"/>
                </a:solidFill>
                <a:latin typeface="Goudy Old Style" panose="02020502050305020303" pitchFamily="18" charset="0"/>
              </a:rPr>
              <a:t>a</a:t>
            </a:r>
            <a:r>
              <a:rPr lang="en-US" altLang="en-US" sz="2800">
                <a:latin typeface="Goudy Old Style" panose="02020502050305020303" pitchFamily="18" charset="0"/>
              </a:rPr>
              <a:t> in the sending computer needs to communicate with process </a:t>
            </a:r>
            <a:r>
              <a:rPr lang="en-US" altLang="en-US" sz="2800">
                <a:solidFill>
                  <a:schemeClr val="hlink"/>
                </a:solidFill>
                <a:latin typeface="Goudy Old Style" panose="02020502050305020303" pitchFamily="18" charset="0"/>
              </a:rPr>
              <a:t>j</a:t>
            </a:r>
            <a:r>
              <a:rPr lang="en-US" altLang="en-US" sz="2800">
                <a:latin typeface="Goudy Old Style" panose="02020502050305020303" pitchFamily="18" charset="0"/>
              </a:rPr>
              <a:t> in the receiving computer. </a:t>
            </a:r>
            <a:endParaRPr lang="en-US" altLang="en-US" sz="2800">
              <a:solidFill>
                <a:srgbClr val="0070C0"/>
              </a:solidFill>
              <a:latin typeface="Goudy Old Style" panose="02020502050305020303" pitchFamily="18" charset="0"/>
            </a:endParaRPr>
          </a:p>
        </p:txBody>
      </p:sp>
      <p:sp>
        <p:nvSpPr>
          <p:cNvPr id="151556" name="Text Box 12">
            <a:extLst>
              <a:ext uri="{FF2B5EF4-FFF2-40B4-BE49-F238E27FC236}">
                <a16:creationId xmlns:a16="http://schemas.microsoft.com/office/drawing/2014/main" id="{36A6BE51-27F4-46EC-8516-0EE94746AE47}"/>
              </a:ext>
            </a:extLst>
          </p:cNvPr>
          <p:cNvSpPr txBox="1">
            <a:spLocks noChangeArrowheads="1"/>
          </p:cNvSpPr>
          <p:nvPr/>
        </p:nvSpPr>
        <p:spPr bwMode="auto">
          <a:xfrm>
            <a:off x="0" y="327025"/>
            <a:ext cx="3962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Castellar" panose="020A0402060406010301" pitchFamily="18" charset="0"/>
              </a:rPr>
              <a:t>Port addresses</a:t>
            </a:r>
          </a:p>
        </p:txBody>
      </p:sp>
      <p:sp>
        <p:nvSpPr>
          <p:cNvPr id="151557" name="Rectangle 11">
            <a:extLst>
              <a:ext uri="{FF2B5EF4-FFF2-40B4-BE49-F238E27FC236}">
                <a16:creationId xmlns:a16="http://schemas.microsoft.com/office/drawing/2014/main" id="{C913A102-434C-45B0-B3E6-3B1B573FA5CA}"/>
              </a:ext>
            </a:extLst>
          </p:cNvPr>
          <p:cNvSpPr>
            <a:spLocks noChangeArrowheads="1"/>
          </p:cNvSpPr>
          <p:nvPr/>
        </p:nvSpPr>
        <p:spPr bwMode="auto">
          <a:xfrm>
            <a:off x="682625" y="4429125"/>
            <a:ext cx="8077200" cy="1200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400"/>
              <a:t>The physical addresses will change from hop to hop,</a:t>
            </a:r>
          </a:p>
          <a:p>
            <a:pPr algn="ctr">
              <a:spcBef>
                <a:spcPct val="0"/>
              </a:spcBef>
              <a:buFontTx/>
              <a:buNone/>
            </a:pPr>
            <a:r>
              <a:rPr lang="en-US" altLang="en-US" sz="2400"/>
              <a:t>but the logical and port addresses usually remain the same.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4">
            <a:extLst>
              <a:ext uri="{FF2B5EF4-FFF2-40B4-BE49-F238E27FC236}">
                <a16:creationId xmlns:a16="http://schemas.microsoft.com/office/drawing/2014/main" id="{69429D90-A842-4AFC-9EFA-FD02F3C9A33E}"/>
              </a:ext>
            </a:extLst>
          </p:cNvPr>
          <p:cNvSpPr txBox="1">
            <a:spLocks noChangeArrowheads="1"/>
          </p:cNvSpPr>
          <p:nvPr/>
        </p:nvSpPr>
        <p:spPr bwMode="auto">
          <a:xfrm>
            <a:off x="2438400" y="381000"/>
            <a:ext cx="3200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400" b="1">
                <a:solidFill>
                  <a:srgbClr val="C00000"/>
                </a:solidFill>
                <a:latin typeface="Castellar" panose="020A0402060406010301" pitchFamily="18" charset="0"/>
              </a:rPr>
              <a:t>Port addresses</a:t>
            </a:r>
          </a:p>
        </p:txBody>
      </p:sp>
      <p:pic>
        <p:nvPicPr>
          <p:cNvPr id="153603" name="Picture 6">
            <a:extLst>
              <a:ext uri="{FF2B5EF4-FFF2-40B4-BE49-F238E27FC236}">
                <a16:creationId xmlns:a16="http://schemas.microsoft.com/office/drawing/2014/main" id="{68296D0F-0B20-4C53-B379-C14DF0A66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143000"/>
            <a:ext cx="703897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4" name="Content Placeholder 1">
            <a:extLst>
              <a:ext uri="{FF2B5EF4-FFF2-40B4-BE49-F238E27FC236}">
                <a16:creationId xmlns:a16="http://schemas.microsoft.com/office/drawing/2014/main" id="{3D7C66A4-3635-4A7E-89C5-C149561C4537}"/>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10">
            <a:extLst>
              <a:ext uri="{FF2B5EF4-FFF2-40B4-BE49-F238E27FC236}">
                <a16:creationId xmlns:a16="http://schemas.microsoft.com/office/drawing/2014/main" id="{6F94F435-2947-4D29-A4D4-6B1E85D96A9F}"/>
              </a:ext>
            </a:extLst>
          </p:cNvPr>
          <p:cNvSpPr>
            <a:spLocks noChangeArrowheads="1"/>
          </p:cNvSpPr>
          <p:nvPr/>
        </p:nvSpPr>
        <p:spPr bwMode="auto">
          <a:xfrm>
            <a:off x="304800" y="12192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55651" name="Rectangle 11">
            <a:extLst>
              <a:ext uri="{FF2B5EF4-FFF2-40B4-BE49-F238E27FC236}">
                <a16:creationId xmlns:a16="http://schemas.microsoft.com/office/drawing/2014/main" id="{68472EBA-D9F1-4DF9-8713-23E2D1E7039D}"/>
              </a:ext>
            </a:extLst>
          </p:cNvPr>
          <p:cNvSpPr>
            <a:spLocks noChangeArrowheads="1"/>
          </p:cNvSpPr>
          <p:nvPr/>
        </p:nvSpPr>
        <p:spPr bwMode="auto">
          <a:xfrm>
            <a:off x="228600" y="1524000"/>
            <a:ext cx="8534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a:latin typeface="Goudy Old Style" panose="02020502050305020303" pitchFamily="18" charset="0"/>
              </a:rPr>
              <a:t>Figure shows two computers communicating via the Internet. The sending computer is running three processes at this time with port addresses a, b, and c. The receiving computer is running two processes at this time with port addresses j and k. Process </a:t>
            </a:r>
            <a:r>
              <a:rPr lang="en-US" altLang="en-US" sz="2800">
                <a:solidFill>
                  <a:schemeClr val="hlink"/>
                </a:solidFill>
                <a:latin typeface="Goudy Old Style" panose="02020502050305020303" pitchFamily="18" charset="0"/>
              </a:rPr>
              <a:t>a</a:t>
            </a:r>
            <a:r>
              <a:rPr lang="en-US" altLang="en-US" sz="2800">
                <a:latin typeface="Goudy Old Style" panose="02020502050305020303" pitchFamily="18" charset="0"/>
              </a:rPr>
              <a:t> in the sending computer needs to communicate with process </a:t>
            </a:r>
            <a:r>
              <a:rPr lang="en-US" altLang="en-US" sz="2800">
                <a:solidFill>
                  <a:schemeClr val="hlink"/>
                </a:solidFill>
                <a:latin typeface="Goudy Old Style" panose="02020502050305020303" pitchFamily="18" charset="0"/>
              </a:rPr>
              <a:t>j</a:t>
            </a:r>
            <a:r>
              <a:rPr lang="en-US" altLang="en-US" sz="2800">
                <a:latin typeface="Goudy Old Style" panose="02020502050305020303" pitchFamily="18" charset="0"/>
              </a:rPr>
              <a:t> in the receiving computer. </a:t>
            </a:r>
            <a:endParaRPr lang="en-US" altLang="en-US" sz="2800">
              <a:solidFill>
                <a:srgbClr val="0070C0"/>
              </a:solidFill>
              <a:latin typeface="Goudy Old Style" panose="02020502050305020303" pitchFamily="18" charset="0"/>
            </a:endParaRPr>
          </a:p>
        </p:txBody>
      </p:sp>
      <p:sp>
        <p:nvSpPr>
          <p:cNvPr id="155652" name="Text Box 12">
            <a:extLst>
              <a:ext uri="{FF2B5EF4-FFF2-40B4-BE49-F238E27FC236}">
                <a16:creationId xmlns:a16="http://schemas.microsoft.com/office/drawing/2014/main" id="{1ADED090-4235-40A5-BBF5-E470EE58F36C}"/>
              </a:ext>
            </a:extLst>
          </p:cNvPr>
          <p:cNvSpPr txBox="1">
            <a:spLocks noChangeArrowheads="1"/>
          </p:cNvSpPr>
          <p:nvPr/>
        </p:nvSpPr>
        <p:spPr bwMode="auto">
          <a:xfrm>
            <a:off x="19050" y="363538"/>
            <a:ext cx="3962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Castellar" panose="020A0402060406010301" pitchFamily="18" charset="0"/>
              </a:rPr>
              <a:t>Port addresses</a:t>
            </a:r>
          </a:p>
        </p:txBody>
      </p:sp>
      <p:sp>
        <p:nvSpPr>
          <p:cNvPr id="155653" name="Rectangle 11">
            <a:extLst>
              <a:ext uri="{FF2B5EF4-FFF2-40B4-BE49-F238E27FC236}">
                <a16:creationId xmlns:a16="http://schemas.microsoft.com/office/drawing/2014/main" id="{AC886552-0895-4E8D-B7BE-0964F37CF7A3}"/>
              </a:ext>
            </a:extLst>
          </p:cNvPr>
          <p:cNvSpPr>
            <a:spLocks noChangeArrowheads="1"/>
          </p:cNvSpPr>
          <p:nvPr/>
        </p:nvSpPr>
        <p:spPr bwMode="auto">
          <a:xfrm>
            <a:off x="649288" y="4494213"/>
            <a:ext cx="8342312" cy="830262"/>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400"/>
              <a:t>The physical addresses will change from hop to hop,</a:t>
            </a:r>
          </a:p>
          <a:p>
            <a:pPr algn="ctr">
              <a:spcBef>
                <a:spcPct val="0"/>
              </a:spcBef>
              <a:buFontTx/>
              <a:buNone/>
            </a:pPr>
            <a:r>
              <a:rPr lang="en-US" altLang="en-US" sz="2400"/>
              <a:t>but the logical and port addresses usually remain the same.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9">
            <a:extLst>
              <a:ext uri="{FF2B5EF4-FFF2-40B4-BE49-F238E27FC236}">
                <a16:creationId xmlns:a16="http://schemas.microsoft.com/office/drawing/2014/main" id="{6981CFAD-3A3F-40D5-BEB0-871C104BC6B2}"/>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kumimoji="1" lang="en-US" altLang="en-US" sz="2400">
              <a:latin typeface="Tahoma" panose="020B0604030504040204" pitchFamily="34" charset="0"/>
            </a:endParaRPr>
          </a:p>
        </p:txBody>
      </p:sp>
      <p:sp>
        <p:nvSpPr>
          <p:cNvPr id="157699" name="Rectangle 10">
            <a:extLst>
              <a:ext uri="{FF2B5EF4-FFF2-40B4-BE49-F238E27FC236}">
                <a16:creationId xmlns:a16="http://schemas.microsoft.com/office/drawing/2014/main" id="{74691611-1AA7-4CC7-B36D-5E25F6711687}"/>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57700" name="Text Box 12">
            <a:extLst>
              <a:ext uri="{FF2B5EF4-FFF2-40B4-BE49-F238E27FC236}">
                <a16:creationId xmlns:a16="http://schemas.microsoft.com/office/drawing/2014/main" id="{0F2D6437-C566-45AB-BEED-9AFF6FEC8CF9}"/>
              </a:ext>
            </a:extLst>
          </p:cNvPr>
          <p:cNvSpPr txBox="1">
            <a:spLocks noChangeArrowheads="1"/>
          </p:cNvSpPr>
          <p:nvPr/>
        </p:nvSpPr>
        <p:spPr bwMode="auto">
          <a:xfrm>
            <a:off x="2209800" y="381000"/>
            <a:ext cx="3962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Castellar" panose="020A0402060406010301" pitchFamily="18" charset="0"/>
              </a:rPr>
              <a:t>Port addresses</a:t>
            </a:r>
          </a:p>
        </p:txBody>
      </p:sp>
      <p:sp>
        <p:nvSpPr>
          <p:cNvPr id="157701" name="Rectangle 13">
            <a:extLst>
              <a:ext uri="{FF2B5EF4-FFF2-40B4-BE49-F238E27FC236}">
                <a16:creationId xmlns:a16="http://schemas.microsoft.com/office/drawing/2014/main" id="{BD222C76-F0F5-4EED-89B0-3CC9DEDE98E2}"/>
              </a:ext>
            </a:extLst>
          </p:cNvPr>
          <p:cNvSpPr>
            <a:spLocks noChangeArrowheads="1"/>
          </p:cNvSpPr>
          <p:nvPr/>
        </p:nvSpPr>
        <p:spPr bwMode="auto">
          <a:xfrm>
            <a:off x="228600" y="1447800"/>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t>A port address is a 16-bit address represented by one decimal number as shown.</a:t>
            </a:r>
          </a:p>
        </p:txBody>
      </p:sp>
      <p:sp>
        <p:nvSpPr>
          <p:cNvPr id="157702" name="Rectangle 16">
            <a:extLst>
              <a:ext uri="{FF2B5EF4-FFF2-40B4-BE49-F238E27FC236}">
                <a16:creationId xmlns:a16="http://schemas.microsoft.com/office/drawing/2014/main" id="{CDC99F9C-94F1-4702-8982-C768D460598A}"/>
              </a:ext>
            </a:extLst>
          </p:cNvPr>
          <p:cNvSpPr>
            <a:spLocks noChangeArrowheads="1"/>
          </p:cNvSpPr>
          <p:nvPr/>
        </p:nvSpPr>
        <p:spPr bwMode="auto">
          <a:xfrm>
            <a:off x="304800" y="2819400"/>
            <a:ext cx="8382000" cy="1930400"/>
          </a:xfrm>
          <a:prstGeom prst="rect">
            <a:avLst/>
          </a:prstGeom>
          <a:solidFill>
            <a:srgbClr val="FFFF00"/>
          </a:solidFill>
          <a:ln w="9525">
            <a:solidFill>
              <a:schemeClr val="tx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a:solidFill>
                  <a:schemeClr val="folHlink"/>
                </a:solidFill>
              </a:rPr>
              <a:t>753</a:t>
            </a:r>
            <a:br>
              <a:rPr lang="en-US" altLang="en-US">
                <a:solidFill>
                  <a:schemeClr val="folHlink"/>
                </a:solidFill>
              </a:rPr>
            </a:br>
            <a:endParaRPr lang="en-US" altLang="en-US">
              <a:solidFill>
                <a:schemeClr val="folHlink"/>
              </a:solidFill>
            </a:endParaRPr>
          </a:p>
          <a:p>
            <a:pPr algn="ctr">
              <a:spcBef>
                <a:spcPct val="0"/>
              </a:spcBef>
              <a:buFontTx/>
              <a:buNone/>
            </a:pPr>
            <a:r>
              <a:rPr lang="en-US" altLang="en-US" sz="2800"/>
              <a:t>A 16-bit port address represented </a:t>
            </a:r>
            <a:br>
              <a:rPr lang="en-US" altLang="en-US" sz="2800"/>
            </a:br>
            <a:r>
              <a:rPr lang="en-US" altLang="en-US" sz="2800"/>
              <a:t>as one single number.</a:t>
            </a:r>
          </a:p>
        </p:txBody>
      </p:sp>
      <p:sp>
        <p:nvSpPr>
          <p:cNvPr id="157703" name="Rectangle 6">
            <a:extLst>
              <a:ext uri="{FF2B5EF4-FFF2-40B4-BE49-F238E27FC236}">
                <a16:creationId xmlns:a16="http://schemas.microsoft.com/office/drawing/2014/main" id="{20B5F90D-3E9F-4A48-820A-62C48C3142B1}"/>
              </a:ext>
            </a:extLst>
          </p:cNvPr>
          <p:cNvSpPr>
            <a:spLocks noChangeArrowheads="1"/>
          </p:cNvSpPr>
          <p:nvPr/>
        </p:nvSpPr>
        <p:spPr bwMode="auto">
          <a:xfrm>
            <a:off x="533400" y="5257800"/>
            <a:ext cx="8229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b="1"/>
              <a:t>Ports</a:t>
            </a:r>
            <a:r>
              <a:rPr lang="en-US" altLang="en-US" sz="2400"/>
              <a:t> 0 to 1024 are reserved for use by certain privileged services.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17E1744-C25F-43C5-9F82-38BCAE6493EC}"/>
              </a:ext>
            </a:extLst>
          </p:cNvPr>
          <p:cNvSpPr>
            <a:spLocks noGrp="1" noChangeArrowheads="1"/>
          </p:cNvSpPr>
          <p:nvPr>
            <p:ph type="title" idx="4294967295"/>
          </p:nvPr>
        </p:nvSpPr>
        <p:spPr>
          <a:xfrm>
            <a:off x="0" y="274638"/>
            <a:ext cx="8229600" cy="868362"/>
          </a:xfrm>
        </p:spPr>
        <p:txBody>
          <a:bodyPr>
            <a:normAutofit fontScale="90000"/>
          </a:bodyPr>
          <a:lstStyle/>
          <a:p>
            <a:pPr>
              <a:defRPr/>
            </a:pPr>
            <a:r>
              <a:rPr lang="en-US" sz="3100" dirty="0">
                <a:solidFill>
                  <a:srgbClr val="C00000"/>
                </a:solidFill>
                <a:latin typeface="Castellar" pitchFamily="18" charset="0"/>
              </a:rPr>
              <a:t>Network Criteria</a:t>
            </a:r>
            <a:br>
              <a:rPr lang="en-US" sz="3200" i="1" dirty="0">
                <a:latin typeface="Times New Roman" charset="0"/>
              </a:rPr>
            </a:br>
            <a:endParaRPr lang="en-US" sz="2800" dirty="0">
              <a:solidFill>
                <a:srgbClr val="C00000"/>
              </a:solidFill>
              <a:latin typeface="Castellar" pitchFamily="18" charset="0"/>
            </a:endParaRPr>
          </a:p>
        </p:txBody>
      </p:sp>
      <p:cxnSp>
        <p:nvCxnSpPr>
          <p:cNvPr id="5" name="Straight Connector 4">
            <a:extLst>
              <a:ext uri="{FF2B5EF4-FFF2-40B4-BE49-F238E27FC236}">
                <a16:creationId xmlns:a16="http://schemas.microsoft.com/office/drawing/2014/main" id="{E3A1B683-086A-443E-AD3B-7826F6F3E043}"/>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159748" name="Rectangle 5">
            <a:extLst>
              <a:ext uri="{FF2B5EF4-FFF2-40B4-BE49-F238E27FC236}">
                <a16:creationId xmlns:a16="http://schemas.microsoft.com/office/drawing/2014/main" id="{CE4268DC-3111-4EEA-93A9-B9BC691B6888}"/>
              </a:ext>
            </a:extLst>
          </p:cNvPr>
          <p:cNvSpPr>
            <a:spLocks noChangeArrowheads="1"/>
          </p:cNvSpPr>
          <p:nvPr/>
        </p:nvSpPr>
        <p:spPr bwMode="auto">
          <a:xfrm>
            <a:off x="304800" y="1371600"/>
            <a:ext cx="88392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GB" altLang="en-US" sz="2800" b="1">
                <a:solidFill>
                  <a:srgbClr val="0070C0"/>
                </a:solidFill>
                <a:latin typeface="Goudy Old Style" panose="02020502050305020303" pitchFamily="18" charset="0"/>
              </a:rPr>
              <a:t>Throughput</a:t>
            </a:r>
            <a:r>
              <a:rPr lang="en-GB" altLang="en-US" sz="2800">
                <a:latin typeface="Goudy Old Style" panose="02020502050305020303" pitchFamily="18" charset="0"/>
              </a:rPr>
              <a:t> - actual number of bits it can transfer per second.</a:t>
            </a:r>
          </a:p>
          <a:p>
            <a:pPr algn="just">
              <a:spcBef>
                <a:spcPct val="0"/>
              </a:spcBef>
              <a:buFontTx/>
              <a:buNone/>
            </a:pPr>
            <a:r>
              <a:rPr lang="en-GB" altLang="en-US" sz="2800" b="1">
                <a:solidFill>
                  <a:srgbClr val="0070C0"/>
                </a:solidFill>
                <a:latin typeface="Goudy Old Style" panose="02020502050305020303" pitchFamily="18" charset="0"/>
              </a:rPr>
              <a:t>Bandwidth</a:t>
            </a:r>
            <a:r>
              <a:rPr lang="en-GB" altLang="en-US" sz="2800">
                <a:solidFill>
                  <a:srgbClr val="0070C0"/>
                </a:solidFill>
                <a:latin typeface="Goudy Old Style" panose="02020502050305020303" pitchFamily="18" charset="0"/>
              </a:rPr>
              <a:t>- </a:t>
            </a:r>
            <a:r>
              <a:rPr lang="en-GB" altLang="en-US" sz="2800">
                <a:latin typeface="Goudy Old Style" panose="02020502050305020303" pitchFamily="18" charset="0"/>
              </a:rPr>
              <a:t>maximum number of bits it can transfer per second.</a:t>
            </a:r>
          </a:p>
          <a:p>
            <a:pPr algn="just">
              <a:spcBef>
                <a:spcPct val="0"/>
              </a:spcBef>
              <a:buFontTx/>
              <a:buNone/>
            </a:pPr>
            <a:endParaRPr lang="en-GB" altLang="en-US" sz="2800">
              <a:latin typeface="Goudy Old Style" panose="02020502050305020303" pitchFamily="18" charset="0"/>
            </a:endParaRPr>
          </a:p>
          <a:p>
            <a:pPr algn="just">
              <a:spcBef>
                <a:spcPct val="0"/>
              </a:spcBef>
              <a:buFontTx/>
              <a:buNone/>
            </a:pPr>
            <a:r>
              <a:rPr lang="en-GB" altLang="en-US" sz="2800">
                <a:latin typeface="Goudy Old Style" panose="02020502050305020303" pitchFamily="18" charset="0"/>
              </a:rPr>
              <a:t> The </a:t>
            </a:r>
            <a:r>
              <a:rPr lang="en-GB" altLang="en-US" sz="2800" b="1" i="1">
                <a:solidFill>
                  <a:srgbClr val="0070C0"/>
                </a:solidFill>
                <a:latin typeface="Goudy Old Style" panose="02020502050305020303" pitchFamily="18" charset="0"/>
              </a:rPr>
              <a:t>latency</a:t>
            </a:r>
            <a:r>
              <a:rPr lang="en-GB" altLang="en-US" sz="2800">
                <a:solidFill>
                  <a:srgbClr val="0070C0"/>
                </a:solidFill>
                <a:latin typeface="Goudy Old Style" panose="02020502050305020303" pitchFamily="18" charset="0"/>
              </a:rPr>
              <a:t> </a:t>
            </a:r>
            <a:r>
              <a:rPr lang="en-GB" altLang="en-US" sz="2800">
                <a:latin typeface="Goudy Old Style" panose="02020502050305020303" pitchFamily="18" charset="0"/>
              </a:rPr>
              <a:t>or </a:t>
            </a:r>
            <a:r>
              <a:rPr lang="en-GB" altLang="en-US" sz="2800" b="1" i="1">
                <a:solidFill>
                  <a:srgbClr val="0070C0"/>
                </a:solidFill>
                <a:latin typeface="Goudy Old Style" panose="02020502050305020303" pitchFamily="18" charset="0"/>
              </a:rPr>
              <a:t>delay</a:t>
            </a:r>
            <a:r>
              <a:rPr lang="en-GB" altLang="en-US" sz="2800">
                <a:latin typeface="Goudy Old Style" panose="02020502050305020303" pitchFamily="18" charset="0"/>
              </a:rPr>
              <a:t> of a channel is the time that elapses between sending information and the earliest possible reception of it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10">
            <a:extLst>
              <a:ext uri="{FF2B5EF4-FFF2-40B4-BE49-F238E27FC236}">
                <a16:creationId xmlns:a16="http://schemas.microsoft.com/office/drawing/2014/main" id="{0ECE8ED7-5D3E-48AC-A959-FECAE3FE7B1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61795" name="Rectangle 11">
            <a:extLst>
              <a:ext uri="{FF2B5EF4-FFF2-40B4-BE49-F238E27FC236}">
                <a16:creationId xmlns:a16="http://schemas.microsoft.com/office/drawing/2014/main" id="{090FD515-33C4-476F-8522-E34B6415BD00}"/>
              </a:ext>
            </a:extLst>
          </p:cNvPr>
          <p:cNvSpPr>
            <a:spLocks noChangeArrowheads="1"/>
          </p:cNvSpPr>
          <p:nvPr/>
        </p:nvSpPr>
        <p:spPr bwMode="auto">
          <a:xfrm>
            <a:off x="228600" y="1295400"/>
            <a:ext cx="8534400" cy="224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A network with bandwidth of 10 Mbps can pass only an average of 12,000 frames per minute with each frame carrying an average of 10,000 bits. What is the throughput of this network?</a:t>
            </a:r>
          </a:p>
          <a:p>
            <a:pPr algn="just">
              <a:spcBef>
                <a:spcPct val="0"/>
              </a:spcBef>
              <a:buFontTx/>
              <a:buNone/>
            </a:pPr>
            <a:endParaRPr lang="en-US" altLang="en-US" sz="2800" b="1" i="1">
              <a:latin typeface="Times New Roman" panose="02020603050405020304" pitchFamily="18" charset="0"/>
            </a:endParaRPr>
          </a:p>
        </p:txBody>
      </p:sp>
      <p:sp>
        <p:nvSpPr>
          <p:cNvPr id="161796" name="Text Box 12">
            <a:extLst>
              <a:ext uri="{FF2B5EF4-FFF2-40B4-BE49-F238E27FC236}">
                <a16:creationId xmlns:a16="http://schemas.microsoft.com/office/drawing/2014/main" id="{CF871F6D-88E6-450E-84C3-75AB1DB768B2}"/>
              </a:ext>
            </a:extLst>
          </p:cNvPr>
          <p:cNvSpPr txBox="1">
            <a:spLocks noChangeArrowheads="1"/>
          </p:cNvSpPr>
          <p:nvPr/>
        </p:nvSpPr>
        <p:spPr bwMode="auto">
          <a:xfrm>
            <a:off x="166688" y="495300"/>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10">
            <a:extLst>
              <a:ext uri="{FF2B5EF4-FFF2-40B4-BE49-F238E27FC236}">
                <a16:creationId xmlns:a16="http://schemas.microsoft.com/office/drawing/2014/main" id="{AC2A4F3F-3B96-4055-A581-26D534354959}"/>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63843" name="Rectangle 11">
            <a:extLst>
              <a:ext uri="{FF2B5EF4-FFF2-40B4-BE49-F238E27FC236}">
                <a16:creationId xmlns:a16="http://schemas.microsoft.com/office/drawing/2014/main" id="{07DDACEE-90F0-43F3-9249-FF61BFD89BFC}"/>
              </a:ext>
            </a:extLst>
          </p:cNvPr>
          <p:cNvSpPr>
            <a:spLocks noChangeArrowheads="1"/>
          </p:cNvSpPr>
          <p:nvPr/>
        </p:nvSpPr>
        <p:spPr bwMode="auto">
          <a:xfrm>
            <a:off x="228600" y="12954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A network with bandwidth of 10 Mbps can pass only an average of 12,000 frames per minute with each frame carrying an average of 10,000 bits. What is the throughput of this network?</a:t>
            </a:r>
          </a:p>
          <a:p>
            <a:pPr algn="just">
              <a:spcBef>
                <a:spcPct val="0"/>
              </a:spcBef>
              <a:buFontTx/>
              <a:buNone/>
            </a:pPr>
            <a:endParaRPr lang="en-US" altLang="en-US" sz="2800" b="1" i="1">
              <a:latin typeface="Times New Roman" panose="02020603050405020304" pitchFamily="18" charset="0"/>
            </a:endParaRPr>
          </a:p>
          <a:p>
            <a:pPr algn="just">
              <a:spcBef>
                <a:spcPct val="0"/>
              </a:spcBef>
              <a:buFontTx/>
              <a:buNone/>
            </a:pPr>
            <a:r>
              <a:rPr lang="en-US" altLang="en-US" sz="2800" b="1" i="1">
                <a:solidFill>
                  <a:schemeClr val="hlink"/>
                </a:solidFill>
                <a:latin typeface="Times New Roman" panose="02020603050405020304" pitchFamily="18" charset="0"/>
              </a:rPr>
              <a:t>Solution</a:t>
            </a:r>
          </a:p>
          <a:p>
            <a:pPr algn="just">
              <a:spcBef>
                <a:spcPct val="0"/>
              </a:spcBef>
              <a:buFontTx/>
              <a:buNone/>
            </a:pPr>
            <a:r>
              <a:rPr lang="en-US" altLang="en-US" sz="2800" b="1" i="1">
                <a:latin typeface="Times New Roman" panose="02020603050405020304" pitchFamily="18" charset="0"/>
              </a:rPr>
              <a:t>We can calculate the throughput as</a:t>
            </a:r>
          </a:p>
        </p:txBody>
      </p:sp>
      <p:sp>
        <p:nvSpPr>
          <p:cNvPr id="163844" name="Text Box 12">
            <a:extLst>
              <a:ext uri="{FF2B5EF4-FFF2-40B4-BE49-F238E27FC236}">
                <a16:creationId xmlns:a16="http://schemas.microsoft.com/office/drawing/2014/main" id="{5E7FDD45-80C3-4F00-A01B-F8B321DB0CDD}"/>
              </a:ext>
            </a:extLst>
          </p:cNvPr>
          <p:cNvSpPr txBox="1">
            <a:spLocks noChangeArrowheads="1"/>
          </p:cNvSpPr>
          <p:nvPr/>
        </p:nvSpPr>
        <p:spPr bwMode="auto">
          <a:xfrm>
            <a:off x="188913" y="495300"/>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pic>
        <p:nvPicPr>
          <p:cNvPr id="163845" name="Picture 14">
            <a:extLst>
              <a:ext uri="{FF2B5EF4-FFF2-40B4-BE49-F238E27FC236}">
                <a16:creationId xmlns:a16="http://schemas.microsoft.com/office/drawing/2014/main" id="{A7668102-59E6-4E31-A94D-C52A16D13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495800"/>
            <a:ext cx="4778375" cy="6207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46" name="Rectangle 15">
            <a:extLst>
              <a:ext uri="{FF2B5EF4-FFF2-40B4-BE49-F238E27FC236}">
                <a16:creationId xmlns:a16="http://schemas.microsoft.com/office/drawing/2014/main" id="{551F6274-CB7D-4C95-8105-12B45B0F6B75}"/>
              </a:ext>
            </a:extLst>
          </p:cNvPr>
          <p:cNvSpPr>
            <a:spLocks noChangeArrowheads="1"/>
          </p:cNvSpPr>
          <p:nvPr/>
        </p:nvSpPr>
        <p:spPr bwMode="auto">
          <a:xfrm>
            <a:off x="228600" y="53340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The throughput is almost one-fifth of the bandwidth in this case.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a:extLst>
              <a:ext uri="{FF2B5EF4-FFF2-40B4-BE49-F238E27FC236}">
                <a16:creationId xmlns:a16="http://schemas.microsoft.com/office/drawing/2014/main" id="{FD60B440-2B8E-4CB7-B8C7-4C14905F07A9}"/>
              </a:ext>
            </a:extLst>
          </p:cNvPr>
          <p:cNvSpPr txBox="1">
            <a:spLocks noChangeArrowheads="1"/>
          </p:cNvSpPr>
          <p:nvPr/>
        </p:nvSpPr>
        <p:spPr bwMode="auto">
          <a:xfrm>
            <a:off x="577850" y="1604963"/>
            <a:ext cx="8229600"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8228" rIns="0" bIns="0"/>
          <a:lstStyle>
            <a:lvl1pPr marL="387350" indent="-2921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777875">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eaLnBrk="1" hangingPunct="1">
              <a:lnSpc>
                <a:spcPct val="93000"/>
              </a:lnSpc>
              <a:spcBef>
                <a:spcPct val="0"/>
              </a:spcBef>
              <a:spcAft>
                <a:spcPts val="1288"/>
              </a:spcAft>
              <a:buSzPct val="45000"/>
              <a:buFontTx/>
              <a:buNone/>
            </a:pPr>
            <a:r>
              <a:rPr lang="en-US" altLang="en-US" sz="2200" b="1">
                <a:solidFill>
                  <a:srgbClr val="000000"/>
                </a:solidFill>
                <a:latin typeface="Times New Roman" panose="02020603050405020304" pitchFamily="18" charset="0"/>
                <a:ea typeface="MS PGothic" panose="020B0600070205080204" pitchFamily="34" charset="-128"/>
                <a:cs typeface="Times New Roman" panose="02020603050405020304" pitchFamily="18" charset="0"/>
              </a:rPr>
              <a:t>The time required to transmit a packet along its </a:t>
            </a:r>
            <a:r>
              <a:rPr lang="en-US" altLang="en-US" sz="2200" b="1" u="sng">
                <a:solidFill>
                  <a:srgbClr val="000000"/>
                </a:solidFill>
                <a:latin typeface="Times New Roman" panose="02020603050405020304" pitchFamily="18" charset="0"/>
                <a:ea typeface="MS PGothic" panose="020B0600070205080204" pitchFamily="34" charset="-128"/>
                <a:cs typeface="Times New Roman" panose="02020603050405020304" pitchFamily="18" charset="0"/>
              </a:rPr>
              <a:t>entire path</a:t>
            </a:r>
          </a:p>
          <a:p>
            <a:pPr lvl="1" eaLnBrk="1" hangingPunct="1">
              <a:lnSpc>
                <a:spcPct val="97000"/>
              </a:lnSpc>
              <a:spcBef>
                <a:spcPct val="0"/>
              </a:spcBef>
              <a:spcAft>
                <a:spcPts val="1038"/>
              </a:spcAft>
              <a:buSzPct val="75000"/>
              <a:buFont typeface="Symbol" panose="05050102010706020507" pitchFamily="18" charset="2"/>
              <a:buChar char=""/>
            </a:pPr>
            <a:r>
              <a:rPr lang="en-US" altLang="en-US" sz="2200" i="1">
                <a:solidFill>
                  <a:srgbClr val="000000"/>
                </a:solidFill>
                <a:latin typeface="Times New Roman" panose="02020603050405020304" pitchFamily="18" charset="0"/>
                <a:ea typeface="MS PGothic" panose="020B0600070205080204" pitchFamily="34" charset="-128"/>
                <a:cs typeface="Times New Roman" panose="02020603050405020304" pitchFamily="18" charset="0"/>
              </a:rPr>
              <a:t>Created by an application, handed over to the OS, passed to a network card (NIC), encoded, transmitted over a physical medium (copper, fibre, air), received by an intermediate device (switch, router), analyzed, retransmitted over another medium, etc.</a:t>
            </a:r>
          </a:p>
          <a:p>
            <a:pPr lvl="1" eaLnBrk="1" hangingPunct="1">
              <a:lnSpc>
                <a:spcPct val="97000"/>
              </a:lnSpc>
              <a:spcBef>
                <a:spcPct val="0"/>
              </a:spcBef>
              <a:spcAft>
                <a:spcPts val="1038"/>
              </a:spcAft>
              <a:buSzPct val="75000"/>
              <a:buFont typeface="Symbol" panose="05050102010706020507" pitchFamily="18" charset="2"/>
              <a:buChar char=""/>
            </a:pPr>
            <a:r>
              <a:rPr lang="en-US" altLang="en-US" sz="2200">
                <a:solidFill>
                  <a:srgbClr val="000000"/>
                </a:solidFill>
                <a:latin typeface="Times New Roman" panose="02020603050405020304" pitchFamily="18" charset="0"/>
                <a:ea typeface="MS PGothic" panose="020B0600070205080204" pitchFamily="34" charset="-128"/>
                <a:cs typeface="Times New Roman" panose="02020603050405020304" pitchFamily="18" charset="0"/>
              </a:rPr>
              <a:t>The most common measurement uses </a:t>
            </a:r>
            <a:r>
              <a:rPr lang="en-US" altLang="en-US" sz="2200" i="1">
                <a:solidFill>
                  <a:srgbClr val="000000"/>
                </a:solidFill>
                <a:latin typeface="Times New Roman" panose="02020603050405020304" pitchFamily="18" charset="0"/>
                <a:ea typeface="MS PGothic" panose="020B0600070205080204" pitchFamily="34" charset="-128"/>
                <a:cs typeface="Times New Roman" panose="02020603050405020304" pitchFamily="18" charset="0"/>
              </a:rPr>
              <a:t>ping</a:t>
            </a:r>
            <a:r>
              <a:rPr lang="en-US" altLang="en-US" sz="2200">
                <a:solidFill>
                  <a:srgbClr val="000000"/>
                </a:solidFill>
                <a:latin typeface="Times New Roman" panose="02020603050405020304" pitchFamily="18" charset="0"/>
                <a:ea typeface="MS PGothic" panose="020B0600070205080204" pitchFamily="34" charset="-128"/>
                <a:cs typeface="Times New Roman" panose="02020603050405020304" pitchFamily="18" charset="0"/>
              </a:rPr>
              <a:t> for total round-trip-time (RTT).</a:t>
            </a:r>
          </a:p>
        </p:txBody>
      </p:sp>
      <p:sp>
        <p:nvSpPr>
          <p:cNvPr id="2" name="Content Placeholder 1">
            <a:extLst>
              <a:ext uri="{FF2B5EF4-FFF2-40B4-BE49-F238E27FC236}">
                <a16:creationId xmlns:a16="http://schemas.microsoft.com/office/drawing/2014/main" id="{F0F91D96-C260-4501-A962-69A0E5245A45}"/>
              </a:ext>
            </a:extLst>
          </p:cNvPr>
          <p:cNvSpPr>
            <a:spLocks noGrp="1"/>
          </p:cNvSpPr>
          <p:nvPr>
            <p:ph sz="quarter" idx="10"/>
          </p:nvPr>
        </p:nvSpPr>
        <p:spPr/>
        <p:txBody>
          <a:bodyPr/>
          <a:lstStyle/>
          <a:p>
            <a:pPr>
              <a:defRPr/>
            </a:pPr>
            <a:r>
              <a:rPr lang="en-US" dirty="0"/>
              <a:t>End to End Delay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a:extLst>
              <a:ext uri="{FF2B5EF4-FFF2-40B4-BE49-F238E27FC236}">
                <a16:creationId xmlns:a16="http://schemas.microsoft.com/office/drawing/2014/main" id="{24FADA2D-1039-47E0-9C72-AE270FA18B01}"/>
              </a:ext>
            </a:extLst>
          </p:cNvPr>
          <p:cNvSpPr txBox="1">
            <a:spLocks noChangeArrowheads="1"/>
          </p:cNvSpPr>
          <p:nvPr/>
        </p:nvSpPr>
        <p:spPr bwMode="auto">
          <a:xfrm>
            <a:off x="457200" y="1600200"/>
            <a:ext cx="8228013" cy="4443413"/>
          </a:xfrm>
          <a:prstGeom prst="rect">
            <a:avLst/>
          </a:prstGeom>
          <a:noFill/>
          <a:ln>
            <a:noFill/>
          </a:ln>
        </p:spPr>
        <p:txBody>
          <a:bodyPr lIns="0" tIns="0" rIns="0" bIns="0"/>
          <a:lstStyle>
            <a:lvl1pPr marL="387350" indent="-2921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69988" indent="-192088">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lvl="2" eaLnBrk="1" hangingPunct="1">
              <a:lnSpc>
                <a:spcPct val="99000"/>
              </a:lnSpc>
              <a:spcBef>
                <a:spcPct val="0"/>
              </a:spcBef>
              <a:spcAft>
                <a:spcPts val="775"/>
              </a:spcAft>
              <a:buSzPct val="45000"/>
              <a:buFont typeface="Wingdings" panose="05000000000000000000" pitchFamily="2" charset="2"/>
              <a:buChar char=""/>
              <a:defRPr/>
            </a:pPr>
            <a:r>
              <a:rPr lang="en-US" altLang="en-US" dirty="0">
                <a:solidFill>
                  <a:srgbClr val="000000"/>
                </a:solidFill>
                <a:ea typeface="MS PGothic" panose="020B0600070205080204" pitchFamily="34" charset="-128"/>
              </a:rPr>
              <a:t>Transmission delays</a:t>
            </a:r>
          </a:p>
          <a:p>
            <a:pPr lvl="2" eaLnBrk="1" hangingPunct="1">
              <a:lnSpc>
                <a:spcPct val="99000"/>
              </a:lnSpc>
              <a:spcBef>
                <a:spcPct val="0"/>
              </a:spcBef>
              <a:spcAft>
                <a:spcPts val="775"/>
              </a:spcAft>
              <a:buSzPct val="45000"/>
              <a:buFont typeface="Wingdings" panose="05000000000000000000" pitchFamily="2" charset="2"/>
              <a:buChar char=""/>
              <a:defRPr/>
            </a:pPr>
            <a:r>
              <a:rPr lang="en-US" altLang="en-US" dirty="0">
                <a:solidFill>
                  <a:srgbClr val="000000"/>
                </a:solidFill>
                <a:ea typeface="MS PGothic" panose="020B0600070205080204" pitchFamily="34" charset="-128"/>
              </a:rPr>
              <a:t>Propagation delays</a:t>
            </a:r>
          </a:p>
          <a:p>
            <a:pPr lvl="2" eaLnBrk="1" hangingPunct="1">
              <a:lnSpc>
                <a:spcPct val="99000"/>
              </a:lnSpc>
              <a:spcBef>
                <a:spcPct val="0"/>
              </a:spcBef>
              <a:spcAft>
                <a:spcPts val="775"/>
              </a:spcAft>
              <a:buSzPct val="45000"/>
              <a:buFont typeface="Wingdings" panose="05000000000000000000" pitchFamily="2" charset="2"/>
              <a:buChar char=""/>
              <a:defRPr/>
            </a:pPr>
            <a:r>
              <a:rPr lang="en-US" altLang="en-US" dirty="0">
                <a:solidFill>
                  <a:srgbClr val="000000"/>
                </a:solidFill>
                <a:ea typeface="MS PGothic" panose="020B0600070205080204" pitchFamily="34" charset="-128"/>
              </a:rPr>
              <a:t>Processor delays</a:t>
            </a:r>
          </a:p>
          <a:p>
            <a:pPr lvl="2" eaLnBrk="1" hangingPunct="1">
              <a:lnSpc>
                <a:spcPct val="99000"/>
              </a:lnSpc>
              <a:spcBef>
                <a:spcPct val="0"/>
              </a:spcBef>
              <a:spcAft>
                <a:spcPts val="775"/>
              </a:spcAft>
              <a:buSzPct val="45000"/>
              <a:buFont typeface="Wingdings" panose="05000000000000000000" pitchFamily="2" charset="2"/>
              <a:buChar char=""/>
              <a:defRPr/>
            </a:pPr>
            <a:r>
              <a:rPr lang="en-US" altLang="en-US" dirty="0">
                <a:solidFill>
                  <a:srgbClr val="000000"/>
                </a:solidFill>
                <a:ea typeface="MS PGothic" panose="020B0600070205080204" pitchFamily="34" charset="-128"/>
              </a:rPr>
              <a:t>Buffer delays</a:t>
            </a:r>
          </a:p>
          <a:p>
            <a:pPr marL="977900" lvl="2" indent="0" eaLnBrk="1" hangingPunct="1">
              <a:lnSpc>
                <a:spcPct val="99000"/>
              </a:lnSpc>
              <a:spcBef>
                <a:spcPct val="0"/>
              </a:spcBef>
              <a:spcAft>
                <a:spcPts val="775"/>
              </a:spcAft>
              <a:buSzPct val="45000"/>
              <a:buFont typeface="Arial" panose="020B0604020202020204" pitchFamily="34" charset="0"/>
              <a:buNone/>
              <a:defRPr/>
            </a:pPr>
            <a:endParaRPr lang="en-US" altLang="en-US" dirty="0">
              <a:solidFill>
                <a:srgbClr val="000000"/>
              </a:solidFill>
              <a:ea typeface="MS PGothic" panose="020B0600070205080204" pitchFamily="34" charset="-128"/>
            </a:endParaRPr>
          </a:p>
        </p:txBody>
      </p:sp>
      <p:sp>
        <p:nvSpPr>
          <p:cNvPr id="2" name="Content Placeholder 1">
            <a:extLst>
              <a:ext uri="{FF2B5EF4-FFF2-40B4-BE49-F238E27FC236}">
                <a16:creationId xmlns:a16="http://schemas.microsoft.com/office/drawing/2014/main" id="{8B6539B3-0EC5-41AD-A0D9-46466BDC5C30}"/>
              </a:ext>
            </a:extLst>
          </p:cNvPr>
          <p:cNvSpPr>
            <a:spLocks noGrp="1"/>
          </p:cNvSpPr>
          <p:nvPr>
            <p:ph sz="quarter" idx="10"/>
          </p:nvPr>
        </p:nvSpPr>
        <p:spPr/>
        <p:txBody>
          <a:bodyPr/>
          <a:lstStyle/>
          <a:p>
            <a:pPr>
              <a:defRPr/>
            </a:pPr>
            <a:r>
              <a:rPr lang="en-US" dirty="0"/>
              <a:t>Types of Delay in Packet Switching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1">
            <a:extLst>
              <a:ext uri="{FF2B5EF4-FFF2-40B4-BE49-F238E27FC236}">
                <a16:creationId xmlns:a16="http://schemas.microsoft.com/office/drawing/2014/main" id="{3786059F-DB4F-4318-A310-287D608DEF88}"/>
              </a:ext>
            </a:extLst>
          </p:cNvPr>
          <p:cNvSpPr txBox="1">
            <a:spLocks noChangeArrowheads="1"/>
          </p:cNvSpPr>
          <p:nvPr/>
        </p:nvSpPr>
        <p:spPr bwMode="auto">
          <a:xfrm>
            <a:off x="457200" y="273050"/>
            <a:ext cx="82296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15087" rIns="0" bIns="0" anchor="ctr"/>
          <a:lstStyle>
            <a:lvl1pPr>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eaLnBrk="1" hangingPunct="1">
              <a:lnSpc>
                <a:spcPct val="93000"/>
              </a:lnSpc>
              <a:spcBef>
                <a:spcPct val="0"/>
              </a:spcBef>
              <a:buFontTx/>
              <a:buNone/>
            </a:pPr>
            <a:r>
              <a:rPr lang="en-US" altLang="en-US" sz="4000" b="1">
                <a:solidFill>
                  <a:srgbClr val="000000"/>
                </a:solidFill>
                <a:ea typeface="MS PGothic" panose="020B0600070205080204" pitchFamily="34" charset="-128"/>
              </a:rPr>
              <a:t>Transmission Delay</a:t>
            </a:r>
          </a:p>
        </p:txBody>
      </p:sp>
      <p:sp>
        <p:nvSpPr>
          <p:cNvPr id="169987" name="Text Box 2">
            <a:extLst>
              <a:ext uri="{FF2B5EF4-FFF2-40B4-BE49-F238E27FC236}">
                <a16:creationId xmlns:a16="http://schemas.microsoft.com/office/drawing/2014/main" id="{C57CB02A-6310-40CB-872A-18EE8281C464}"/>
              </a:ext>
            </a:extLst>
          </p:cNvPr>
          <p:cNvSpPr txBox="1">
            <a:spLocks noChangeArrowheads="1"/>
          </p:cNvSpPr>
          <p:nvPr/>
        </p:nvSpPr>
        <p:spPr bwMode="auto">
          <a:xfrm>
            <a:off x="457200" y="1604963"/>
            <a:ext cx="86868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10972" rIns="0" bIns="0"/>
          <a:lstStyle>
            <a:lvl1pPr marL="387350" indent="-2921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eaLnBrk="1" hangingPunct="1">
              <a:lnSpc>
                <a:spcPct val="93000"/>
              </a:lnSpc>
              <a:spcBef>
                <a:spcPct val="0"/>
              </a:spcBef>
              <a:spcAft>
                <a:spcPts val="1288"/>
              </a:spcAft>
              <a:buSzPct val="45000"/>
              <a:buFontTx/>
              <a:buNone/>
            </a:pPr>
            <a:r>
              <a:rPr lang="en-US" altLang="en-US">
                <a:solidFill>
                  <a:srgbClr val="000000"/>
                </a:solidFill>
                <a:ea typeface="MS PGothic" panose="020B0600070205080204" pitchFamily="34" charset="-128"/>
              </a:rPr>
              <a:t>The time required to push all the bits in a packet on the transmission medium in use</a:t>
            </a:r>
          </a:p>
          <a:p>
            <a:pPr eaLnBrk="1" hangingPunct="1">
              <a:lnSpc>
                <a:spcPct val="97000"/>
              </a:lnSpc>
              <a:spcBef>
                <a:spcPct val="0"/>
              </a:spcBef>
              <a:spcAft>
                <a:spcPts val="1288"/>
              </a:spcAft>
              <a:buSzPct val="45000"/>
              <a:buFontTx/>
              <a:buNone/>
            </a:pPr>
            <a:r>
              <a:rPr lang="en-US" altLang="en-US" sz="2900">
                <a:solidFill>
                  <a:srgbClr val="000000"/>
                </a:solidFill>
                <a:ea typeface="MS PGothic" panose="020B0600070205080204" pitchFamily="34" charset="-128"/>
              </a:rPr>
              <a:t>For N=Number of bits (size of the packet), S=maximum transmission rate (BW) of the network, d=delay</a:t>
            </a:r>
          </a:p>
          <a:p>
            <a:pPr eaLnBrk="1" hangingPunct="1">
              <a:lnSpc>
                <a:spcPct val="97000"/>
              </a:lnSpc>
              <a:spcBef>
                <a:spcPct val="0"/>
              </a:spcBef>
              <a:spcAft>
                <a:spcPts val="1288"/>
              </a:spcAft>
              <a:buSzPct val="45000"/>
              <a:buFontTx/>
              <a:buNone/>
            </a:pPr>
            <a:r>
              <a:rPr lang="en-US" altLang="en-US" sz="2900" b="1">
                <a:solidFill>
                  <a:srgbClr val="000000"/>
                </a:solidFill>
                <a:ea typeface="MS PGothic" panose="020B0600070205080204" pitchFamily="34" charset="-128"/>
              </a:rPr>
              <a:t>			</a:t>
            </a:r>
            <a:r>
              <a:rPr lang="en-US" altLang="en-US" sz="2800" b="1">
                <a:solidFill>
                  <a:srgbClr val="000000"/>
                </a:solidFill>
                <a:ea typeface="MS PGothic" panose="020B0600070205080204" pitchFamily="34" charset="-128"/>
                <a:cs typeface="msmincho"/>
              </a:rPr>
              <a:t>d = N/S</a:t>
            </a:r>
          </a:p>
          <a:p>
            <a:pPr eaLnBrk="1" hangingPunct="1">
              <a:lnSpc>
                <a:spcPct val="97000"/>
              </a:lnSpc>
              <a:spcBef>
                <a:spcPct val="0"/>
              </a:spcBef>
              <a:spcAft>
                <a:spcPts val="1288"/>
              </a:spcAft>
              <a:buSzPct val="45000"/>
              <a:buFontTx/>
              <a:buNone/>
            </a:pPr>
            <a:r>
              <a:rPr lang="en-US" altLang="en-US" sz="2900">
                <a:solidFill>
                  <a:srgbClr val="000000"/>
                </a:solidFill>
                <a:ea typeface="MS PGothic" panose="020B0600070205080204" pitchFamily="34" charset="-128"/>
              </a:rPr>
              <a:t>For example, to transmit 1024 bits using Fast Ethernet (100Mbps):</a:t>
            </a:r>
            <a:br>
              <a:rPr lang="en-US" altLang="en-US" sz="2900">
                <a:solidFill>
                  <a:srgbClr val="000000"/>
                </a:solidFill>
                <a:ea typeface="MS PGothic" panose="020B0600070205080204" pitchFamily="34" charset="-128"/>
              </a:rPr>
            </a:br>
            <a:endParaRPr lang="en-US" altLang="en-US" sz="2900">
              <a:solidFill>
                <a:srgbClr val="000000"/>
              </a:solidFill>
              <a:ea typeface="MS PGothic" panose="020B0600070205080204" pitchFamily="34" charset="-128"/>
            </a:endParaRPr>
          </a:p>
          <a:p>
            <a:pPr eaLnBrk="1" hangingPunct="1">
              <a:lnSpc>
                <a:spcPct val="97000"/>
              </a:lnSpc>
              <a:spcBef>
                <a:spcPct val="0"/>
              </a:spcBef>
              <a:spcAft>
                <a:spcPts val="1288"/>
              </a:spcAft>
              <a:buSzPct val="45000"/>
              <a:buFontTx/>
              <a:buNone/>
            </a:pPr>
            <a:r>
              <a:rPr lang="en-US" altLang="en-US" sz="2800" b="1">
                <a:solidFill>
                  <a:srgbClr val="000000"/>
                </a:solidFill>
                <a:ea typeface="MS PGothic" panose="020B0600070205080204" pitchFamily="34" charset="-128"/>
              </a:rPr>
              <a:t>			d = 1024/1x10e8 = 10.24 micro seconds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1">
            <a:extLst>
              <a:ext uri="{FF2B5EF4-FFF2-40B4-BE49-F238E27FC236}">
                <a16:creationId xmlns:a16="http://schemas.microsoft.com/office/drawing/2014/main" id="{13A6C433-59DD-4DEC-8F16-2B358133E722}"/>
              </a:ext>
            </a:extLst>
          </p:cNvPr>
          <p:cNvSpPr txBox="1">
            <a:spLocks noChangeArrowheads="1"/>
          </p:cNvSpPr>
          <p:nvPr/>
        </p:nvSpPr>
        <p:spPr bwMode="auto">
          <a:xfrm>
            <a:off x="457200" y="1604963"/>
            <a:ext cx="8432800" cy="486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8915" rIns="0" bIns="0"/>
          <a:lstStyle>
            <a:lvl1pPr marL="387350" indent="-2921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eaLnBrk="1" hangingPunct="1">
              <a:lnSpc>
                <a:spcPct val="93000"/>
              </a:lnSpc>
              <a:spcBef>
                <a:spcPct val="0"/>
              </a:spcBef>
              <a:spcAft>
                <a:spcPts val="1288"/>
              </a:spcAft>
            </a:pPr>
            <a:r>
              <a:rPr lang="en-US" altLang="en-US" sz="2800">
                <a:solidFill>
                  <a:srgbClr val="000000"/>
                </a:solidFill>
                <a:ea typeface="MS PGothic" panose="020B0600070205080204" pitchFamily="34" charset="-128"/>
              </a:rPr>
              <a:t>Once a bit is 'pushed' on to the transmission medium, the time required for the bit to propagate to the end of its </a:t>
            </a:r>
            <a:r>
              <a:rPr lang="en-US" altLang="en-US" sz="2800" u="sng">
                <a:solidFill>
                  <a:srgbClr val="000000"/>
                </a:solidFill>
                <a:ea typeface="MS PGothic" panose="020B0600070205080204" pitchFamily="34" charset="-128"/>
              </a:rPr>
              <a:t>physical trajectory</a:t>
            </a:r>
          </a:p>
          <a:p>
            <a:pPr eaLnBrk="1" hangingPunct="1">
              <a:lnSpc>
                <a:spcPct val="97000"/>
              </a:lnSpc>
              <a:spcBef>
                <a:spcPct val="0"/>
              </a:spcBef>
              <a:spcAft>
                <a:spcPts val="1288"/>
              </a:spcAft>
            </a:pPr>
            <a:r>
              <a:rPr lang="en-US" altLang="en-US" sz="2800">
                <a:solidFill>
                  <a:srgbClr val="000000"/>
                </a:solidFill>
                <a:ea typeface="MS PGothic" panose="020B0600070205080204" pitchFamily="34" charset="-128"/>
              </a:rPr>
              <a:t>The velocity of propagation of the circuit depends mainly on the actual distance of the physical circuit</a:t>
            </a:r>
          </a:p>
          <a:p>
            <a:pPr eaLnBrk="1" hangingPunct="1">
              <a:lnSpc>
                <a:spcPct val="97000"/>
              </a:lnSpc>
              <a:spcBef>
                <a:spcPct val="0"/>
              </a:spcBef>
              <a:spcAft>
                <a:spcPts val="1288"/>
              </a:spcAft>
            </a:pPr>
            <a:r>
              <a:rPr lang="en-US" altLang="en-US" sz="2800">
                <a:solidFill>
                  <a:srgbClr val="000000"/>
                </a:solidFill>
                <a:ea typeface="MS PGothic" panose="020B0600070205080204" pitchFamily="34" charset="-128"/>
              </a:rPr>
              <a:t>In the majority of cases this is close to the speed of light.</a:t>
            </a:r>
          </a:p>
          <a:p>
            <a:pPr eaLnBrk="1" hangingPunct="1">
              <a:lnSpc>
                <a:spcPct val="97000"/>
              </a:lnSpc>
              <a:spcBef>
                <a:spcPct val="0"/>
              </a:spcBef>
              <a:spcAft>
                <a:spcPts val="1288"/>
              </a:spcAft>
              <a:buSzPct val="45000"/>
              <a:buFontTx/>
              <a:buNone/>
            </a:pPr>
            <a:r>
              <a:rPr lang="en-US" altLang="en-US" sz="2800">
                <a:solidFill>
                  <a:srgbClr val="000000"/>
                </a:solidFill>
                <a:ea typeface="MS PGothic" panose="020B0600070205080204" pitchFamily="34" charset="-128"/>
              </a:rPr>
              <a:t>For d = distance, s = propagation velocity</a:t>
            </a:r>
          </a:p>
          <a:p>
            <a:pPr eaLnBrk="1" hangingPunct="1">
              <a:lnSpc>
                <a:spcPct val="97000"/>
              </a:lnSpc>
              <a:spcBef>
                <a:spcPct val="0"/>
              </a:spcBef>
              <a:spcAft>
                <a:spcPts val="1038"/>
              </a:spcAft>
              <a:buFontTx/>
              <a:buNone/>
            </a:pPr>
            <a:r>
              <a:rPr lang="en-US" altLang="en-US" sz="2400">
                <a:solidFill>
                  <a:srgbClr val="000000"/>
                </a:solidFill>
                <a:ea typeface="MS PGothic" panose="020B0600070205080204" pitchFamily="34" charset="-128"/>
                <a:cs typeface="msmincho"/>
              </a:rPr>
              <a:t>			</a:t>
            </a:r>
            <a:r>
              <a:rPr lang="en-US" altLang="en-US" sz="2800" b="1">
                <a:solidFill>
                  <a:srgbClr val="000000"/>
                </a:solidFill>
                <a:ea typeface="MS PGothic" panose="020B0600070205080204" pitchFamily="34" charset="-128"/>
                <a:cs typeface="msmincho"/>
              </a:rPr>
              <a:t>PD = d/s</a:t>
            </a:r>
          </a:p>
        </p:txBody>
      </p:sp>
      <p:sp>
        <p:nvSpPr>
          <p:cNvPr id="2" name="Content Placeholder 1">
            <a:extLst>
              <a:ext uri="{FF2B5EF4-FFF2-40B4-BE49-F238E27FC236}">
                <a16:creationId xmlns:a16="http://schemas.microsoft.com/office/drawing/2014/main" id="{ABEF9C80-DD7A-492C-98A6-9B3AF22AB62F}"/>
              </a:ext>
            </a:extLst>
          </p:cNvPr>
          <p:cNvSpPr>
            <a:spLocks noGrp="1"/>
          </p:cNvSpPr>
          <p:nvPr>
            <p:ph sz="quarter" idx="10"/>
          </p:nvPr>
        </p:nvSpPr>
        <p:spPr/>
        <p:txBody>
          <a:bodyPr/>
          <a:lstStyle/>
          <a:p>
            <a:pPr>
              <a:defRPr/>
            </a:pPr>
            <a:r>
              <a:rPr lang="en-US" dirty="0"/>
              <a:t>Propagation Delay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04D9-EE45-4AFE-ABA3-59B6897DD340}"/>
              </a:ext>
            </a:extLst>
          </p:cNvPr>
          <p:cNvSpPr>
            <a:spLocks noGrp="1"/>
          </p:cNvSpPr>
          <p:nvPr>
            <p:ph type="title" idx="4294967295"/>
          </p:nvPr>
        </p:nvSpPr>
        <p:spPr>
          <a:xfrm>
            <a:off x="457200" y="6350"/>
            <a:ext cx="8686800" cy="1143000"/>
          </a:xfrm>
        </p:spPr>
        <p:txBody>
          <a:bodyPr/>
          <a:lstStyle/>
          <a:p>
            <a:pPr>
              <a:defRPr/>
            </a:pPr>
            <a:r>
              <a:rPr lang="en-US" dirty="0"/>
              <a:t>Latency</a:t>
            </a:r>
          </a:p>
        </p:txBody>
      </p:sp>
      <p:pic>
        <p:nvPicPr>
          <p:cNvPr id="174083" name="Picture 2">
            <a:extLst>
              <a:ext uri="{FF2B5EF4-FFF2-40B4-BE49-F238E27FC236}">
                <a16:creationId xmlns:a16="http://schemas.microsoft.com/office/drawing/2014/main" id="{1E4EED1C-DB0C-44BE-A9F6-74160B5167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4000" y="1524000"/>
            <a:ext cx="8636000" cy="341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4" name="Rectangle 3">
            <a:extLst>
              <a:ext uri="{FF2B5EF4-FFF2-40B4-BE49-F238E27FC236}">
                <a16:creationId xmlns:a16="http://schemas.microsoft.com/office/drawing/2014/main" id="{40E83840-E53A-4BF0-B5CE-77C8FA19BDF8}"/>
              </a:ext>
            </a:extLst>
          </p:cNvPr>
          <p:cNvSpPr>
            <a:spLocks noChangeArrowheads="1"/>
          </p:cNvSpPr>
          <p:nvPr/>
        </p:nvSpPr>
        <p:spPr bwMode="auto">
          <a:xfrm>
            <a:off x="1752600" y="5486400"/>
            <a:ext cx="6172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b="1"/>
              <a:t>Latency = Propagation delay + Transmission delay + Queueing time + Processing time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a:extLst>
              <a:ext uri="{FF2B5EF4-FFF2-40B4-BE49-F238E27FC236}">
                <a16:creationId xmlns:a16="http://schemas.microsoft.com/office/drawing/2014/main" id="{A4E8704F-AA4C-4584-83C4-3FFC28373AE1}"/>
              </a:ext>
            </a:extLst>
          </p:cNvPr>
          <p:cNvSpPr txBox="1">
            <a:spLocks noChangeArrowheads="1"/>
          </p:cNvSpPr>
          <p:nvPr/>
        </p:nvSpPr>
        <p:spPr bwMode="auto">
          <a:xfrm>
            <a:off x="457200" y="1423988"/>
            <a:ext cx="828992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10972" rIns="0" bIns="0"/>
          <a:lstStyle>
            <a:lvl1pPr marL="387350" indent="-2921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algn="just" eaLnBrk="1" hangingPunct="1">
              <a:lnSpc>
                <a:spcPct val="93000"/>
              </a:lnSpc>
              <a:spcBef>
                <a:spcPct val="0"/>
              </a:spcBef>
              <a:spcAft>
                <a:spcPts val="1288"/>
              </a:spcAft>
              <a:buSzPct val="45000"/>
            </a:pPr>
            <a:r>
              <a:rPr lang="en-US" altLang="en-US" sz="2900">
                <a:solidFill>
                  <a:srgbClr val="000000"/>
                </a:solidFill>
                <a:ea typeface="MS PGothic" panose="020B0600070205080204" pitchFamily="34" charset="-128"/>
              </a:rPr>
              <a:t>Required time to analyze a packet header and decide where to send the packet (eg. a routing decision)</a:t>
            </a:r>
          </a:p>
          <a:p>
            <a:pPr algn="just" eaLnBrk="1" hangingPunct="1">
              <a:lnSpc>
                <a:spcPct val="97000"/>
              </a:lnSpc>
              <a:spcBef>
                <a:spcPct val="0"/>
              </a:spcBef>
              <a:spcAft>
                <a:spcPts val="1038"/>
              </a:spcAft>
              <a:buSzPct val="75000"/>
              <a:buFont typeface="Lucida Grande"/>
              <a:buChar char="-"/>
            </a:pPr>
            <a:r>
              <a:rPr lang="en-US" altLang="en-US" sz="2500">
                <a:solidFill>
                  <a:srgbClr val="000000"/>
                </a:solidFill>
                <a:ea typeface="MS PGothic" panose="020B0600070205080204" pitchFamily="34" charset="-128"/>
              </a:rPr>
              <a:t> Inside a router this depends on the number of entries</a:t>
            </a:r>
            <a:br>
              <a:rPr lang="en-US" altLang="en-US" sz="2500">
                <a:solidFill>
                  <a:srgbClr val="000000"/>
                </a:solidFill>
                <a:ea typeface="MS PGothic" panose="020B0600070205080204" pitchFamily="34" charset="-128"/>
              </a:rPr>
            </a:br>
            <a:r>
              <a:rPr lang="en-US" altLang="en-US" sz="2500">
                <a:solidFill>
                  <a:srgbClr val="000000"/>
                </a:solidFill>
                <a:ea typeface="MS PGothic" panose="020B0600070205080204" pitchFamily="34" charset="-128"/>
              </a:rPr>
              <a:t>   in the routing table, the implementation of data</a:t>
            </a:r>
            <a:br>
              <a:rPr lang="en-US" altLang="en-US" sz="2500">
                <a:solidFill>
                  <a:srgbClr val="000000"/>
                </a:solidFill>
                <a:ea typeface="MS PGothic" panose="020B0600070205080204" pitchFamily="34" charset="-128"/>
              </a:rPr>
            </a:br>
            <a:r>
              <a:rPr lang="en-US" altLang="en-US" sz="2500">
                <a:solidFill>
                  <a:srgbClr val="000000"/>
                </a:solidFill>
                <a:ea typeface="MS PGothic" panose="020B0600070205080204" pitchFamily="34" charset="-128"/>
              </a:rPr>
              <a:t>   structures, hardware in use, etc.</a:t>
            </a:r>
          </a:p>
          <a:p>
            <a:pPr algn="just" eaLnBrk="1" hangingPunct="1">
              <a:lnSpc>
                <a:spcPct val="97000"/>
              </a:lnSpc>
              <a:spcBef>
                <a:spcPct val="0"/>
              </a:spcBef>
              <a:spcAft>
                <a:spcPts val="1288"/>
              </a:spcAft>
              <a:buSzPct val="45000"/>
            </a:pPr>
            <a:r>
              <a:rPr lang="en-US" altLang="en-US" sz="2900">
                <a:solidFill>
                  <a:srgbClr val="000000"/>
                </a:solidFill>
                <a:ea typeface="MS PGothic" panose="020B0600070205080204" pitchFamily="34" charset="-128"/>
              </a:rPr>
              <a:t>This can include error verification / checksumming (i.e. IPv4, IPv6 header checksum) </a:t>
            </a:r>
          </a:p>
        </p:txBody>
      </p:sp>
      <p:sp>
        <p:nvSpPr>
          <p:cNvPr id="2" name="Content Placeholder 1">
            <a:extLst>
              <a:ext uri="{FF2B5EF4-FFF2-40B4-BE49-F238E27FC236}">
                <a16:creationId xmlns:a16="http://schemas.microsoft.com/office/drawing/2014/main" id="{0A951DA5-7EFC-4637-94D9-F58553B55A7A}"/>
              </a:ext>
            </a:extLst>
          </p:cNvPr>
          <p:cNvSpPr>
            <a:spLocks noGrp="1"/>
          </p:cNvSpPr>
          <p:nvPr>
            <p:ph sz="quarter" idx="10"/>
          </p:nvPr>
        </p:nvSpPr>
        <p:spPr/>
        <p:txBody>
          <a:bodyPr/>
          <a:lstStyle/>
          <a:p>
            <a:pPr>
              <a:defRPr/>
            </a:pPr>
            <a:r>
              <a:rPr lang="en-US" dirty="0"/>
              <a:t>Processing Delay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1">
            <a:extLst>
              <a:ext uri="{FF2B5EF4-FFF2-40B4-BE49-F238E27FC236}">
                <a16:creationId xmlns:a16="http://schemas.microsoft.com/office/drawing/2014/main" id="{7DAE0034-ACF7-4D7C-A6B3-FEECFF9EDBD2}"/>
              </a:ext>
            </a:extLst>
          </p:cNvPr>
          <p:cNvSpPr txBox="1">
            <a:spLocks noChangeArrowheads="1"/>
          </p:cNvSpPr>
          <p:nvPr/>
        </p:nvSpPr>
        <p:spPr bwMode="auto">
          <a:xfrm>
            <a:off x="457200" y="273050"/>
            <a:ext cx="82296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15087" rIns="0" bIns="0" anchor="ctr"/>
          <a:lstStyle>
            <a:lvl1pPr>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eaLnBrk="1" hangingPunct="1">
              <a:lnSpc>
                <a:spcPct val="93000"/>
              </a:lnSpc>
              <a:spcBef>
                <a:spcPct val="0"/>
              </a:spcBef>
              <a:buFontTx/>
              <a:buNone/>
            </a:pPr>
            <a:r>
              <a:rPr lang="en-US" altLang="en-US" sz="4000" b="1">
                <a:solidFill>
                  <a:srgbClr val="000000"/>
                </a:solidFill>
                <a:ea typeface="MS PGothic" panose="020B0600070205080204" pitchFamily="34" charset="-128"/>
              </a:rPr>
              <a:t>Queuing Delay</a:t>
            </a:r>
          </a:p>
        </p:txBody>
      </p:sp>
      <p:sp>
        <p:nvSpPr>
          <p:cNvPr id="177155" name="Text Box 2">
            <a:extLst>
              <a:ext uri="{FF2B5EF4-FFF2-40B4-BE49-F238E27FC236}">
                <a16:creationId xmlns:a16="http://schemas.microsoft.com/office/drawing/2014/main" id="{FED97D34-5425-43E2-91D9-D5D2236EE1AD}"/>
              </a:ext>
            </a:extLst>
          </p:cNvPr>
          <p:cNvSpPr txBox="1">
            <a:spLocks noChangeArrowheads="1"/>
          </p:cNvSpPr>
          <p:nvPr/>
        </p:nvSpPr>
        <p:spPr bwMode="auto">
          <a:xfrm>
            <a:off x="457200" y="1604963"/>
            <a:ext cx="8229600"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10972" rIns="0" bIns="0"/>
          <a:lstStyle>
            <a:lvl1pPr marL="387350" indent="-2921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sz="2000">
                <a:solidFill>
                  <a:schemeClr val="tx1"/>
                </a:solidFill>
                <a:latin typeface="Arial" panose="020B0604020202020204" pitchFamily="34" charset="0"/>
                <a:cs typeface="Arial" panose="020B0604020202020204" pitchFamily="34" charset="0"/>
              </a:defRPr>
            </a:lvl9pPr>
          </a:lstStyle>
          <a:p>
            <a:pPr algn="just" eaLnBrk="1" hangingPunct="1">
              <a:lnSpc>
                <a:spcPct val="93000"/>
              </a:lnSpc>
              <a:spcBef>
                <a:spcPct val="0"/>
              </a:spcBef>
              <a:spcAft>
                <a:spcPts val="1288"/>
              </a:spcAft>
              <a:buSzPct val="45000"/>
              <a:buFont typeface="Wingdings" panose="05000000000000000000" pitchFamily="2" charset="2"/>
              <a:buChar char=""/>
            </a:pPr>
            <a:r>
              <a:rPr lang="en-US" altLang="en-US" sz="2900">
                <a:solidFill>
                  <a:srgbClr val="000000"/>
                </a:solidFill>
                <a:ea typeface="MS PGothic" panose="020B0600070205080204" pitchFamily="34" charset="-128"/>
              </a:rPr>
              <a:t>The time a packet is queued until it is transmitted</a:t>
            </a:r>
          </a:p>
          <a:p>
            <a:pPr algn="just" eaLnBrk="1" hangingPunct="1">
              <a:lnSpc>
                <a:spcPct val="97000"/>
              </a:lnSpc>
              <a:spcBef>
                <a:spcPct val="0"/>
              </a:spcBef>
              <a:spcAft>
                <a:spcPts val="1288"/>
              </a:spcAft>
              <a:buSzPct val="45000"/>
              <a:buFont typeface="Wingdings" panose="05000000000000000000" pitchFamily="2" charset="2"/>
              <a:buChar char=""/>
            </a:pPr>
            <a:r>
              <a:rPr lang="en-US" altLang="en-US" sz="2900">
                <a:solidFill>
                  <a:srgbClr val="000000"/>
                </a:solidFill>
                <a:ea typeface="MS PGothic" panose="020B0600070205080204" pitchFamily="34" charset="-128"/>
              </a:rPr>
              <a:t>The number of packets waiting in the queue will depend on traffic intensity and of the type of traffic</a:t>
            </a:r>
          </a:p>
          <a:p>
            <a:pPr algn="just" eaLnBrk="1" hangingPunct="1">
              <a:lnSpc>
                <a:spcPct val="97000"/>
              </a:lnSpc>
              <a:spcBef>
                <a:spcPct val="0"/>
              </a:spcBef>
              <a:spcAft>
                <a:spcPts val="1288"/>
              </a:spcAft>
              <a:buSzPct val="45000"/>
              <a:buFont typeface="Wingdings" panose="05000000000000000000" pitchFamily="2" charset="2"/>
              <a:buChar char=""/>
            </a:pPr>
            <a:r>
              <a:rPr lang="en-US" altLang="en-US" sz="2900">
                <a:solidFill>
                  <a:srgbClr val="000000"/>
                </a:solidFill>
                <a:ea typeface="MS PGothic" panose="020B0600070205080204" pitchFamily="34" charset="-128"/>
              </a:rPr>
              <a:t>Router queue algorithms try to adapt delays to specific preferences, or impose equal delay on all traffic.</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10">
            <a:extLst>
              <a:ext uri="{FF2B5EF4-FFF2-40B4-BE49-F238E27FC236}">
                <a16:creationId xmlns:a16="http://schemas.microsoft.com/office/drawing/2014/main" id="{F678291B-B58B-4000-B670-96EE88AD108C}"/>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79203" name="Rectangle 11">
            <a:extLst>
              <a:ext uri="{FF2B5EF4-FFF2-40B4-BE49-F238E27FC236}">
                <a16:creationId xmlns:a16="http://schemas.microsoft.com/office/drawing/2014/main" id="{82472A69-6FEE-448D-9A73-1696855ADB67}"/>
              </a:ext>
            </a:extLst>
          </p:cNvPr>
          <p:cNvSpPr>
            <a:spLocks noChangeArrowheads="1"/>
          </p:cNvSpPr>
          <p:nvPr/>
        </p:nvSpPr>
        <p:spPr bwMode="auto">
          <a:xfrm>
            <a:off x="228600" y="1295400"/>
            <a:ext cx="8534400"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What is the propagation time if the distance between the two points is 12,000 km? Assume the propagation speed to be 2.4 × 10^8 m/s in cable.</a:t>
            </a:r>
          </a:p>
          <a:p>
            <a:pPr algn="just">
              <a:spcBef>
                <a:spcPct val="0"/>
              </a:spcBef>
              <a:buFontTx/>
              <a:buNone/>
            </a:pPr>
            <a:endParaRPr lang="en-US" altLang="en-US" sz="2800" b="1" i="1">
              <a:latin typeface="Times New Roman" panose="02020603050405020304" pitchFamily="18" charset="0"/>
            </a:endParaRPr>
          </a:p>
        </p:txBody>
      </p:sp>
      <p:sp>
        <p:nvSpPr>
          <p:cNvPr id="179204" name="Text Box 12">
            <a:extLst>
              <a:ext uri="{FF2B5EF4-FFF2-40B4-BE49-F238E27FC236}">
                <a16:creationId xmlns:a16="http://schemas.microsoft.com/office/drawing/2014/main" id="{FAB178E1-CF0F-4C65-90A6-88AED14C1D92}"/>
              </a:ext>
            </a:extLst>
          </p:cNvPr>
          <p:cNvSpPr txBox="1">
            <a:spLocks noChangeArrowheads="1"/>
          </p:cNvSpPr>
          <p:nvPr/>
        </p:nvSpPr>
        <p:spPr bwMode="auto">
          <a:xfrm>
            <a:off x="228600" y="347663"/>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10">
            <a:extLst>
              <a:ext uri="{FF2B5EF4-FFF2-40B4-BE49-F238E27FC236}">
                <a16:creationId xmlns:a16="http://schemas.microsoft.com/office/drawing/2014/main" id="{186EF8F7-FAC1-42C0-B1EC-791B1DAC405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81251" name="Rectangle 11">
            <a:extLst>
              <a:ext uri="{FF2B5EF4-FFF2-40B4-BE49-F238E27FC236}">
                <a16:creationId xmlns:a16="http://schemas.microsoft.com/office/drawing/2014/main" id="{03EC2DA3-FAE7-4D4C-9358-650F7300EABC}"/>
              </a:ext>
            </a:extLst>
          </p:cNvPr>
          <p:cNvSpPr>
            <a:spLocks noChangeArrowheads="1"/>
          </p:cNvSpPr>
          <p:nvPr/>
        </p:nvSpPr>
        <p:spPr bwMode="auto">
          <a:xfrm>
            <a:off x="228600" y="12954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What is the propagation time if the distance between the two points is 12,000 km? Assume the propagation speed to be 2.4 × 10^8 m/s in cable.</a:t>
            </a:r>
          </a:p>
          <a:p>
            <a:pPr algn="just">
              <a:spcBef>
                <a:spcPct val="0"/>
              </a:spcBef>
              <a:buFontTx/>
              <a:buNone/>
            </a:pPr>
            <a:endParaRPr lang="en-US" altLang="en-US" sz="2800" b="1" i="1">
              <a:latin typeface="Times New Roman" panose="02020603050405020304" pitchFamily="18" charset="0"/>
            </a:endParaRPr>
          </a:p>
          <a:p>
            <a:pPr algn="just">
              <a:spcBef>
                <a:spcPct val="0"/>
              </a:spcBef>
              <a:buFontTx/>
              <a:buNone/>
            </a:pPr>
            <a:r>
              <a:rPr lang="en-US" altLang="en-US" sz="2800" b="1" i="1">
                <a:solidFill>
                  <a:schemeClr val="hlink"/>
                </a:solidFill>
                <a:latin typeface="Times New Roman" panose="02020603050405020304" pitchFamily="18" charset="0"/>
              </a:rPr>
              <a:t>Solution</a:t>
            </a:r>
          </a:p>
          <a:p>
            <a:pPr algn="just">
              <a:spcBef>
                <a:spcPct val="0"/>
              </a:spcBef>
              <a:buFontTx/>
              <a:buNone/>
            </a:pPr>
            <a:r>
              <a:rPr lang="en-US" altLang="en-US" sz="2800" b="1" i="1">
                <a:latin typeface="Times New Roman" panose="02020603050405020304" pitchFamily="18" charset="0"/>
              </a:rPr>
              <a:t>We can calculate the propagation time as</a:t>
            </a:r>
          </a:p>
        </p:txBody>
      </p:sp>
      <p:sp>
        <p:nvSpPr>
          <p:cNvPr id="181252" name="Text Box 12">
            <a:extLst>
              <a:ext uri="{FF2B5EF4-FFF2-40B4-BE49-F238E27FC236}">
                <a16:creationId xmlns:a16="http://schemas.microsoft.com/office/drawing/2014/main" id="{424650A7-2DEF-4109-BD3D-549EB34EDAEA}"/>
              </a:ext>
            </a:extLst>
          </p:cNvPr>
          <p:cNvSpPr txBox="1">
            <a:spLocks noChangeArrowheads="1"/>
          </p:cNvSpPr>
          <p:nvPr/>
        </p:nvSpPr>
        <p:spPr bwMode="auto">
          <a:xfrm>
            <a:off x="184150" y="376238"/>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pic>
        <p:nvPicPr>
          <p:cNvPr id="181253" name="Picture 14">
            <a:extLst>
              <a:ext uri="{FF2B5EF4-FFF2-40B4-BE49-F238E27FC236}">
                <a16:creationId xmlns:a16="http://schemas.microsoft.com/office/drawing/2014/main" id="{C8351198-C73F-4695-A7BA-039B6BD9CF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037013"/>
            <a:ext cx="4994275" cy="8191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1254" name="Rectangle 15">
            <a:extLst>
              <a:ext uri="{FF2B5EF4-FFF2-40B4-BE49-F238E27FC236}">
                <a16:creationId xmlns:a16="http://schemas.microsoft.com/office/drawing/2014/main" id="{C568BCD8-7DAE-462C-B479-86A79D18C27B}"/>
              </a:ext>
            </a:extLst>
          </p:cNvPr>
          <p:cNvSpPr>
            <a:spLocks noChangeArrowheads="1"/>
          </p:cNvSpPr>
          <p:nvPr/>
        </p:nvSpPr>
        <p:spPr bwMode="auto">
          <a:xfrm>
            <a:off x="152400" y="50292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The example shows that a bit can go over the Atlantic Ocean in only 50 ms if there is a direct cable between the source and the destination.</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10">
            <a:extLst>
              <a:ext uri="{FF2B5EF4-FFF2-40B4-BE49-F238E27FC236}">
                <a16:creationId xmlns:a16="http://schemas.microsoft.com/office/drawing/2014/main" id="{408ACB79-439B-4F2A-A7F7-5A0A26D9C449}"/>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83299" name="Rectangle 11">
            <a:extLst>
              <a:ext uri="{FF2B5EF4-FFF2-40B4-BE49-F238E27FC236}">
                <a16:creationId xmlns:a16="http://schemas.microsoft.com/office/drawing/2014/main" id="{6B9AD8A6-3A53-4A7D-89BA-B995E3B5A7E7}"/>
              </a:ext>
            </a:extLst>
          </p:cNvPr>
          <p:cNvSpPr>
            <a:spLocks noChangeArrowheads="1"/>
          </p:cNvSpPr>
          <p:nvPr/>
        </p:nvSpPr>
        <p:spPr bwMode="auto">
          <a:xfrm>
            <a:off x="228600" y="12954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What are the propagation time and the transmission time for a 2500byte message (an e-mail) if the bandwidth of the network is 1 Gbps? Assume that the distance between the sender and the receiver is 12,000 km and that light travels at 2.4 × 10^8 m/s.</a:t>
            </a:r>
          </a:p>
          <a:p>
            <a:pPr algn="just">
              <a:spcBef>
                <a:spcPct val="0"/>
              </a:spcBef>
              <a:buFontTx/>
              <a:buNone/>
            </a:pPr>
            <a:endParaRPr lang="en-US" altLang="en-US" sz="2800" b="1" i="1">
              <a:latin typeface="Times New Roman" panose="02020603050405020304" pitchFamily="18" charset="0"/>
            </a:endParaRPr>
          </a:p>
          <a:p>
            <a:pPr algn="just">
              <a:spcBef>
                <a:spcPct val="0"/>
              </a:spcBef>
              <a:buFontTx/>
              <a:buNone/>
            </a:pPr>
            <a:r>
              <a:rPr lang="en-US" altLang="en-US" sz="2800" b="1" i="1">
                <a:solidFill>
                  <a:schemeClr val="hlink"/>
                </a:solidFill>
                <a:latin typeface="Times New Roman" panose="02020603050405020304" pitchFamily="18" charset="0"/>
              </a:rPr>
              <a:t>Solution</a:t>
            </a:r>
          </a:p>
          <a:p>
            <a:pPr algn="just">
              <a:spcBef>
                <a:spcPct val="0"/>
              </a:spcBef>
              <a:buFontTx/>
              <a:buNone/>
            </a:pPr>
            <a:r>
              <a:rPr lang="en-US" altLang="en-US" sz="2800" b="1" i="1">
                <a:latin typeface="Times New Roman" panose="02020603050405020304" pitchFamily="18" charset="0"/>
              </a:rPr>
              <a:t>We can calculate the propagation and transmission time as shown on the next slide:</a:t>
            </a:r>
          </a:p>
        </p:txBody>
      </p:sp>
      <p:sp>
        <p:nvSpPr>
          <p:cNvPr id="183300" name="Text Box 12">
            <a:extLst>
              <a:ext uri="{FF2B5EF4-FFF2-40B4-BE49-F238E27FC236}">
                <a16:creationId xmlns:a16="http://schemas.microsoft.com/office/drawing/2014/main" id="{68195505-7041-4D42-99ED-19A6ADE967AE}"/>
              </a:ext>
            </a:extLst>
          </p:cNvPr>
          <p:cNvSpPr txBox="1">
            <a:spLocks noChangeArrowheads="1"/>
          </p:cNvSpPr>
          <p:nvPr/>
        </p:nvSpPr>
        <p:spPr bwMode="auto">
          <a:xfrm>
            <a:off x="241300" y="485775"/>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10">
            <a:extLst>
              <a:ext uri="{FF2B5EF4-FFF2-40B4-BE49-F238E27FC236}">
                <a16:creationId xmlns:a16="http://schemas.microsoft.com/office/drawing/2014/main" id="{60738393-5C7D-47F4-9DBC-A23CF21ADA8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85347" name="Rectangle 11">
            <a:extLst>
              <a:ext uri="{FF2B5EF4-FFF2-40B4-BE49-F238E27FC236}">
                <a16:creationId xmlns:a16="http://schemas.microsoft.com/office/drawing/2014/main" id="{EACA0877-B206-4966-8B48-A2FD78CF5973}"/>
              </a:ext>
            </a:extLst>
          </p:cNvPr>
          <p:cNvSpPr>
            <a:spLocks noChangeArrowheads="1"/>
          </p:cNvSpPr>
          <p:nvPr/>
        </p:nvSpPr>
        <p:spPr bwMode="auto">
          <a:xfrm>
            <a:off x="228600" y="3838575"/>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Note that in this case, because the message is short and the bandwidth is high, the dominant factor is the propagation time, not the transmission time. The transmission time can be ignored.</a:t>
            </a:r>
          </a:p>
        </p:txBody>
      </p:sp>
      <p:sp>
        <p:nvSpPr>
          <p:cNvPr id="185348" name="Text Box 12">
            <a:extLst>
              <a:ext uri="{FF2B5EF4-FFF2-40B4-BE49-F238E27FC236}">
                <a16:creationId xmlns:a16="http://schemas.microsoft.com/office/drawing/2014/main" id="{ACE2B2BB-5F87-4EE5-9769-A7A0D06A342D}"/>
              </a:ext>
            </a:extLst>
          </p:cNvPr>
          <p:cNvSpPr txBox="1">
            <a:spLocks noChangeArrowheads="1"/>
          </p:cNvSpPr>
          <p:nvPr/>
        </p:nvSpPr>
        <p:spPr bwMode="auto">
          <a:xfrm>
            <a:off x="228600" y="482600"/>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pic>
        <p:nvPicPr>
          <p:cNvPr id="185349" name="Picture 13">
            <a:extLst>
              <a:ext uri="{FF2B5EF4-FFF2-40B4-BE49-F238E27FC236}">
                <a16:creationId xmlns:a16="http://schemas.microsoft.com/office/drawing/2014/main" id="{4731872E-C64B-4832-ACD0-2098F49E1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1555750"/>
            <a:ext cx="5462587" cy="164623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10">
            <a:extLst>
              <a:ext uri="{FF2B5EF4-FFF2-40B4-BE49-F238E27FC236}">
                <a16:creationId xmlns:a16="http://schemas.microsoft.com/office/drawing/2014/main" id="{14825D9D-0EB2-4143-A8C0-A9F1FDEC15AE}"/>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87395" name="Rectangle 11">
            <a:extLst>
              <a:ext uri="{FF2B5EF4-FFF2-40B4-BE49-F238E27FC236}">
                <a16:creationId xmlns:a16="http://schemas.microsoft.com/office/drawing/2014/main" id="{EA28FC71-8438-48BD-885D-201CFFF8A2C7}"/>
              </a:ext>
            </a:extLst>
          </p:cNvPr>
          <p:cNvSpPr>
            <a:spLocks noChangeArrowheads="1"/>
          </p:cNvSpPr>
          <p:nvPr/>
        </p:nvSpPr>
        <p:spPr bwMode="auto">
          <a:xfrm>
            <a:off x="228600" y="12954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What are the propagation time and the transmission time for a 5000000 byte message (an image) if the bandwidth of the network is 1 Mbps? Assume that the distance between the sender and the receiver is 12,000 km and that light travels at 2.4 × 10</a:t>
            </a:r>
            <a:r>
              <a:rPr lang="en-US" altLang="en-US" sz="2800" b="1" i="1" baseline="30000">
                <a:latin typeface="Times New Roman" panose="02020603050405020304" pitchFamily="18" charset="0"/>
              </a:rPr>
              <a:t>8</a:t>
            </a:r>
            <a:r>
              <a:rPr lang="en-US" altLang="en-US" sz="2800" b="1" i="1">
                <a:latin typeface="Times New Roman" panose="02020603050405020304" pitchFamily="18" charset="0"/>
              </a:rPr>
              <a:t> m/s.</a:t>
            </a:r>
          </a:p>
          <a:p>
            <a:pPr algn="just">
              <a:spcBef>
                <a:spcPct val="0"/>
              </a:spcBef>
              <a:buFontTx/>
              <a:buNone/>
            </a:pPr>
            <a:endParaRPr lang="en-US" altLang="en-US" sz="2800" b="1" i="1">
              <a:latin typeface="Times New Roman" panose="02020603050405020304" pitchFamily="18" charset="0"/>
            </a:endParaRPr>
          </a:p>
          <a:p>
            <a:pPr algn="just">
              <a:spcBef>
                <a:spcPct val="0"/>
              </a:spcBef>
              <a:buFontTx/>
              <a:buNone/>
            </a:pPr>
            <a:r>
              <a:rPr lang="en-US" altLang="en-US" sz="2800" b="1" i="1">
                <a:solidFill>
                  <a:schemeClr val="hlink"/>
                </a:solidFill>
                <a:latin typeface="Times New Roman" panose="02020603050405020304" pitchFamily="18" charset="0"/>
              </a:rPr>
              <a:t>Solution</a:t>
            </a:r>
          </a:p>
          <a:p>
            <a:pPr algn="just">
              <a:spcBef>
                <a:spcPct val="0"/>
              </a:spcBef>
              <a:buFontTx/>
              <a:buNone/>
            </a:pPr>
            <a:r>
              <a:rPr lang="en-US" altLang="en-US" sz="2800" b="1" i="1">
                <a:latin typeface="Times New Roman" panose="02020603050405020304" pitchFamily="18" charset="0"/>
              </a:rPr>
              <a:t>We can calculate the propagation and transmission times as shown on the next slide.</a:t>
            </a:r>
          </a:p>
        </p:txBody>
      </p:sp>
      <p:sp>
        <p:nvSpPr>
          <p:cNvPr id="187396" name="Text Box 12">
            <a:extLst>
              <a:ext uri="{FF2B5EF4-FFF2-40B4-BE49-F238E27FC236}">
                <a16:creationId xmlns:a16="http://schemas.microsoft.com/office/drawing/2014/main" id="{2950E682-F37C-477A-9108-33435F57F821}"/>
              </a:ext>
            </a:extLst>
          </p:cNvPr>
          <p:cNvSpPr txBox="1">
            <a:spLocks noChangeArrowheads="1"/>
          </p:cNvSpPr>
          <p:nvPr/>
        </p:nvSpPr>
        <p:spPr bwMode="auto">
          <a:xfrm>
            <a:off x="160338" y="495300"/>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10">
            <a:extLst>
              <a:ext uri="{FF2B5EF4-FFF2-40B4-BE49-F238E27FC236}">
                <a16:creationId xmlns:a16="http://schemas.microsoft.com/office/drawing/2014/main" id="{36DD9EDE-B8FA-4CD7-B12B-E407AE94870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800" b="1" i="1" baseline="-18000">
              <a:latin typeface="Times New Roman" panose="02020603050405020304" pitchFamily="18" charset="0"/>
            </a:endParaRPr>
          </a:p>
        </p:txBody>
      </p:sp>
      <p:sp>
        <p:nvSpPr>
          <p:cNvPr id="189443" name="Rectangle 11">
            <a:extLst>
              <a:ext uri="{FF2B5EF4-FFF2-40B4-BE49-F238E27FC236}">
                <a16:creationId xmlns:a16="http://schemas.microsoft.com/office/drawing/2014/main" id="{2C926A59-0729-4837-B98A-A811066DDCA7}"/>
              </a:ext>
            </a:extLst>
          </p:cNvPr>
          <p:cNvSpPr>
            <a:spLocks noChangeArrowheads="1"/>
          </p:cNvSpPr>
          <p:nvPr/>
        </p:nvSpPr>
        <p:spPr bwMode="auto">
          <a:xfrm>
            <a:off x="228600" y="38100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b="1" i="1">
                <a:latin typeface="Times New Roman" panose="02020603050405020304" pitchFamily="18" charset="0"/>
              </a:rPr>
              <a:t>Note that in this case, because the message is very long and the bandwidth is not very high, the dominant factor is the transmission time, not the propagation time. The propagation time can be ignored.</a:t>
            </a:r>
          </a:p>
        </p:txBody>
      </p:sp>
      <p:sp>
        <p:nvSpPr>
          <p:cNvPr id="189444" name="Text Box 12">
            <a:extLst>
              <a:ext uri="{FF2B5EF4-FFF2-40B4-BE49-F238E27FC236}">
                <a16:creationId xmlns:a16="http://schemas.microsoft.com/office/drawing/2014/main" id="{492C91F6-1314-48AE-AB6B-F53C6A1AA880}"/>
              </a:ext>
            </a:extLst>
          </p:cNvPr>
          <p:cNvSpPr txBox="1">
            <a:spLocks noChangeArrowheads="1"/>
          </p:cNvSpPr>
          <p:nvPr/>
        </p:nvSpPr>
        <p:spPr bwMode="auto">
          <a:xfrm>
            <a:off x="152400" y="338138"/>
            <a:ext cx="1689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b="1" i="1">
                <a:solidFill>
                  <a:schemeClr val="hlink"/>
                </a:solidFill>
                <a:latin typeface="Times New Roman" panose="02020603050405020304" pitchFamily="18" charset="0"/>
              </a:rPr>
              <a:t>Example</a:t>
            </a:r>
          </a:p>
        </p:txBody>
      </p:sp>
      <p:pic>
        <p:nvPicPr>
          <p:cNvPr id="189445" name="Picture 13">
            <a:extLst>
              <a:ext uri="{FF2B5EF4-FFF2-40B4-BE49-F238E27FC236}">
                <a16:creationId xmlns:a16="http://schemas.microsoft.com/office/drawing/2014/main" id="{30B464C1-99AD-49A3-9EDF-82A46E4BA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038" y="1704975"/>
            <a:ext cx="6002337" cy="15748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Content Placeholder 2">
            <a:extLst>
              <a:ext uri="{FF2B5EF4-FFF2-40B4-BE49-F238E27FC236}">
                <a16:creationId xmlns:a16="http://schemas.microsoft.com/office/drawing/2014/main" id="{737A536A-345F-46EB-825E-CF6E62436E9F}"/>
              </a:ext>
            </a:extLst>
          </p:cNvPr>
          <p:cNvSpPr>
            <a:spLocks noGrp="1"/>
          </p:cNvSpPr>
          <p:nvPr>
            <p:ph idx="1"/>
          </p:nvPr>
        </p:nvSpPr>
        <p:spPr>
          <a:xfrm>
            <a:off x="304800" y="1493838"/>
            <a:ext cx="8229600" cy="4525962"/>
          </a:xfrm>
        </p:spPr>
        <p:txBody>
          <a:bodyPr/>
          <a:lstStyle/>
          <a:p>
            <a:pPr algn="just" fontAlgn="base">
              <a:spcAft>
                <a:spcPct val="0"/>
              </a:spcAft>
            </a:pPr>
            <a:r>
              <a:rPr lang="en-US" altLang="en-US" sz="2000"/>
              <a:t>How long does it take to send a file of 640,000 bits from host A to host B over a circuit-switched network?</a:t>
            </a:r>
          </a:p>
          <a:p>
            <a:pPr algn="just" fontAlgn="base">
              <a:spcAft>
                <a:spcPct val="0"/>
              </a:spcAft>
            </a:pPr>
            <a:endParaRPr lang="en-US" altLang="en-US" sz="2000"/>
          </a:p>
          <a:p>
            <a:pPr lvl="1" algn="just" fontAlgn="base">
              <a:spcAft>
                <a:spcPct val="0"/>
              </a:spcAft>
            </a:pPr>
            <a:r>
              <a:rPr lang="en-US" altLang="en-US" sz="2000"/>
              <a:t> All links are 1.536 Mb/s </a:t>
            </a:r>
          </a:p>
          <a:p>
            <a:pPr lvl="1" algn="just" fontAlgn="base">
              <a:spcAft>
                <a:spcPct val="0"/>
              </a:spcAft>
            </a:pPr>
            <a:r>
              <a:rPr lang="en-US" altLang="en-US" sz="2000"/>
              <a:t>Each link uses TDM with 24 slots/sec (TDM = Time Division Multiplexing)</a:t>
            </a:r>
          </a:p>
          <a:p>
            <a:pPr lvl="1" algn="just" fontAlgn="base">
              <a:spcAft>
                <a:spcPct val="0"/>
              </a:spcAft>
            </a:pPr>
            <a:r>
              <a:rPr lang="en-US" altLang="en-US" sz="2000"/>
              <a:t> 500 msec to establish end-to-end circuit</a:t>
            </a:r>
          </a:p>
        </p:txBody>
      </p:sp>
      <p:sp>
        <p:nvSpPr>
          <p:cNvPr id="4" name="Content Placeholder 3">
            <a:extLst>
              <a:ext uri="{FF2B5EF4-FFF2-40B4-BE49-F238E27FC236}">
                <a16:creationId xmlns:a16="http://schemas.microsoft.com/office/drawing/2014/main" id="{E611C440-68E8-45A4-8C68-E6C1BF43EB25}"/>
              </a:ext>
            </a:extLst>
          </p:cNvPr>
          <p:cNvSpPr>
            <a:spLocks noGrp="1"/>
          </p:cNvSpPr>
          <p:nvPr>
            <p:ph sz="quarter" idx="10"/>
          </p:nvPr>
        </p:nvSpPr>
        <p:spPr/>
        <p:txBody>
          <a:bodyPr/>
          <a:lstStyle/>
          <a:p>
            <a:pPr>
              <a:defRPr/>
            </a:pPr>
            <a:r>
              <a:rPr lang="en-US" dirty="0"/>
              <a:t>Example </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6E96CF-9D9A-4999-930E-FD27BDAA3826}"/>
              </a:ext>
            </a:extLst>
          </p:cNvPr>
          <p:cNvSpPr>
            <a:spLocks noGrp="1"/>
          </p:cNvSpPr>
          <p:nvPr>
            <p:ph sz="quarter" idx="10"/>
          </p:nvPr>
        </p:nvSpPr>
        <p:spPr/>
        <p:txBody>
          <a:bodyPr/>
          <a:lstStyle/>
          <a:p>
            <a:pPr>
              <a:defRPr/>
            </a:pPr>
            <a:r>
              <a:rPr lang="en-US" dirty="0"/>
              <a:t>Example</a:t>
            </a:r>
          </a:p>
        </p:txBody>
      </p:sp>
      <p:sp>
        <p:nvSpPr>
          <p:cNvPr id="192515" name="Rectangle 2">
            <a:extLst>
              <a:ext uri="{FF2B5EF4-FFF2-40B4-BE49-F238E27FC236}">
                <a16:creationId xmlns:a16="http://schemas.microsoft.com/office/drawing/2014/main" id="{1E115636-CDDA-433A-B009-6A5D7B14C6E2}"/>
              </a:ext>
            </a:extLst>
          </p:cNvPr>
          <p:cNvSpPr>
            <a:spLocks noChangeArrowheads="1"/>
          </p:cNvSpPr>
          <p:nvPr/>
        </p:nvSpPr>
        <p:spPr bwMode="auto">
          <a:xfrm>
            <a:off x="419100" y="1524000"/>
            <a:ext cx="8305800"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CA" altLang="en-US" sz="2000" b="1">
                <a:solidFill>
                  <a:srgbClr val="000000"/>
                </a:solidFill>
                <a:latin typeface="Times New Roman" panose="02020603050405020304" pitchFamily="18" charset="0"/>
                <a:ea typeface="Times New Roman" panose="02020603050405020304" pitchFamily="18" charset="0"/>
                <a:cs typeface="PFIHJP+TimesNewRoman"/>
              </a:rPr>
              <a:t>Solution:</a:t>
            </a:r>
            <a:endParaRPr lang="en-US" altLang="en-US" sz="2000">
              <a:latin typeface="Times New Roman" panose="02020603050405020304" pitchFamily="18" charset="0"/>
              <a:ea typeface="Times New Roman" panose="02020603050405020304" pitchFamily="18" charset="0"/>
              <a:cs typeface="PFIHJP+TimesNewRoman"/>
            </a:endParaRPr>
          </a:p>
          <a:p>
            <a:pPr>
              <a:spcBef>
                <a:spcPct val="0"/>
              </a:spcBef>
              <a:buFontTx/>
              <a:buNone/>
            </a:pPr>
            <a:r>
              <a:rPr lang="en-CA" altLang="en-US" sz="2000">
                <a:latin typeface="Times New Roman" panose="02020603050405020304" pitchFamily="18" charset="0"/>
                <a:ea typeface="Times New Roman" panose="02020603050405020304" pitchFamily="18" charset="0"/>
                <a:cs typeface="PFIHJP+TimesNewRoman"/>
              </a:rPr>
              <a:t> </a:t>
            </a:r>
            <a:endParaRPr lang="en-US" altLang="en-US" sz="2000">
              <a:latin typeface="Times New Roman" panose="02020603050405020304" pitchFamily="18" charset="0"/>
              <a:ea typeface="Times New Roman" panose="02020603050405020304" pitchFamily="18" charset="0"/>
              <a:cs typeface="PFIHJP+TimesNewRoman"/>
            </a:endParaRPr>
          </a:p>
          <a:p>
            <a:pPr>
              <a:spcBef>
                <a:spcPct val="0"/>
              </a:spcBef>
              <a:buFontTx/>
              <a:buNone/>
            </a:pPr>
            <a:r>
              <a:rPr lang="en-CA" altLang="en-US" sz="2000">
                <a:latin typeface="Times New Roman" panose="02020603050405020304" pitchFamily="18" charset="0"/>
                <a:ea typeface="Times New Roman" panose="02020603050405020304" pitchFamily="18" charset="0"/>
                <a:cs typeface="PFIHJP+TimesNewRoman"/>
              </a:rPr>
              <a:t>For a TDM link, time is divided into frames of fixed duration and each frame is divided into a fixed number of time slots. When the network establish a connection across a link, the network dedicates one time slot in every frame to the connection. These slots are  edicated for the sole use of that connection, with a time slot available for use (in every frame) to transmit the connection's data.</a:t>
            </a:r>
            <a:endParaRPr lang="en-US" altLang="en-US" sz="2000">
              <a:latin typeface="Times New Roman" panose="02020603050405020304" pitchFamily="18" charset="0"/>
              <a:ea typeface="Times New Roman" panose="02020603050405020304" pitchFamily="18" charset="0"/>
              <a:cs typeface="PFIHJP+TimesNewRoman"/>
            </a:endParaRPr>
          </a:p>
          <a:p>
            <a:pPr>
              <a:spcBef>
                <a:spcPct val="0"/>
              </a:spcBef>
              <a:buFontTx/>
              <a:buNone/>
            </a:pPr>
            <a:r>
              <a:rPr lang="en-CA" altLang="en-US" sz="2000">
                <a:latin typeface="Times New Roman" panose="02020603050405020304" pitchFamily="18" charset="0"/>
                <a:ea typeface="Times New Roman" panose="02020603050405020304" pitchFamily="18" charset="0"/>
                <a:cs typeface="PFIHJP+TimesNewRoman"/>
              </a:rPr>
              <a:t> </a:t>
            </a:r>
            <a:endParaRPr lang="en-US" altLang="en-US" sz="2000">
              <a:latin typeface="Times New Roman" panose="02020603050405020304" pitchFamily="18" charset="0"/>
              <a:ea typeface="Times New Roman" panose="02020603050405020304" pitchFamily="18" charset="0"/>
              <a:cs typeface="PFIHJP+TimesNewRoman"/>
            </a:endParaRPr>
          </a:p>
          <a:p>
            <a:pPr>
              <a:spcBef>
                <a:spcPct val="0"/>
              </a:spcBef>
              <a:buFontTx/>
              <a:buNone/>
            </a:pPr>
            <a:r>
              <a:rPr lang="en-CA" altLang="en-US" sz="2000">
                <a:latin typeface="Times New Roman" panose="02020603050405020304" pitchFamily="18" charset="0"/>
                <a:ea typeface="Times New Roman" panose="02020603050405020304" pitchFamily="18" charset="0"/>
                <a:cs typeface="PFIHJP+TimesNewRoman"/>
              </a:rPr>
              <a:t>Each circuit has a transmission rate of (1.536 Mbps)/24 = 64 Kbps, so it takes (640bits)/(64 Kbps) = 10 seconds to transmit the file. To this 10 seconds we add the circuit establishment time, giving 10.5 seconds to send the file. Note that the transmission time is independent of the number links: the transmission time would be 10 seconds if the end-to-end circuit passes through one link or one-hundred links</a:t>
            </a:r>
            <a:r>
              <a:rPr lang="en-CA" altLang="en-US" sz="1200">
                <a:latin typeface="Times New Roman" panose="02020603050405020304" pitchFamily="18" charset="0"/>
                <a:ea typeface="Times New Roman" panose="02020603050405020304" pitchFamily="18" charset="0"/>
                <a:cs typeface="PFIHJP+TimesNewRoman"/>
              </a:rPr>
              <a:t>.</a:t>
            </a:r>
            <a:endParaRPr lang="en-US" altLang="en-US" sz="1200">
              <a:latin typeface="Times New Roman" panose="02020603050405020304" pitchFamily="18" charset="0"/>
              <a:ea typeface="Times New Roman" panose="02020603050405020304" pitchFamily="18" charset="0"/>
              <a:cs typeface="PFIHJP+TimesNew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64E41F-051B-496B-AF4F-75FE10A0E2DC}"/>
              </a:ext>
            </a:extLst>
          </p:cNvPr>
          <p:cNvSpPr>
            <a:spLocks noGrp="1"/>
          </p:cNvSpPr>
          <p:nvPr>
            <p:ph sz="quarter" idx="10"/>
          </p:nvPr>
        </p:nvSpPr>
        <p:spPr/>
        <p:txBody>
          <a:bodyPr/>
          <a:lstStyle/>
          <a:p>
            <a:pPr>
              <a:defRPr/>
            </a:pPr>
            <a:r>
              <a:rPr lang="en-US" dirty="0"/>
              <a:t>Example</a:t>
            </a:r>
          </a:p>
        </p:txBody>
      </p:sp>
      <p:sp>
        <p:nvSpPr>
          <p:cNvPr id="5" name="TextBox 4">
            <a:extLst>
              <a:ext uri="{FF2B5EF4-FFF2-40B4-BE49-F238E27FC236}">
                <a16:creationId xmlns:a16="http://schemas.microsoft.com/office/drawing/2014/main" id="{C8E4B59C-5227-4B70-85BA-F78E23DC1FCF}"/>
              </a:ext>
            </a:extLst>
          </p:cNvPr>
          <p:cNvSpPr txBox="1"/>
          <p:nvPr/>
        </p:nvSpPr>
        <p:spPr>
          <a:xfrm>
            <a:off x="381000" y="2303463"/>
            <a:ext cx="8229600" cy="1754187"/>
          </a:xfrm>
          <a:prstGeom prst="rect">
            <a:avLst/>
          </a:prstGeom>
          <a:noFill/>
        </p:spPr>
        <p:txBody>
          <a:bodyPr>
            <a:spAutoFit/>
          </a:bodyPr>
          <a:lstStyle/>
          <a:p>
            <a:pPr>
              <a:spcBef>
                <a:spcPts val="0"/>
              </a:spcBef>
              <a:spcAft>
                <a:spcPts val="0"/>
              </a:spcAft>
              <a:defRPr/>
            </a:pPr>
            <a:r>
              <a:rPr lang="en-US" dirty="0">
                <a:latin typeface="Sabon-Roman"/>
                <a:ea typeface="Times New Roman" panose="02020603050405020304" pitchFamily="18" charset="0"/>
                <a:cs typeface="Sabon-Roman"/>
              </a:rPr>
              <a:t>Calculate the total time required to transfer a 1.5-MB file in the following cases, assuming a RTT of 80 </a:t>
            </a:r>
            <a:r>
              <a:rPr lang="en-US" dirty="0" err="1">
                <a:latin typeface="Sabon-Roman"/>
                <a:ea typeface="Times New Roman" panose="02020603050405020304" pitchFamily="18" charset="0"/>
                <a:cs typeface="Sabon-Roman"/>
              </a:rPr>
              <a:t>ms</a:t>
            </a:r>
            <a:r>
              <a:rPr lang="en-US" dirty="0">
                <a:latin typeface="Sabon-Roman"/>
                <a:ea typeface="Times New Roman" panose="02020603050405020304" pitchFamily="18" charset="0"/>
                <a:cs typeface="Sabon-Roman"/>
              </a:rPr>
              <a:t>, a packet size of 1 KB and an initial 2</a:t>
            </a:r>
            <a:r>
              <a:rPr lang="en-US" dirty="0">
                <a:latin typeface="MTSY"/>
                <a:ea typeface="Times New Roman" panose="02020603050405020304" pitchFamily="18" charset="0"/>
                <a:cs typeface="MTSY"/>
              </a:rPr>
              <a:t>×</a:t>
            </a:r>
            <a:r>
              <a:rPr lang="en-US" dirty="0">
                <a:latin typeface="Sabon-Roman"/>
                <a:ea typeface="Times New Roman" panose="02020603050405020304" pitchFamily="18" charset="0"/>
                <a:cs typeface="Sabon-Roman"/>
              </a:rPr>
              <a:t>RTT of “handshaking” before data is sent.</a:t>
            </a:r>
            <a:endParaRPr lang="en-US" dirty="0">
              <a:latin typeface="Times New Roman" panose="02020603050405020304" pitchFamily="18" charset="0"/>
              <a:ea typeface="Times New Roman" panose="02020603050405020304" pitchFamily="18" charset="0"/>
            </a:endParaRPr>
          </a:p>
          <a:p>
            <a:pPr marL="342900" indent="-342900">
              <a:spcBef>
                <a:spcPts val="0"/>
              </a:spcBef>
              <a:spcAft>
                <a:spcPts val="0"/>
              </a:spcAft>
              <a:buFontTx/>
              <a:buAutoNum type="alphaLcParenBoth"/>
              <a:defRPr/>
            </a:pPr>
            <a:r>
              <a:rPr lang="en-US" dirty="0">
                <a:latin typeface="Sabon-Roman"/>
                <a:ea typeface="Times New Roman" panose="02020603050405020304" pitchFamily="18" charset="0"/>
                <a:cs typeface="Sabon-Roman"/>
              </a:rPr>
              <a:t>The bandwidth is 10 Mbps, and data packets can be sent continuously.</a:t>
            </a:r>
          </a:p>
          <a:p>
            <a:pPr marL="342900" indent="-342900">
              <a:spcBef>
                <a:spcPts val="0"/>
              </a:spcBef>
              <a:spcAft>
                <a:spcPts val="0"/>
              </a:spcAft>
              <a:buFontTx/>
              <a:buAutoNum type="alphaLcParenBoth"/>
              <a:defRPr/>
            </a:pPr>
            <a:r>
              <a:rPr lang="en-US" dirty="0">
                <a:latin typeface="Sabon-Roman"/>
                <a:ea typeface="Times New Roman" panose="02020603050405020304" pitchFamily="18" charset="0"/>
                <a:cs typeface="Sabon-Roman"/>
              </a:rPr>
              <a:t>The bandwidth is 100 Mbps, but after we finish sending each data packet, we must wait one RTT before sending the next.</a:t>
            </a:r>
            <a:endParaRPr 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C8F548-728B-471E-A4F4-2F5843B7ADDA}"/>
              </a:ext>
            </a:extLst>
          </p:cNvPr>
          <p:cNvSpPr>
            <a:spLocks noGrp="1"/>
          </p:cNvSpPr>
          <p:nvPr>
            <p:ph sz="quarter" idx="10"/>
          </p:nvPr>
        </p:nvSpPr>
        <p:spPr/>
        <p:txBody>
          <a:bodyPr/>
          <a:lstStyle/>
          <a:p>
            <a:pPr>
              <a:defRPr/>
            </a:pPr>
            <a:r>
              <a:rPr lang="en-US" dirty="0"/>
              <a:t>Example</a:t>
            </a:r>
          </a:p>
        </p:txBody>
      </p:sp>
      <p:sp>
        <p:nvSpPr>
          <p:cNvPr id="194563" name="TextBox 4">
            <a:extLst>
              <a:ext uri="{FF2B5EF4-FFF2-40B4-BE49-F238E27FC236}">
                <a16:creationId xmlns:a16="http://schemas.microsoft.com/office/drawing/2014/main" id="{EA273401-0884-4816-A370-80DAFC3EEF7C}"/>
              </a:ext>
            </a:extLst>
          </p:cNvPr>
          <p:cNvSpPr txBox="1">
            <a:spLocks noChangeArrowheads="1"/>
          </p:cNvSpPr>
          <p:nvPr/>
        </p:nvSpPr>
        <p:spPr bwMode="auto">
          <a:xfrm>
            <a:off x="381000" y="1524000"/>
            <a:ext cx="838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Sabon-Roman"/>
                <a:ea typeface="Times New Roman" panose="02020603050405020304" pitchFamily="18" charset="0"/>
                <a:cs typeface="Sabon-Roman"/>
              </a:rPr>
              <a:t>Solution: </a:t>
            </a:r>
          </a:p>
          <a:p>
            <a:pPr>
              <a:spcBef>
                <a:spcPct val="0"/>
              </a:spcBef>
              <a:buFontTx/>
              <a:buNone/>
            </a:pPr>
            <a:r>
              <a:rPr lang="en-US" altLang="en-US" sz="1800">
                <a:latin typeface="Sabon-Roman"/>
                <a:ea typeface="Times New Roman" panose="02020603050405020304" pitchFamily="18" charset="0"/>
                <a:cs typeface="Sabon-Roman"/>
              </a:rPr>
              <a:t>(a) The bandwidth is 10 Mbps, and data packets can be sent continuously.</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total time = initial handshaking + network delay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initial handshaking = 2*RTT = 2*80 ms = 160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Delay = propagation delay + transmission delay (assuming processing &amp; queuing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delays are not significant).</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(1.5-MB / 10 Mbps)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(1.5*1,048,576 B / 10*1,000,000 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(1.5*1,048,576*8 b / 10*1,000,000 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(12,582,912 bits / 10,000,000 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+ 1.26 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+ 1260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1300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a:t>
            </a:r>
            <a:r>
              <a:rPr lang="en-US" altLang="en-US" sz="1800" b="1">
                <a:latin typeface="Times New Roman" panose="02020603050405020304" pitchFamily="18" charset="0"/>
                <a:ea typeface="Times New Roman" panose="02020603050405020304" pitchFamily="18" charset="0"/>
                <a:cs typeface="Sabon-Roman"/>
              </a:rPr>
              <a:t>»</a:t>
            </a:r>
            <a:r>
              <a:rPr lang="en-US" altLang="en-US" sz="1800" b="1">
                <a:latin typeface="Sabon-Roman"/>
                <a:ea typeface="Times New Roman" panose="02020603050405020304" pitchFamily="18" charset="0"/>
                <a:cs typeface="Sabon-Roman"/>
              </a:rPr>
              <a:t> total time = initial handshaking + network delay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160 ms + 1300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1460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1.46 s</a:t>
            </a:r>
            <a:endParaRPr lang="en-US" altLang="en-US" sz="1800">
              <a:latin typeface="Times New Roman" panose="02020603050405020304" pitchFamily="18" charset="0"/>
              <a:ea typeface="Times New Roman" panose="02020603050405020304" pitchFamily="18" charset="0"/>
              <a:cs typeface="Sabon-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extBox 3">
            <a:extLst>
              <a:ext uri="{FF2B5EF4-FFF2-40B4-BE49-F238E27FC236}">
                <a16:creationId xmlns:a16="http://schemas.microsoft.com/office/drawing/2014/main" id="{B517EFF7-72A7-46E0-A2A1-A0F64DF90A3D}"/>
              </a:ext>
            </a:extLst>
          </p:cNvPr>
          <p:cNvSpPr txBox="1">
            <a:spLocks noChangeArrowheads="1"/>
          </p:cNvSpPr>
          <p:nvPr/>
        </p:nvSpPr>
        <p:spPr bwMode="auto">
          <a:xfrm>
            <a:off x="228600" y="457200"/>
            <a:ext cx="8382000" cy="630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Sabon-Roman"/>
                <a:ea typeface="Times New Roman" panose="02020603050405020304" pitchFamily="18" charset="0"/>
                <a:cs typeface="Sabon-Roman"/>
              </a:rPr>
              <a:t>(b) The bandwidth is 100 Mbps, but after we finish sending each data packet, we must wait one RTT before sending the next.</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First, count number of packets needed to send the file: </a:t>
            </a: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1.5-MB / 1 KB = </a:t>
            </a:r>
            <a:r>
              <a:rPr lang="en-US" altLang="en-US" sz="1800">
                <a:latin typeface="Sabon-Roman"/>
                <a:ea typeface="Times New Roman" panose="02020603050405020304" pitchFamily="18" charset="0"/>
                <a:cs typeface="Sabon-Roman"/>
              </a:rPr>
              <a:t>12,582,912 bits</a:t>
            </a:r>
            <a:r>
              <a:rPr lang="en-US" altLang="en-US" sz="1800">
                <a:latin typeface="Times New Roman" panose="02020603050405020304" pitchFamily="18" charset="0"/>
                <a:ea typeface="Times New Roman" panose="02020603050405020304" pitchFamily="18" charset="0"/>
                <a:cs typeface="Sabon-Roman"/>
              </a:rPr>
              <a:t> / 1024(8) bits</a:t>
            </a: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 </a:t>
            </a:r>
            <a:r>
              <a:rPr lang="en-US" altLang="en-US" sz="1800">
                <a:latin typeface="Sabon-Roman"/>
                <a:ea typeface="Times New Roman" panose="02020603050405020304" pitchFamily="18" charset="0"/>
                <a:cs typeface="Sabon-Roman"/>
              </a:rPr>
              <a:t>12,582,912 bits</a:t>
            </a:r>
            <a:r>
              <a:rPr lang="en-US" altLang="en-US" sz="1800">
                <a:latin typeface="Times New Roman" panose="02020603050405020304" pitchFamily="18" charset="0"/>
                <a:ea typeface="Times New Roman" panose="02020603050405020304" pitchFamily="18" charset="0"/>
                <a:cs typeface="Sabon-Roman"/>
              </a:rPr>
              <a:t> / 8192 bits</a:t>
            </a: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 1536 </a:t>
            </a: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Thus, we need (1536-1) RTTs to be added to the total delay time. (</a:t>
            </a:r>
            <a:r>
              <a:rPr lang="en-GB" altLang="en-US" sz="1600">
                <a:solidFill>
                  <a:srgbClr val="FF0000"/>
                </a:solidFill>
                <a:latin typeface="Times New Roman" panose="02020603050405020304" pitchFamily="18" charset="0"/>
                <a:ea typeface="Times New Roman" panose="02020603050405020304" pitchFamily="18" charset="0"/>
                <a:cs typeface="Sabon-Roman"/>
              </a:rPr>
              <a:t>After transmitting a packet, we wait for one RTT. Therefore, since RTT&gt;transmission time+propagation delay, by the time we transmit the next packet, the first packet has already reached the other side. So, we need the transmission time of a packet + one RTT for each of the first 999 packet. For the last packet, we must wait for the propagation delay for the last bit to reach the other side. Therefore, the total time is as before plus 1535 RTTs</a:t>
            </a:r>
            <a:r>
              <a:rPr lang="en-GB" altLang="en-US" sz="1600">
                <a:latin typeface="Times New Roman" panose="02020603050405020304" pitchFamily="18" charset="0"/>
                <a:ea typeface="Times New Roman" panose="02020603050405020304" pitchFamily="18" charset="0"/>
                <a:cs typeface="Sabon-Roman"/>
              </a:rPr>
              <a:t>.)</a:t>
            </a:r>
            <a:endParaRPr lang="en-US" altLang="en-US" sz="16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Second, we need to calculate the network delay in this case:</a:t>
            </a: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a:t>
            </a:r>
            <a:r>
              <a:rPr lang="en-US" altLang="en-US" sz="1800">
                <a:latin typeface="Sabon-Roman"/>
                <a:ea typeface="Times New Roman" panose="02020603050405020304" pitchFamily="18" charset="0"/>
                <a:cs typeface="Sabon-Roman"/>
              </a:rPr>
              <a:t>       Delay = propagation delay + transmission delay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(1.5-MB / 100 Mbps)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(1.5*1,048,576 B / 100*1,000,000 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(1.5*1,048,576*8 b / 100*1,000,000 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(12,582,912 bits / 100,000,000 bps)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 40 ms + 0.126 s = 40 ms + 126 ms = 166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a:t>
            </a:r>
            <a:r>
              <a:rPr lang="en-US" altLang="en-US" sz="1800" b="1">
                <a:latin typeface="Times New Roman" panose="02020603050405020304" pitchFamily="18" charset="0"/>
                <a:ea typeface="Times New Roman" panose="02020603050405020304" pitchFamily="18" charset="0"/>
                <a:cs typeface="Sabon-Roman"/>
              </a:rPr>
              <a:t>»</a:t>
            </a:r>
            <a:r>
              <a:rPr lang="en-US" altLang="en-US" sz="1800" b="1">
                <a:latin typeface="Sabon-Roman"/>
                <a:ea typeface="Times New Roman" panose="02020603050405020304" pitchFamily="18" charset="0"/>
                <a:cs typeface="Sabon-Roman"/>
              </a:rPr>
              <a:t> total time = initial handshaking + network delay + 1535 (80 ms)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160 ms + 166 ms + 122800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123,126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123.26 s</a:t>
            </a:r>
            <a:endParaRPr lang="en-US" altLang="en-US" sz="1800">
              <a:latin typeface="Times New Roman" panose="02020603050405020304" pitchFamily="18" charset="0"/>
              <a:ea typeface="Times New Roman" panose="02020603050405020304" pitchFamily="18" charset="0"/>
              <a:cs typeface="Sabon-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1C1C8F-CFB1-40C5-A925-DB0A1D88A444}"/>
              </a:ext>
            </a:extLst>
          </p:cNvPr>
          <p:cNvSpPr>
            <a:spLocks noGrp="1"/>
          </p:cNvSpPr>
          <p:nvPr>
            <p:ph sz="quarter" idx="10"/>
          </p:nvPr>
        </p:nvSpPr>
        <p:spPr/>
        <p:txBody>
          <a:bodyPr/>
          <a:lstStyle/>
          <a:p>
            <a:pPr>
              <a:defRPr/>
            </a:pPr>
            <a:r>
              <a:rPr lang="en-US" dirty="0"/>
              <a:t>Example</a:t>
            </a:r>
          </a:p>
        </p:txBody>
      </p:sp>
      <p:sp>
        <p:nvSpPr>
          <p:cNvPr id="4" name="TextBox 3">
            <a:extLst>
              <a:ext uri="{FF2B5EF4-FFF2-40B4-BE49-F238E27FC236}">
                <a16:creationId xmlns:a16="http://schemas.microsoft.com/office/drawing/2014/main" id="{B6EF5807-C273-4BD5-8E7E-16563B10FA6A}"/>
              </a:ext>
            </a:extLst>
          </p:cNvPr>
          <p:cNvSpPr txBox="1"/>
          <p:nvPr/>
        </p:nvSpPr>
        <p:spPr>
          <a:xfrm>
            <a:off x="381000" y="1600200"/>
            <a:ext cx="7924800" cy="1754188"/>
          </a:xfrm>
          <a:prstGeom prst="rect">
            <a:avLst/>
          </a:prstGeom>
          <a:noFill/>
        </p:spPr>
        <p:txBody>
          <a:bodyPr>
            <a:spAutoFit/>
          </a:bodyPr>
          <a:lstStyle/>
          <a:p>
            <a:pPr>
              <a:spcBef>
                <a:spcPts val="0"/>
              </a:spcBef>
              <a:spcAft>
                <a:spcPts val="0"/>
              </a:spcAft>
              <a:defRPr/>
            </a:pPr>
            <a:r>
              <a:rPr lang="en-US" dirty="0">
                <a:latin typeface="Sabon-Roman"/>
                <a:ea typeface="Times New Roman" panose="02020603050405020304" pitchFamily="18" charset="0"/>
                <a:cs typeface="Sabon-Roman"/>
              </a:rPr>
              <a:t>Calculate the total time required to transfer a 1000-KB file in the following cases, assuming an RTT of 100 </a:t>
            </a:r>
            <a:r>
              <a:rPr lang="en-US" dirty="0" err="1">
                <a:latin typeface="Sabon-Roman"/>
                <a:ea typeface="Times New Roman" panose="02020603050405020304" pitchFamily="18" charset="0"/>
                <a:cs typeface="Sabon-Roman"/>
              </a:rPr>
              <a:t>ms</a:t>
            </a:r>
            <a:r>
              <a:rPr lang="en-US" dirty="0">
                <a:latin typeface="Sabon-Roman"/>
                <a:ea typeface="Times New Roman" panose="02020603050405020304" pitchFamily="18" charset="0"/>
                <a:cs typeface="Sabon-Roman"/>
              </a:rPr>
              <a:t>, a packet size of 1 KB and an initial 2 </a:t>
            </a:r>
            <a:r>
              <a:rPr lang="en-US" dirty="0">
                <a:latin typeface="MTSY"/>
                <a:ea typeface="Times New Roman" panose="02020603050405020304" pitchFamily="18" charset="0"/>
                <a:cs typeface="MTSY"/>
              </a:rPr>
              <a:t>× </a:t>
            </a:r>
            <a:r>
              <a:rPr lang="en-US" dirty="0">
                <a:latin typeface="Sabon-Roman"/>
                <a:ea typeface="Times New Roman" panose="02020603050405020304" pitchFamily="18" charset="0"/>
                <a:cs typeface="Sabon-Roman"/>
              </a:rPr>
              <a:t>RTT of “handshaking” before data is sent.</a:t>
            </a:r>
            <a:endParaRPr lang="en-US" dirty="0">
              <a:latin typeface="Times New Roman" panose="02020603050405020304" pitchFamily="18" charset="0"/>
              <a:ea typeface="Times New Roman" panose="02020603050405020304" pitchFamily="18" charset="0"/>
            </a:endParaRPr>
          </a:p>
          <a:p>
            <a:pPr marL="342900" indent="-342900">
              <a:spcBef>
                <a:spcPts val="0"/>
              </a:spcBef>
              <a:spcAft>
                <a:spcPts val="0"/>
              </a:spcAft>
              <a:buFontTx/>
              <a:buAutoNum type="alphaLcParenBoth"/>
              <a:defRPr/>
            </a:pPr>
            <a:r>
              <a:rPr lang="en-US" dirty="0">
                <a:latin typeface="Sabon-Roman"/>
                <a:ea typeface="Times New Roman" panose="02020603050405020304" pitchFamily="18" charset="0"/>
                <a:cs typeface="Sabon-Roman"/>
              </a:rPr>
              <a:t>The bandwidth is 1.5 Mbps, and data packets can be sent continuously.</a:t>
            </a:r>
          </a:p>
          <a:p>
            <a:pPr marL="342900" indent="-342900">
              <a:spcBef>
                <a:spcPts val="0"/>
              </a:spcBef>
              <a:spcAft>
                <a:spcPts val="0"/>
              </a:spcAft>
              <a:buFontTx/>
              <a:buAutoNum type="alphaLcParenBoth"/>
              <a:defRPr/>
            </a:pPr>
            <a:r>
              <a:rPr lang="en-US" dirty="0">
                <a:latin typeface="Sabon-Roman"/>
                <a:ea typeface="Times New Roman" panose="02020603050405020304" pitchFamily="18" charset="0"/>
                <a:cs typeface="Sabon-Roman"/>
              </a:rPr>
              <a:t>The bandwidth is 1.5 Mbps, but after we finish sending each data packet we must wait one RTT before sending the next</a:t>
            </a:r>
            <a:endParaRPr 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35DCFE-5027-4146-9A62-2E2A5635B780}"/>
              </a:ext>
            </a:extLst>
          </p:cNvPr>
          <p:cNvSpPr>
            <a:spLocks noGrp="1"/>
          </p:cNvSpPr>
          <p:nvPr>
            <p:ph sz="quarter" idx="10"/>
          </p:nvPr>
        </p:nvSpPr>
        <p:spPr/>
        <p:txBody>
          <a:bodyPr/>
          <a:lstStyle/>
          <a:p>
            <a:pPr>
              <a:defRPr/>
            </a:pPr>
            <a:endParaRPr lang="en-US"/>
          </a:p>
        </p:txBody>
      </p:sp>
      <p:sp>
        <p:nvSpPr>
          <p:cNvPr id="197635" name="TextBox 3">
            <a:extLst>
              <a:ext uri="{FF2B5EF4-FFF2-40B4-BE49-F238E27FC236}">
                <a16:creationId xmlns:a16="http://schemas.microsoft.com/office/drawing/2014/main" id="{9BCA3995-648F-41C9-901E-542A5D5502A8}"/>
              </a:ext>
            </a:extLst>
          </p:cNvPr>
          <p:cNvSpPr txBox="1">
            <a:spLocks noChangeArrowheads="1"/>
          </p:cNvSpPr>
          <p:nvPr/>
        </p:nvSpPr>
        <p:spPr bwMode="auto">
          <a:xfrm>
            <a:off x="609600" y="1905000"/>
            <a:ext cx="79248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Sabon-Roman"/>
                <a:ea typeface="Times New Roman" panose="02020603050405020304" pitchFamily="18" charset="0"/>
                <a:cs typeface="Sabon-Roman"/>
              </a:rPr>
              <a:t>Solution:</a:t>
            </a:r>
          </a:p>
          <a:p>
            <a:pPr>
              <a:spcBef>
                <a:spcPct val="0"/>
              </a:spcBef>
              <a:buFontTx/>
              <a:buNone/>
            </a:pPr>
            <a:r>
              <a:rPr lang="en-US" altLang="en-US" sz="1800">
                <a:latin typeface="Sabon-Roman"/>
                <a:ea typeface="Times New Roman" panose="02020603050405020304" pitchFamily="18" charset="0"/>
                <a:cs typeface="Sabon-Roman"/>
              </a:rPr>
              <a:t>(a) The bandwidth is 1.5 Mbps, and data packets can be sent continuously.</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a:t>
            </a:r>
            <a:r>
              <a:rPr lang="en-US" altLang="en-US" sz="1800" b="1">
                <a:latin typeface="Times New Roman" panose="02020603050405020304" pitchFamily="18" charset="0"/>
                <a:ea typeface="Times New Roman" panose="02020603050405020304" pitchFamily="18" charset="0"/>
                <a:cs typeface="Sabon-Roman"/>
              </a:rPr>
              <a:t>»</a:t>
            </a:r>
            <a:r>
              <a:rPr lang="en-US" altLang="en-US" sz="1800" b="1">
                <a:latin typeface="Sabon-Roman"/>
                <a:ea typeface="Times New Roman" panose="02020603050405020304" pitchFamily="18" charset="0"/>
                <a:cs typeface="Sabon-Roman"/>
              </a:rPr>
              <a:t> total time = initial handshaking + network delay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200 ms + 5500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5700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5.7 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Sabon-Roman"/>
                <a:ea typeface="Times New Roman" panose="02020603050405020304" pitchFamily="18" charset="0"/>
                <a:cs typeface="Sabon-Roman"/>
              </a:rPr>
              <a:t>(b) The bandwidth is 1.5 Mbps, but after we finish sending each data packet we must wait one RTT before sending the next.</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a:t>
            </a:r>
            <a:r>
              <a:rPr lang="en-US" altLang="en-US" sz="1800" b="1">
                <a:latin typeface="Times New Roman" panose="02020603050405020304" pitchFamily="18" charset="0"/>
                <a:ea typeface="Times New Roman" panose="02020603050405020304" pitchFamily="18" charset="0"/>
                <a:cs typeface="Sabon-Roman"/>
              </a:rPr>
              <a:t>»</a:t>
            </a:r>
            <a:r>
              <a:rPr lang="en-US" altLang="en-US" sz="1800" b="1">
                <a:latin typeface="Sabon-Roman"/>
                <a:ea typeface="Times New Roman" panose="02020603050405020304" pitchFamily="18" charset="0"/>
                <a:cs typeface="Sabon-Roman"/>
              </a:rPr>
              <a:t> total time = handshake + network delay + (number of packets-1) * RTT             </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200 ms + 5700 ms + (1000 - 1)*100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105,800 ms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b="1">
                <a:latin typeface="Sabon-Roman"/>
                <a:ea typeface="Times New Roman" panose="02020603050405020304" pitchFamily="18" charset="0"/>
                <a:cs typeface="Sabon-Roman"/>
              </a:rPr>
              <a:t>                          = 105.8 s</a:t>
            </a:r>
            <a:endParaRPr lang="en-US" altLang="en-US" sz="1800">
              <a:latin typeface="Times New Roman" panose="02020603050405020304" pitchFamily="18" charset="0"/>
              <a:ea typeface="Times New Roman" panose="02020603050405020304" pitchFamily="18" charset="0"/>
              <a:cs typeface="Sabon-Roman"/>
            </a:endParaRPr>
          </a:p>
          <a:p>
            <a:pPr>
              <a:spcBef>
                <a:spcPct val="0"/>
              </a:spcBef>
              <a:buFontTx/>
              <a:buNone/>
            </a:pPr>
            <a:r>
              <a:rPr lang="en-US" altLang="en-US" sz="1800">
                <a:latin typeface="Times New Roman" panose="02020603050405020304" pitchFamily="18" charset="0"/>
                <a:ea typeface="Times New Roman" panose="02020603050405020304" pitchFamily="18" charset="0"/>
                <a:cs typeface="Sabon-Roman"/>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9445</TotalTime>
  <Words>6942</Words>
  <Application>Microsoft Office PowerPoint</Application>
  <PresentationFormat>On-screen Show (4:3)</PresentationFormat>
  <Paragraphs>846</Paragraphs>
  <Slides>116</Slides>
  <Notes>55</Notes>
  <HiddenSlides>0</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1</vt:i4>
      </vt:variant>
      <vt:variant>
        <vt:lpstr>Slide Titles</vt:lpstr>
      </vt:variant>
      <vt:variant>
        <vt:i4>116</vt:i4>
      </vt:variant>
    </vt:vector>
  </HeadingPairs>
  <TitlesOfParts>
    <vt:vector size="137" baseType="lpstr">
      <vt:lpstr>Arial</vt:lpstr>
      <vt:lpstr>Calibri</vt:lpstr>
      <vt:lpstr>Castellar</vt:lpstr>
      <vt:lpstr>Goudy Old Style</vt:lpstr>
      <vt:lpstr>Times New Roman</vt:lpstr>
      <vt:lpstr>Wingdings</vt:lpstr>
      <vt:lpstr>Comic Sans MS</vt:lpstr>
      <vt:lpstr>ZapfDingbats</vt:lpstr>
      <vt:lpstr>Aharoni</vt:lpstr>
      <vt:lpstr>Baskerville Old Face</vt:lpstr>
      <vt:lpstr>Tahoma</vt:lpstr>
      <vt:lpstr>MS PGothic</vt:lpstr>
      <vt:lpstr>Symbol</vt:lpstr>
      <vt:lpstr>msmincho</vt:lpstr>
      <vt:lpstr>Lucida Grande</vt:lpstr>
      <vt:lpstr>PFIHJP+TimesNewRoman</vt:lpstr>
      <vt:lpstr>Sabon-Roman</vt:lpstr>
      <vt:lpstr>MTSY</vt:lpstr>
      <vt:lpstr>DejaVu Sans</vt:lpstr>
      <vt:lpstr>Office Theme</vt:lpstr>
      <vt:lpstr>Microsoft Clip Gallery</vt:lpstr>
      <vt:lpstr>COMPUTER NETWORKS (CS F303)</vt:lpstr>
      <vt:lpstr>Basic information </vt:lpstr>
      <vt:lpstr>Evaluation</vt:lpstr>
      <vt:lpstr>DATA COMMUNICATIONS  </vt:lpstr>
      <vt:lpstr>PowerPoint Presentation</vt:lpstr>
      <vt:lpstr>Why we need  Computer networks?  </vt:lpstr>
      <vt:lpstr>Why we need  Computer networks?   </vt:lpstr>
      <vt:lpstr>Why we need  Computer networks?   </vt:lpstr>
      <vt:lpstr>Why we need  Computer networks?   </vt:lpstr>
      <vt:lpstr>Why we need  Computer networks?   </vt:lpstr>
      <vt:lpstr>PowerPoint Presentation</vt:lpstr>
      <vt:lpstr>PowerPoint Presentation</vt:lpstr>
      <vt:lpstr>PowerPoint Presentation</vt:lpstr>
      <vt:lpstr>topology  </vt:lpstr>
      <vt:lpstr>bus topology  </vt:lpstr>
      <vt:lpstr>Advantages of Bus Topology</vt:lpstr>
      <vt:lpstr>Disadvantages of Bus Topology</vt:lpstr>
      <vt:lpstr> ring topology </vt:lpstr>
      <vt:lpstr>How does it work?</vt:lpstr>
      <vt:lpstr>Advantages of Ring Topology</vt:lpstr>
      <vt:lpstr>Disadvantages of Ring Topology</vt:lpstr>
      <vt:lpstr> star topology  </vt:lpstr>
      <vt:lpstr>Advantages of Star Topology</vt:lpstr>
      <vt:lpstr>Disadvantages of Star Topology</vt:lpstr>
      <vt:lpstr>A fully connected mesh topology (five devices)  </vt:lpstr>
      <vt:lpstr>mesh topology</vt:lpstr>
      <vt:lpstr>A hybrid topology: a star backbone with three bus networks   </vt:lpstr>
      <vt:lpstr>Categories of Networks   </vt:lpstr>
      <vt:lpstr>An isolated LAN connecting 12 computers to a hub in a closet  </vt:lpstr>
      <vt:lpstr>PowerPoint Presentation</vt:lpstr>
      <vt:lpstr>PowerPoint Presentation</vt:lpstr>
      <vt:lpstr>PowerPoint Presentation</vt:lpstr>
      <vt:lpstr>PowerPoint Presentation</vt:lpstr>
      <vt:lpstr>What’s a network protocol?</vt:lpstr>
      <vt:lpstr>What’s a protocol?</vt:lpstr>
      <vt:lpstr>Protocols and Standards</vt:lpstr>
      <vt:lpstr>Protocols and Standards</vt:lpstr>
      <vt:lpstr>A closer look at network structure:</vt:lpstr>
      <vt:lpstr>The network edge:</vt:lpstr>
      <vt:lpstr>Network edge: connection-oriented service</vt:lpstr>
      <vt:lpstr>Network edge: connectionless service</vt:lpstr>
      <vt:lpstr>The Network Core</vt:lpstr>
      <vt:lpstr>Network Core: Circuit Switching</vt:lpstr>
      <vt:lpstr>Network Core: Circuit Switching</vt:lpstr>
      <vt:lpstr>Network Core: Packet Switching</vt:lpstr>
      <vt:lpstr>Network Core: Packet Switching</vt:lpstr>
      <vt:lpstr>PowerPoint Presentation</vt:lpstr>
      <vt:lpstr>Packet-switched networks: routing</vt:lpstr>
      <vt:lpstr>Access networks and physical media</vt:lpstr>
      <vt:lpstr>Residential access: point to point access</vt:lpstr>
      <vt:lpstr>Institutional access: local area networks</vt:lpstr>
      <vt:lpstr>Wireless access networks</vt:lpstr>
      <vt:lpstr>PowerPoint Presentation</vt:lpstr>
      <vt:lpstr>HISTORY</vt:lpstr>
      <vt:lpstr>OSI Reference Model</vt:lpstr>
      <vt:lpstr>OSI Reference Model : 7 Layers</vt:lpstr>
      <vt:lpstr>OSI: A Layered Network Model </vt:lpstr>
      <vt:lpstr>The interaction between layers in the OSI model  </vt:lpstr>
      <vt:lpstr>PowerPoint Presentation</vt:lpstr>
      <vt:lpstr>An exchange using the OSI model  </vt:lpstr>
      <vt:lpstr>PowerPoint Presentation</vt:lpstr>
      <vt:lpstr>APPLICATION Layer  </vt:lpstr>
      <vt:lpstr>PowerPoint Presentation</vt:lpstr>
      <vt:lpstr>presentation Layer  </vt:lpstr>
      <vt:lpstr>PowerPoint Presentation</vt:lpstr>
      <vt:lpstr>SESSION Layer  </vt:lpstr>
      <vt:lpstr>PowerPoint Presentation</vt:lpstr>
      <vt:lpstr>PowerPoint Presentation</vt:lpstr>
      <vt:lpstr>Transport Layer  </vt:lpstr>
      <vt:lpstr>Reliable process-to-process delivery of a message  </vt:lpstr>
      <vt:lpstr>PowerPoint Presentation</vt:lpstr>
      <vt:lpstr>PowerPoint Presentation</vt:lpstr>
      <vt:lpstr>Source-to-destination delivery   </vt:lpstr>
      <vt:lpstr>PowerPoint Presentation</vt:lpstr>
      <vt:lpstr>Data Link Layer  </vt:lpstr>
      <vt:lpstr>Hop-to-hop delivery   </vt:lpstr>
      <vt:lpstr>PowerPoint Presentation</vt:lpstr>
      <vt:lpstr>Physical Layer</vt:lpstr>
      <vt:lpstr>How Does It All Work Together</vt:lpstr>
      <vt:lpstr>PowerPoint Presentation</vt:lpstr>
      <vt:lpstr>TCP/IP Protocol Suite</vt:lpstr>
      <vt:lpstr>TCP/IP Protocol Suite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Criteria </vt:lpstr>
      <vt:lpstr>PowerPoint Presentation</vt:lpstr>
      <vt:lpstr>PowerPoint Presentation</vt:lpstr>
      <vt:lpstr>PowerPoint Presentation</vt:lpstr>
      <vt:lpstr>PowerPoint Presentation</vt:lpstr>
      <vt:lpstr>PowerPoint Presentation</vt:lpstr>
      <vt:lpstr>PowerPoint Presentation</vt:lpstr>
      <vt:lpstr>Latency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app</cp:lastModifiedBy>
  <cp:revision>272</cp:revision>
  <dcterms:created xsi:type="dcterms:W3CDTF">2011-09-14T09:42:05Z</dcterms:created>
  <dcterms:modified xsi:type="dcterms:W3CDTF">2026-01-16T20:41:11Z</dcterms:modified>
</cp:coreProperties>
</file>